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2.svg" ContentType="image/svg+xml"/>
  <Override PartName="/ppt/media/image1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2" Type="http://schemas.openxmlformats.org/officeDocument/2006/relationships/officeDocument" Target="ppt/presentation.xml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4151" r:id="rId4"/>
  </p:sldMasterIdLst>
  <p:notesMasterIdLst>
    <p:notesMasterId r:id="rId5"/>
  </p:notesMasterIdLst>
  <p:handoutMasterIdLst>
    <p:handoutMasterId r:id="rId6"/>
  </p:handoutMasterIdLst>
  <p:sldIdLst>
    <p:sldId id="256" r:id="rId3"/>
    <p:sldId id="257" r:id="rId2"/>
    <p:sldId id="258" r:id="rId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15F"/>
    <a:srgbClr val="0127AF"/>
    <a:srgbClr val="1AE1C0"/>
    <a:srgbClr val="0073D5"/>
    <a:srgbClr val="0059C3"/>
    <a:srgbClr val="4AFF9C"/>
    <a:srgbClr val="0E0D72"/>
    <a:srgbClr val="00D4FD"/>
    <a:srgbClr val="019DFE"/>
    <a:srgbClr val="060E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srgbClr val="505861"/>
        </a:fontRef>
        <a:srgbClr val="50586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7000" cmpd="sng">
              <a:solidFill>
                <a:srgbClr val="E6E7F1"/>
              </a:solidFill>
            </a:ln>
          </a:bottom>
          <a:insideH>
            <a:ln w="7000" cmpd="sng">
              <a:solidFill>
                <a:srgbClr val="E6E7F1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chemeClr val="accent4">
              <a:alpha val="0"/>
            </a:schemeClr>
          </a:solidFill>
        </a:fill>
      </a:tcStyle>
    </a:wholeTbl>
    <a:band1H>
      <a:tcStyle>
        <a:tcBdr/>
        <a:fill>
          <a:solidFill>
            <a:schemeClr val="accent4">
              <a:alpha val="0"/>
            </a:schemeClr>
          </a:solidFill>
        </a:fill>
      </a:tcStyle>
    </a:band1H>
    <a:band2H>
      <a:tcStyle>
        <a:tcBdr/>
        <a:fill>
          <a:solidFill>
            <a:schemeClr val="accent4">
              <a:alpha val="0"/>
            </a:schemeClr>
          </a:solidFill>
        </a:fill>
      </a:tcStyle>
    </a:band2H>
    <a:band1V>
      <a:tcStyle>
        <a:tcBdr/>
        <a:fill>
          <a:solidFill>
            <a:schemeClr val="accent1">
              <a:alpha val="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  <a:insideV>
            <a:ln w="7000" cmpd="sng">
              <a:solidFill>
                <a:schemeClr val="lt1"/>
              </a:solidFill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minor">
          <a:srgbClr val="00D15F"/>
        </a:fontRef>
        <a:srgbClr val="00D15F"/>
      </a:tcTxStyle>
      <a:tcStyle>
        <a:tcBdr>
          <a:bottom>
            <a:ln w="10500" cmpd="sng">
              <a:solidFill>
                <a:srgbClr val="00D15F"/>
              </a:solidFill>
            </a:ln>
          </a:bottom>
          <a:insideV>
            <a:ln w="0" cmpd="sng">
              <a:solidFill>
                <a:srgbClr val="005C37"/>
              </a:solidFill>
            </a:ln>
          </a:insideV>
        </a:tcBdr>
        <a:fill>
          <a:solidFill>
            <a:schemeClr val="accent1">
              <a:alpha val="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rgbClr val="505861"/>
        </a:fontRef>
        <a:srgbClr val="50586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7000" cmpd="sng">
              <a:solidFill>
                <a:srgbClr val="E6E7F1"/>
              </a:solidFill>
            </a:ln>
          </a:bottom>
          <a:insideH>
            <a:ln w="7000" cmpd="sng">
              <a:solidFill>
                <a:srgbClr val="E6E7F1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chemeClr val="accent4">
              <a:alpha val="0"/>
            </a:schemeClr>
          </a:solidFill>
        </a:fill>
      </a:tcStyle>
    </a:wholeTbl>
    <a:band1H>
      <a:tcStyle>
        <a:tcBdr/>
        <a:fill>
          <a:solidFill>
            <a:schemeClr val="accent4">
              <a:alpha val="0"/>
            </a:schemeClr>
          </a:solidFill>
        </a:fill>
      </a:tcStyle>
    </a:band1H>
    <a:band2H>
      <a:tcStyle>
        <a:tcBdr/>
        <a:fill>
          <a:solidFill>
            <a:schemeClr val="accent4">
              <a:alpha val="0"/>
            </a:schemeClr>
          </a:solidFill>
        </a:fill>
      </a:tcStyle>
    </a:band2H>
    <a:band1V>
      <a:tcStyle>
        <a:tcBdr/>
        <a:fill>
          <a:solidFill>
            <a:schemeClr val="accent1">
              <a:alpha val="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  <a:insideV>
            <a:ln w="7000" cmpd="sng">
              <a:solidFill>
                <a:schemeClr val="lt1"/>
              </a:solidFill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minor">
          <a:srgbClr val="8E71F4"/>
        </a:fontRef>
        <a:srgbClr val="8E71F4"/>
      </a:tcTxStyle>
      <a:tcStyle>
        <a:tcBdr>
          <a:bottom>
            <a:ln w="10500" cmpd="sng">
              <a:solidFill>
                <a:srgbClr val="8E71F4"/>
              </a:solidFill>
            </a:ln>
          </a:bottom>
          <a:insideV>
            <a:ln w="0" cmpd="sng">
              <a:solidFill>
                <a:srgbClr val="005C37"/>
              </a:solidFill>
            </a:ln>
          </a:insideV>
        </a:tcBdr>
        <a:fill>
          <a:solidFill>
            <a:schemeClr val="accent1">
              <a:alpha val="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3238"/>
    <p:restoredTop sz="94682"/>
  </p:normalViewPr>
  <p:slideViewPr>
    <p:cSldViewPr snapToGrid="0">
      <p:cViewPr>
        <p:scale>
          <a:sx n="93" d="100"/>
          <a:sy n="93" d="100"/>
        </p:scale>
        <p:origin x="1608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" Target="slides/slide3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E5FB8B-0990-501F-CBDA-8289ADEB90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ES Build Neutral" pitchFamily="2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77E847-83A8-2B69-E0E8-3F504C182BE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908D62-93BB-489A-8F92-534C2AF6AC1C}" type="datetimeFigureOut">
              <a:rPr lang="en-US" smtClean="0">
                <a:latin typeface="ES Build Neutral" pitchFamily="2" charset="77"/>
              </a:rPr>
              <a:t>7/14/26</a:t>
            </a:fld>
            <a:endParaRPr lang="en-US">
              <a:latin typeface="ES Build Neutral" pitchFamily="2" charset="77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2CA24-2FA5-DD34-7905-7CBA9F3839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ES Build Neutral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147AAB-FBD8-3417-7333-7DD68E445A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3182C0-81F9-45AC-A139-9D56FEA8E9F0}" type="slidenum">
              <a:rPr lang="en-US" smtClean="0">
                <a:latin typeface="ES Build Neutral" pitchFamily="2" charset="77"/>
              </a:rPr>
              <a:t>‹#›</a:t>
            </a:fld>
            <a:endParaRPr lang="en-US">
              <a:latin typeface="ES Build Neutral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0728997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ES Build Neutral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ES Build Neutral" pitchFamily="2" charset="77"/>
              </a:defRPr>
            </a:lvl1pPr>
          </a:lstStyle>
          <a:p>
            <a:fld id="{04FECDBD-7113-A144-A72E-4C1FC98DD220}" type="datetimeFigureOut">
              <a:rPr lang="en-US" smtClean="0"/>
              <a:pPr/>
              <a:t>7/14/26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ES Build Neutral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ES Build Neutral" pitchFamily="2" charset="77"/>
              </a:defRPr>
            </a:lvl1pPr>
          </a:lstStyle>
          <a:p>
            <a:fld id="{A2D206B4-D7FF-F742-9988-8286DC6B11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5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ES Build Neutral" pitchFamily="2" charset="77"/>
        <a:ea typeface="+mn-ea"/>
        <a:cs typeface="+mn-cs"/>
      </a:defRPr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1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12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12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12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eg"/><Relationship Id="rId3" Type="http://schemas.openxmlformats.org/officeDocument/2006/relationships/image" Target="../media/image19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e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e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E03F406D-75B3-17DC-CE66-A46B032C81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CDB086E-9F87-4B33-D62C-A31BB4E547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3751" y="1796143"/>
            <a:ext cx="8502649" cy="232819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lang="en-US" sz="6600" b="1" i="0" kern="1200" spc="0" baseline="0" dirty="0">
                <a:solidFill>
                  <a:schemeClr val="bg1"/>
                </a:solidFill>
                <a:latin typeface="ES Build" pitchFamily="2" charset="77"/>
                <a:ea typeface="ES Build" pitchFamily="2" charset="77"/>
                <a:cs typeface="+mj-cs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F42BD3E-E39E-7A26-D12A-C298830544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1" y="4186771"/>
            <a:ext cx="8502649" cy="48770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AE751CD-EF2C-3A61-EE9B-1DF1A1E8E9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66493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chemeClr val="bg1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6" name="Picture Placeholder 22">
            <a:extLst>
              <a:ext uri="{FF2B5EF4-FFF2-40B4-BE49-F238E27FC236}">
                <a16:creationId xmlns:a16="http://schemas.microsoft.com/office/drawing/2014/main" id="{57109EE7-7309-7DBE-3CB2-28C0D1D8BFA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2097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grpSp>
        <p:nvGrpSpPr>
          <p:cNvPr id="3" name="Graphic 8">
            <a:extLst>
              <a:ext uri="{FF2B5EF4-FFF2-40B4-BE49-F238E27FC236}">
                <a16:creationId xmlns:a16="http://schemas.microsoft.com/office/drawing/2014/main" id="{BFC15B5A-AB24-515C-F6C9-94C1D4A51797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865BE27-CEDC-08B3-B2FB-DF586E225D5A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12" name="Graphic 8">
              <a:extLst>
                <a:ext uri="{FF2B5EF4-FFF2-40B4-BE49-F238E27FC236}">
                  <a16:creationId xmlns:a16="http://schemas.microsoft.com/office/drawing/2014/main" id="{213EEA82-17CD-CDBE-BCAA-F1C5E22A9206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2A811F01-8B45-056A-A785-5DA529127B52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9313AABD-2E39-A24E-852C-9C9F54DC864A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E30E6F64-F735-19EC-9E44-03DFCDB0955C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FA07D8C-B493-6AD8-8F1E-34245BB007B9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03B17C65-887E-BEEC-E0B1-0FD767300330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9C3CAB29-1CBE-F6B2-3865-11ADC569121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53267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chemeClr val="bg1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9" name="Picture Placeholder 22">
            <a:extLst>
              <a:ext uri="{FF2B5EF4-FFF2-40B4-BE49-F238E27FC236}">
                <a16:creationId xmlns:a16="http://schemas.microsoft.com/office/drawing/2014/main" id="{73E7EE72-D12B-ED6E-1D7E-13181B50602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68871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C02E2-0C1E-3CFA-FE4D-AD682B8C485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66888" y="5616575"/>
            <a:ext cx="2287587" cy="26511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9ED88CB-C91C-A5E6-816B-FE2CDEB324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53267" y="5616575"/>
            <a:ext cx="2287587" cy="26511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723888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green gradient background&#10;&#10;Description automatically generated">
            <a:extLst>
              <a:ext uri="{FF2B5EF4-FFF2-40B4-BE49-F238E27FC236}">
                <a16:creationId xmlns:a16="http://schemas.microsoft.com/office/drawing/2014/main" id="{70D2BFA6-B319-EA89-B2B8-CCE4BA28C1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01F9B9C-F7FA-80CC-2D63-3366251A7305}"/>
              </a:ext>
            </a:extLst>
          </p:cNvPr>
          <p:cNvSpPr/>
          <p:nvPr userDrawn="1"/>
        </p:nvSpPr>
        <p:spPr>
          <a:xfrm>
            <a:off x="0" y="2692772"/>
            <a:ext cx="12192000" cy="4196443"/>
          </a:xfrm>
          <a:prstGeom prst="rect">
            <a:avLst/>
          </a:prstGeom>
          <a:gradFill flip="none" rotWithShape="1">
            <a:gsLst>
              <a:gs pos="39000">
                <a:schemeClr val="accent2">
                  <a:lumMod val="60000"/>
                  <a:lumOff val="40000"/>
                  <a:alpha val="0"/>
                </a:schemeClr>
              </a:gs>
              <a:gs pos="100000">
                <a:srgbClr val="0127AF">
                  <a:alpha val="70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6000"/>
              </a:lnSpc>
            </a:pPr>
            <a:endParaRPr lang="en-RO" b="0" i="0">
              <a:solidFill>
                <a:schemeClr val="bg1"/>
              </a:solidFill>
              <a:latin typeface="ES Build Neutral" pitchFamily="2" charset="77"/>
              <a:cs typeface="Microsoft Sans Serif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65AF8F1-72AC-8700-B067-742B4267CC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3751" y="1796143"/>
            <a:ext cx="8502649" cy="232819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lang="en-US" sz="6600" b="1" i="0" kern="1200" spc="0" baseline="0" dirty="0">
                <a:solidFill>
                  <a:schemeClr val="bg1"/>
                </a:solidFill>
                <a:latin typeface="ES Build" pitchFamily="2" charset="77"/>
                <a:ea typeface="ES Build" pitchFamily="2" charset="77"/>
                <a:cs typeface="+mj-cs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746095E-1EE5-435C-A26A-8A9CF14C8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1" y="4186771"/>
            <a:ext cx="8502649" cy="48770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5" name="Graphic 8">
            <a:extLst>
              <a:ext uri="{FF2B5EF4-FFF2-40B4-BE49-F238E27FC236}">
                <a16:creationId xmlns:a16="http://schemas.microsoft.com/office/drawing/2014/main" id="{2BECE6B6-95ED-558C-955F-BFD7BEF7BEB9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2C38BCE-66F7-E555-CFE0-55996C7DC2D4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17" name="Graphic 8">
              <a:extLst>
                <a:ext uri="{FF2B5EF4-FFF2-40B4-BE49-F238E27FC236}">
                  <a16:creationId xmlns:a16="http://schemas.microsoft.com/office/drawing/2014/main" id="{3CA0275F-7A87-F400-71D7-8D12432554CF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70A63C8B-914E-A40C-3CD9-F7ADA8FF1F89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203C107F-E0CF-887D-0935-4BBFAB118543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7BA046A4-C19C-D7B8-B796-1B2CF3D85709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F741156-8C9E-D97E-B9C6-82FEC1E552DC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6F01A004-FC38-6A86-9FDE-C3531C86F551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67F5482D-0415-7045-3C06-44633FFBE8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66493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chemeClr val="bg1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FBEA43A2-6CD5-333D-99DC-200A67D020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2097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C8180D43-F7F4-7089-0791-2C8577CC95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53267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chemeClr val="bg1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3" name="Picture Placeholder 22">
            <a:extLst>
              <a:ext uri="{FF2B5EF4-FFF2-40B4-BE49-F238E27FC236}">
                <a16:creationId xmlns:a16="http://schemas.microsoft.com/office/drawing/2014/main" id="{4E0C4564-88D6-B63C-AEAB-D384E7E5AF6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68871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24E9B0A-D768-5619-C7DB-3EB519B133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66888" y="5616575"/>
            <a:ext cx="2287587" cy="26511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9F4AF52-D236-C95A-6618-83CF4342FA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53267" y="5616575"/>
            <a:ext cx="2287587" cy="26511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292864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688DFB-15DB-9159-19E5-DF77AC5483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F746095E-1EE5-435C-A26A-8A9CF14C8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1" y="4186771"/>
            <a:ext cx="8502649" cy="48770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5" name="Graphic 8">
            <a:extLst>
              <a:ext uri="{FF2B5EF4-FFF2-40B4-BE49-F238E27FC236}">
                <a16:creationId xmlns:a16="http://schemas.microsoft.com/office/drawing/2014/main" id="{2BECE6B6-95ED-558C-955F-BFD7BEF7BEB9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2C38BCE-66F7-E555-CFE0-55996C7DC2D4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17" name="Graphic 8">
              <a:extLst>
                <a:ext uri="{FF2B5EF4-FFF2-40B4-BE49-F238E27FC236}">
                  <a16:creationId xmlns:a16="http://schemas.microsoft.com/office/drawing/2014/main" id="{3CA0275F-7A87-F400-71D7-8D12432554CF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70A63C8B-914E-A40C-3CD9-F7ADA8FF1F89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203C107F-E0CF-887D-0935-4BBFAB118543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7BA046A4-C19C-D7B8-B796-1B2CF3D85709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F741156-8C9E-D97E-B9C6-82FEC1E552DC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6F01A004-FC38-6A86-9FDE-C3531C86F551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923F9E6C-2757-75E3-DBFF-CFD2CA8B7A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66493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chemeClr val="bg1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0670F24F-E4BF-3D48-D6FB-C8E1B03EC4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2097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9AA710D0-5D4A-FAA2-D639-E8E7CAB8FA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53267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chemeClr val="bg1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3" name="Picture Placeholder 22">
            <a:extLst>
              <a:ext uri="{FF2B5EF4-FFF2-40B4-BE49-F238E27FC236}">
                <a16:creationId xmlns:a16="http://schemas.microsoft.com/office/drawing/2014/main" id="{FE96BACD-08EC-95EE-A40F-A80FAF04BE1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68871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B2BF47-197B-D3C2-EFC6-C6C65253B8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3751" y="1796143"/>
            <a:ext cx="8502649" cy="232819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lang="en-US" sz="6600" b="1" i="0" kern="1200" spc="0" baseline="0" dirty="0">
                <a:solidFill>
                  <a:schemeClr val="bg1"/>
                </a:solidFill>
                <a:latin typeface="ES Build" pitchFamily="2" charset="77"/>
                <a:ea typeface="ES Build" pitchFamily="2" charset="77"/>
                <a:cs typeface="+mj-cs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23B741F-CF54-0341-CEEF-39C3578B4C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66888" y="5616575"/>
            <a:ext cx="2287587" cy="26511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39E3453-569F-7D78-A57B-0FC35B18B3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53267" y="5616575"/>
            <a:ext cx="2287587" cy="26511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625851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FBFFB1-EA6F-5160-4EAD-7B5A58A5E5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F746095E-1EE5-435C-A26A-8A9CF14C8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1" y="4186771"/>
            <a:ext cx="8502649" cy="48770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5" name="Graphic 8">
            <a:extLst>
              <a:ext uri="{FF2B5EF4-FFF2-40B4-BE49-F238E27FC236}">
                <a16:creationId xmlns:a16="http://schemas.microsoft.com/office/drawing/2014/main" id="{2BECE6B6-95ED-558C-955F-BFD7BEF7BEB9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2C38BCE-66F7-E555-CFE0-55996C7DC2D4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17" name="Graphic 8">
              <a:extLst>
                <a:ext uri="{FF2B5EF4-FFF2-40B4-BE49-F238E27FC236}">
                  <a16:creationId xmlns:a16="http://schemas.microsoft.com/office/drawing/2014/main" id="{3CA0275F-7A87-F400-71D7-8D12432554CF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70A63C8B-914E-A40C-3CD9-F7ADA8FF1F89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203C107F-E0CF-887D-0935-4BBFAB118543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7BA046A4-C19C-D7B8-B796-1B2CF3D85709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F741156-8C9E-D97E-B9C6-82FEC1E552DC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6F01A004-FC38-6A86-9FDE-C3531C86F551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8E8CE6E7-61F2-4FF0-A960-91018AE788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66493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chemeClr val="bg1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163F706A-962D-1422-54D7-8116A849A95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2097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B109993-5A04-66BE-F174-C6ADDFC628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53267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chemeClr val="bg1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3" name="Picture Placeholder 22">
            <a:extLst>
              <a:ext uri="{FF2B5EF4-FFF2-40B4-BE49-F238E27FC236}">
                <a16:creationId xmlns:a16="http://schemas.microsoft.com/office/drawing/2014/main" id="{BE496794-A625-51E3-AA64-6E14D2595E8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68871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B02E6BA-D402-796C-84EC-4F13F283B34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3751" y="1796143"/>
            <a:ext cx="8502649" cy="232819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lang="en-US" sz="6600" b="1" i="0" kern="1200" spc="0" baseline="0" dirty="0">
                <a:solidFill>
                  <a:schemeClr val="bg1"/>
                </a:solidFill>
                <a:latin typeface="ES Build" pitchFamily="2" charset="77"/>
                <a:ea typeface="ES Build" pitchFamily="2" charset="77"/>
                <a:cs typeface="+mj-cs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D004F-B166-5B8B-C0F1-AD5CC626A95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66888" y="5616575"/>
            <a:ext cx="2287587" cy="26511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2312C4E-80FA-D8C6-7D51-350859A7CAC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53267" y="5616575"/>
            <a:ext cx="2287587" cy="26511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067445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erson and person working on a project&#10;&#10;Description automatically generated">
            <a:extLst>
              <a:ext uri="{FF2B5EF4-FFF2-40B4-BE49-F238E27FC236}">
                <a16:creationId xmlns:a16="http://schemas.microsoft.com/office/drawing/2014/main" id="{66015DD3-CF3C-653A-B289-8A44CD4AE0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DB53216-86C1-B549-1F60-EEC57FAFD999}"/>
              </a:ext>
            </a:extLst>
          </p:cNvPr>
          <p:cNvSpPr/>
          <p:nvPr userDrawn="1"/>
        </p:nvSpPr>
        <p:spPr>
          <a:xfrm>
            <a:off x="0" y="3069771"/>
            <a:ext cx="12192000" cy="3819444"/>
          </a:xfrm>
          <a:prstGeom prst="rect">
            <a:avLst/>
          </a:prstGeom>
          <a:gradFill flip="none" rotWithShape="1">
            <a:gsLst>
              <a:gs pos="39000">
                <a:schemeClr val="accent2">
                  <a:lumMod val="60000"/>
                  <a:lumOff val="40000"/>
                  <a:alpha val="0"/>
                </a:schemeClr>
              </a:gs>
              <a:gs pos="100000">
                <a:srgbClr val="0127AF">
                  <a:alpha val="70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6000"/>
              </a:lnSpc>
            </a:pPr>
            <a:endParaRPr lang="en-RO" b="0" i="0">
              <a:solidFill>
                <a:schemeClr val="bg1"/>
              </a:solidFill>
              <a:latin typeface="ES Build Neutral" pitchFamily="2" charset="77"/>
              <a:cs typeface="Microsoft Sans Serif" panose="020B0604020202020204" pitchFamily="34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565ADD8-401A-A38C-D3B9-F81F0FC93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1" y="4186771"/>
            <a:ext cx="8502649" cy="48770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6" name="Graphic 8">
            <a:extLst>
              <a:ext uri="{FF2B5EF4-FFF2-40B4-BE49-F238E27FC236}">
                <a16:creationId xmlns:a16="http://schemas.microsoft.com/office/drawing/2014/main" id="{1F029CF2-CBAD-C1A7-7695-3E3944DE89F5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05844C-2FDF-062E-9425-8E6C4B4E0BA2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19" name="Graphic 8">
              <a:extLst>
                <a:ext uri="{FF2B5EF4-FFF2-40B4-BE49-F238E27FC236}">
                  <a16:creationId xmlns:a16="http://schemas.microsoft.com/office/drawing/2014/main" id="{96FE4595-0A3E-BED7-953F-2C7C16867C14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1CF66697-C548-4DF6-4A4A-9BA97A4DF166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CC9837E5-E21E-DBC3-3FBF-97757D35DCB5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3F8456D8-C9C5-4B09-AC13-5FFB2D514F1D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1500D6D0-98D6-1F3A-EB37-5EC689358486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0E7B2E87-6F81-FFE3-F71E-44FD7BA2505A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E6216836-3DC0-B942-3F5F-816AF9CD95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66493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chemeClr val="bg1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1" name="Picture Placeholder 22">
            <a:extLst>
              <a:ext uri="{FF2B5EF4-FFF2-40B4-BE49-F238E27FC236}">
                <a16:creationId xmlns:a16="http://schemas.microsoft.com/office/drawing/2014/main" id="{5B58F76E-3C18-2DB0-8F23-4C4F14B3194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2097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B3A882C7-4F41-1800-DCE3-2F05DA5C7B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53267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chemeClr val="bg1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4" name="Picture Placeholder 22">
            <a:extLst>
              <a:ext uri="{FF2B5EF4-FFF2-40B4-BE49-F238E27FC236}">
                <a16:creationId xmlns:a16="http://schemas.microsoft.com/office/drawing/2014/main" id="{5BFFE7FF-88A5-0605-D674-43C6BF21770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68871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4472AA5-273E-A76F-D568-5C5594E620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3751" y="1796143"/>
            <a:ext cx="8502649" cy="232819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lang="en-US" sz="6600" b="1" i="0" kern="1200" spc="0" baseline="0" dirty="0">
                <a:solidFill>
                  <a:schemeClr val="bg1"/>
                </a:solidFill>
                <a:latin typeface="ES Build" pitchFamily="2" charset="77"/>
                <a:ea typeface="ES Build" pitchFamily="2" charset="77"/>
                <a:cs typeface="+mj-cs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209CD66-2C23-0FA7-B051-C18397962F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66888" y="5616575"/>
            <a:ext cx="2287587" cy="26511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9BBDC4-7149-C5C6-44D0-5D0BAD74E31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53267" y="5616575"/>
            <a:ext cx="2287587" cy="26511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910221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green gradient with a white triangle&#10;&#10;Description automatically generated">
            <a:extLst>
              <a:ext uri="{FF2B5EF4-FFF2-40B4-BE49-F238E27FC236}">
                <a16:creationId xmlns:a16="http://schemas.microsoft.com/office/drawing/2014/main" id="{01914A4F-3C5B-EDE2-EFA8-01658F147C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9B31B46-AC9C-D2F3-F312-BAB4BBAADD7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181082" y="1"/>
            <a:ext cx="9010918" cy="5794818"/>
          </a:xfrm>
          <a:custGeom>
            <a:avLst/>
            <a:gdLst>
              <a:gd name="csX0" fmla="*/ 0 w 8970278"/>
              <a:gd name="csY0" fmla="*/ 0 h 5781103"/>
              <a:gd name="csX1" fmla="*/ 8970278 w 8970278"/>
              <a:gd name="csY1" fmla="*/ 0 h 5781103"/>
              <a:gd name="csX2" fmla="*/ 8970278 w 8970278"/>
              <a:gd name="csY2" fmla="*/ 3026413 h 5781103"/>
              <a:gd name="csX3" fmla="*/ 6369204 w 8970278"/>
              <a:gd name="csY3" fmla="*/ 5627488 h 5781103"/>
              <a:gd name="csX4" fmla="*/ 5627486 w 8970278"/>
              <a:gd name="csY4" fmla="*/ 5627488 h 57811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970278" h="5781103">
                <a:moveTo>
                  <a:pt x="0" y="0"/>
                </a:moveTo>
                <a:lnTo>
                  <a:pt x="8970278" y="0"/>
                </a:lnTo>
                <a:lnTo>
                  <a:pt x="8970278" y="3026413"/>
                </a:lnTo>
                <a:lnTo>
                  <a:pt x="6369204" y="5627488"/>
                </a:lnTo>
                <a:cubicBezTo>
                  <a:pt x="6164384" y="5832309"/>
                  <a:pt x="5832306" y="5832309"/>
                  <a:pt x="5627486" y="562748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algn="ctr"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GB"/>
              <a:t>Please add Veeam approved images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98BE0A-7033-E5AD-E4C6-3EC0FFF191E8}"/>
              </a:ext>
            </a:extLst>
          </p:cNvPr>
          <p:cNvSpPr/>
          <p:nvPr userDrawn="1"/>
        </p:nvSpPr>
        <p:spPr>
          <a:xfrm>
            <a:off x="0" y="2692772"/>
            <a:ext cx="12192000" cy="4196443"/>
          </a:xfrm>
          <a:prstGeom prst="rect">
            <a:avLst/>
          </a:prstGeom>
          <a:gradFill flip="none" rotWithShape="1">
            <a:gsLst>
              <a:gs pos="39000">
                <a:schemeClr val="accent2">
                  <a:lumMod val="60000"/>
                  <a:lumOff val="40000"/>
                  <a:alpha val="0"/>
                </a:schemeClr>
              </a:gs>
              <a:gs pos="100000">
                <a:srgbClr val="0127AF">
                  <a:alpha val="70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6000"/>
              </a:lnSpc>
            </a:pPr>
            <a:endParaRPr lang="en-RO">
              <a:solidFill>
                <a:schemeClr val="bg1"/>
              </a:solidFill>
              <a:latin typeface="ES Build" pitchFamily="50" charset="0"/>
              <a:cs typeface="Microsoft Sans Serif" panose="020B0604020202020204" pitchFamily="34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5C23D81-6AAB-502E-121E-465CA5756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1" y="4186771"/>
            <a:ext cx="8502649" cy="48770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ES Build" pitchFamily="2" charset="77"/>
                <a:ea typeface="ES Bui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6" name="Graphic 8">
            <a:extLst>
              <a:ext uri="{FF2B5EF4-FFF2-40B4-BE49-F238E27FC236}">
                <a16:creationId xmlns:a16="http://schemas.microsoft.com/office/drawing/2014/main" id="{0BC721BA-C6F0-40D2-9478-175BC294BEED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131BB7E2-30D9-2B20-BE61-5BA1812380C6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19" name="Graphic 8">
              <a:extLst>
                <a:ext uri="{FF2B5EF4-FFF2-40B4-BE49-F238E27FC236}">
                  <a16:creationId xmlns:a16="http://schemas.microsoft.com/office/drawing/2014/main" id="{ED2233A2-6BB7-F864-58E5-7165B679D143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6202FA6-5531-42F4-1EC4-C12F5404691E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6A443B4D-5766-4D02-8977-885A15542F69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DA148584-2150-D922-0AEE-93A3A75C4D8F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EC88BD49-9E1C-953B-54DF-1B8449615220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2C81D107-BB41-3C32-69B9-FE6AF4BD1463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E99744A2-078A-DC52-1790-80F821E513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66493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chemeClr val="bg1"/>
                </a:solidFill>
                <a:latin typeface="ES Build 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1" name="Picture Placeholder 22">
            <a:extLst>
              <a:ext uri="{FF2B5EF4-FFF2-40B4-BE49-F238E27FC236}">
                <a16:creationId xmlns:a16="http://schemas.microsoft.com/office/drawing/2014/main" id="{9FAC0E1B-FD2B-4B63-0464-332AD4FEBD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2097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FA17F67C-5259-4059-5EAB-87372AFC3A4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53267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chemeClr val="bg1"/>
                </a:solidFill>
                <a:latin typeface="ES Build 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4" name="Picture Placeholder 22">
            <a:extLst>
              <a:ext uri="{FF2B5EF4-FFF2-40B4-BE49-F238E27FC236}">
                <a16:creationId xmlns:a16="http://schemas.microsoft.com/office/drawing/2014/main" id="{B35351E5-D91B-86E8-691E-092AF250D7D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068871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35C67C-4DA8-8546-7F62-4678976C72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3751" y="1796143"/>
            <a:ext cx="8502649" cy="232819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lang="en-US" sz="6600" b="1" i="0" kern="1200" spc="0" baseline="0" dirty="0">
                <a:solidFill>
                  <a:schemeClr val="bg1"/>
                </a:solidFill>
                <a:latin typeface="ES Build" pitchFamily="2" charset="77"/>
                <a:ea typeface="ES Build" pitchFamily="2" charset="77"/>
                <a:cs typeface="+mj-cs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544D057-55AE-1768-461A-4F7339130E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66888" y="5616575"/>
            <a:ext cx="2287587" cy="26511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6DE908A-BF37-2A87-DE47-A0CA96014F5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53267" y="5616575"/>
            <a:ext cx="2287587" cy="26511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422031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igh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4E99F9D-F5E1-7941-003A-BC76947663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65AF8F1-72AC-8700-B067-742B4267CC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3751" y="1794329"/>
            <a:ext cx="8502649" cy="1866122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lang="en-US" sz="6600" b="1" i="0" kern="1200" spc="0" baseline="0" dirty="0">
                <a:solidFill>
                  <a:srgbClr val="002060"/>
                </a:solidFill>
                <a:latin typeface="ES Build" pitchFamily="2" charset="77"/>
                <a:ea typeface="ES Build" pitchFamily="2" charset="77"/>
                <a:cs typeface="+mj-cs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746095E-1EE5-435C-A26A-8A9CF14C89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3751" y="3722881"/>
            <a:ext cx="8502649" cy="48770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rgbClr val="002060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 </a:t>
            </a:r>
          </a:p>
        </p:txBody>
      </p:sp>
      <p:grpSp>
        <p:nvGrpSpPr>
          <p:cNvPr id="15" name="Graphic 8">
            <a:extLst>
              <a:ext uri="{FF2B5EF4-FFF2-40B4-BE49-F238E27FC236}">
                <a16:creationId xmlns:a16="http://schemas.microsoft.com/office/drawing/2014/main" id="{2BECE6B6-95ED-558C-955F-BFD7BEF7BEB9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2C38BCE-66F7-E555-CFE0-55996C7DC2D4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17" name="Graphic 8">
              <a:extLst>
                <a:ext uri="{FF2B5EF4-FFF2-40B4-BE49-F238E27FC236}">
                  <a16:creationId xmlns:a16="http://schemas.microsoft.com/office/drawing/2014/main" id="{3CA0275F-7A87-F400-71D7-8D12432554CF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70A63C8B-914E-A40C-3CD9-F7ADA8FF1F89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203C107F-E0CF-887D-0935-4BBFAB118543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7BA046A4-C19C-D7B8-B796-1B2CF3D85709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F741156-8C9E-D97E-B9C6-82FEC1E552DC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6F01A004-FC38-6A86-9FDE-C3531C86F551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2" name="Text Placeholder 16">
            <a:extLst>
              <a:ext uri="{FF2B5EF4-FFF2-40B4-BE49-F238E27FC236}">
                <a16:creationId xmlns:a16="http://schemas.microsoft.com/office/drawing/2014/main" id="{6AD7B1CE-1D3E-A89E-9786-FBD6738B67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66493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rgbClr val="002060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45C593E2-1683-0C5B-3E45-3D99497C2E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2097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6B88A0A1-4985-9251-AD99-53AE5031E0B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75595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rgbClr val="002060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9" name="Picture Placeholder 22">
            <a:extLst>
              <a:ext uri="{FF2B5EF4-FFF2-40B4-BE49-F238E27FC236}">
                <a16:creationId xmlns:a16="http://schemas.microsoft.com/office/drawing/2014/main" id="{373227E0-2066-5763-2BA5-EAAAB1D55E2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91199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5AD6AF1-BA77-3DB0-C3E1-423FF40E95A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66888" y="5616575"/>
            <a:ext cx="2287587" cy="265113"/>
          </a:xfrm>
        </p:spPr>
        <p:txBody>
          <a:bodyPr/>
          <a:lstStyle>
            <a:lvl1pPr>
              <a:defRPr sz="16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AB52C40-5FCE-6593-9269-C1231C4C958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53267" y="5616575"/>
            <a:ext cx="2287587" cy="265113"/>
          </a:xfrm>
        </p:spPr>
        <p:txBody>
          <a:bodyPr/>
          <a:lstStyle>
            <a:lvl1pPr>
              <a:defRPr sz="16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953661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igh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looking at a tablet&#10;&#10;AI-generated content may be incorrect.">
            <a:extLst>
              <a:ext uri="{FF2B5EF4-FFF2-40B4-BE49-F238E27FC236}">
                <a16:creationId xmlns:a16="http://schemas.microsoft.com/office/drawing/2014/main" id="{214C1BA3-F4A3-2402-7420-FF9C359276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A022E50-C4C7-44AA-D903-D1DED85EC31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3751" y="1796143"/>
            <a:ext cx="8502649" cy="232819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lang="en-US" sz="6600" b="1" i="0" kern="1200" spc="0" baseline="0" dirty="0">
                <a:solidFill>
                  <a:srgbClr val="002060"/>
                </a:solidFill>
                <a:latin typeface="ES Build" pitchFamily="2" charset="77"/>
                <a:ea typeface="ES Build" pitchFamily="2" charset="77"/>
                <a:cs typeface="+mj-cs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565ADD8-401A-A38C-D3B9-F81F0FC93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1" y="4186771"/>
            <a:ext cx="8502649" cy="48770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rgbClr val="002060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6" name="Graphic 8">
            <a:extLst>
              <a:ext uri="{FF2B5EF4-FFF2-40B4-BE49-F238E27FC236}">
                <a16:creationId xmlns:a16="http://schemas.microsoft.com/office/drawing/2014/main" id="{1F029CF2-CBAD-C1A7-7695-3E3944DE89F5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05844C-2FDF-062E-9425-8E6C4B4E0BA2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19" name="Graphic 8">
              <a:extLst>
                <a:ext uri="{FF2B5EF4-FFF2-40B4-BE49-F238E27FC236}">
                  <a16:creationId xmlns:a16="http://schemas.microsoft.com/office/drawing/2014/main" id="{96FE4595-0A3E-BED7-953F-2C7C16867C14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1CF66697-C548-4DF6-4A4A-9BA97A4DF166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CC9837E5-E21E-DBC3-3FBF-97757D35DCB5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3F8456D8-C9C5-4B09-AC13-5FFB2D514F1D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1500D6D0-98D6-1F3A-EB37-5EC689358486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0E7B2E87-6F81-FFE3-F71E-44FD7BA2505A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E6216836-3DC0-B942-3F5F-816AF9CD95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66493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rgbClr val="002060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1" name="Picture Placeholder 22">
            <a:extLst>
              <a:ext uri="{FF2B5EF4-FFF2-40B4-BE49-F238E27FC236}">
                <a16:creationId xmlns:a16="http://schemas.microsoft.com/office/drawing/2014/main" id="{5B58F76E-3C18-2DB0-8F23-4C4F14B3194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2097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B3A882C7-4F41-1800-DCE3-2F05DA5C7B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53267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rgbClr val="002060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4" name="Picture Placeholder 22">
            <a:extLst>
              <a:ext uri="{FF2B5EF4-FFF2-40B4-BE49-F238E27FC236}">
                <a16:creationId xmlns:a16="http://schemas.microsoft.com/office/drawing/2014/main" id="{5BFFE7FF-88A5-0605-D674-43C6BF21770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68871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535E1BD0-2B01-B755-6E96-12D36C635D8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66888" y="5616575"/>
            <a:ext cx="2287587" cy="265113"/>
          </a:xfrm>
        </p:spPr>
        <p:txBody>
          <a:bodyPr/>
          <a:lstStyle>
            <a:lvl1pPr>
              <a:defRPr sz="16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E54E6-D6DD-54A8-29CC-51D53A4425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53267" y="5616575"/>
            <a:ext cx="2287587" cy="265113"/>
          </a:xfrm>
        </p:spPr>
        <p:txBody>
          <a:bodyPr/>
          <a:lstStyle>
            <a:lvl1pPr>
              <a:defRPr sz="16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856927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igh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85849B-19B5-853F-60D9-7F0907E987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65AF8F1-72AC-8700-B067-742B4267CC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3751" y="1794329"/>
            <a:ext cx="8502649" cy="1866122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lang="en-US" sz="6600" b="1" i="0" kern="1200" spc="0" baseline="0" dirty="0">
                <a:solidFill>
                  <a:srgbClr val="002060"/>
                </a:solidFill>
                <a:latin typeface="ES Build" pitchFamily="2" charset="77"/>
                <a:ea typeface="ES Build" pitchFamily="2" charset="77"/>
                <a:cs typeface="+mj-cs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746095E-1EE5-435C-A26A-8A9CF14C89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3751" y="3722881"/>
            <a:ext cx="8502649" cy="48770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rgbClr val="002060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 </a:t>
            </a:r>
          </a:p>
        </p:txBody>
      </p:sp>
      <p:grpSp>
        <p:nvGrpSpPr>
          <p:cNvPr id="15" name="Graphic 8">
            <a:extLst>
              <a:ext uri="{FF2B5EF4-FFF2-40B4-BE49-F238E27FC236}">
                <a16:creationId xmlns:a16="http://schemas.microsoft.com/office/drawing/2014/main" id="{2BECE6B6-95ED-558C-955F-BFD7BEF7BEB9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2C38BCE-66F7-E555-CFE0-55996C7DC2D4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17" name="Graphic 8">
              <a:extLst>
                <a:ext uri="{FF2B5EF4-FFF2-40B4-BE49-F238E27FC236}">
                  <a16:creationId xmlns:a16="http://schemas.microsoft.com/office/drawing/2014/main" id="{3CA0275F-7A87-F400-71D7-8D12432554CF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70A63C8B-914E-A40C-3CD9-F7ADA8FF1F89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203C107F-E0CF-887D-0935-4BBFAB118543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7BA046A4-C19C-D7B8-B796-1B2CF3D85709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F741156-8C9E-D97E-B9C6-82FEC1E552DC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6F01A004-FC38-6A86-9FDE-C3531C86F551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2" name="Text Placeholder 16">
            <a:extLst>
              <a:ext uri="{FF2B5EF4-FFF2-40B4-BE49-F238E27FC236}">
                <a16:creationId xmlns:a16="http://schemas.microsoft.com/office/drawing/2014/main" id="{6AD7B1CE-1D3E-A89E-9786-FBD6738B67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66493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rgbClr val="002060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45C593E2-1683-0C5B-3E45-3D99497C2E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2097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6B88A0A1-4985-9251-AD99-53AE5031E0B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53267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rgbClr val="002060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9" name="Picture Placeholder 22">
            <a:extLst>
              <a:ext uri="{FF2B5EF4-FFF2-40B4-BE49-F238E27FC236}">
                <a16:creationId xmlns:a16="http://schemas.microsoft.com/office/drawing/2014/main" id="{373227E0-2066-5763-2BA5-EAAAB1D55E2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068871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99BB624-6E16-3CCF-194C-919522C7AE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66888" y="5616575"/>
            <a:ext cx="2287587" cy="265113"/>
          </a:xfrm>
        </p:spPr>
        <p:txBody>
          <a:bodyPr/>
          <a:lstStyle>
            <a:lvl1pPr>
              <a:defRPr sz="16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4C3213-78F3-3A62-608B-0C3C3F32316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53267" y="5616575"/>
            <a:ext cx="2287587" cy="265113"/>
          </a:xfrm>
        </p:spPr>
        <p:txBody>
          <a:bodyPr/>
          <a:lstStyle>
            <a:lvl1pPr>
              <a:defRPr sz="16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550061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ight 4">
    <p:bg>
      <p:bgPr>
        <a:gradFill>
          <a:gsLst>
            <a:gs pos="100000">
              <a:schemeClr val="accent4">
                <a:lumMod val="20000"/>
                <a:lumOff val="80000"/>
              </a:schemeClr>
            </a:gs>
            <a:gs pos="7000">
              <a:schemeClr val="accent4">
                <a:lumMod val="60000"/>
                <a:lumOff val="4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59093A26-C708-909F-444B-936DC5B966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51170F2D-B97B-D670-4444-2AD798996E8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89357" y="0"/>
            <a:ext cx="8002643" cy="5557204"/>
          </a:xfrm>
          <a:custGeom>
            <a:avLst/>
            <a:gdLst>
              <a:gd name="csX0" fmla="*/ 0 w 8002643"/>
              <a:gd name="csY0" fmla="*/ 0 h 5557204"/>
              <a:gd name="csX1" fmla="*/ 2926619 w 8002643"/>
              <a:gd name="csY1" fmla="*/ 0 h 5557204"/>
              <a:gd name="csX2" fmla="*/ 8002643 w 8002643"/>
              <a:gd name="csY2" fmla="*/ 0 h 5557204"/>
              <a:gd name="csX3" fmla="*/ 8002643 w 8002643"/>
              <a:gd name="csY3" fmla="*/ 3439068 h 5557204"/>
              <a:gd name="csX4" fmla="*/ 6006229 w 8002643"/>
              <a:gd name="csY4" fmla="*/ 5435481 h 5557204"/>
              <a:gd name="csX5" fmla="*/ 5418499 w 8002643"/>
              <a:gd name="csY5" fmla="*/ 5435481 h 5557204"/>
              <a:gd name="csX6" fmla="*/ 959332 w 8002643"/>
              <a:gd name="csY6" fmla="*/ 976313 h 5557204"/>
              <a:gd name="csX7" fmla="*/ 976312 w 8002643"/>
              <a:gd name="csY7" fmla="*/ 976313 h 5557204"/>
              <a:gd name="csX0" fmla="*/ 0 w 8002643"/>
              <a:gd name="csY0" fmla="*/ 0 h 5557204"/>
              <a:gd name="csX1" fmla="*/ 2926619 w 8002643"/>
              <a:gd name="csY1" fmla="*/ 0 h 5557204"/>
              <a:gd name="csX2" fmla="*/ 8002643 w 8002643"/>
              <a:gd name="csY2" fmla="*/ 0 h 5557204"/>
              <a:gd name="csX3" fmla="*/ 8002643 w 8002643"/>
              <a:gd name="csY3" fmla="*/ 3439068 h 5557204"/>
              <a:gd name="csX4" fmla="*/ 6006229 w 8002643"/>
              <a:gd name="csY4" fmla="*/ 5435481 h 5557204"/>
              <a:gd name="csX5" fmla="*/ 5418499 w 8002643"/>
              <a:gd name="csY5" fmla="*/ 5435481 h 5557204"/>
              <a:gd name="csX6" fmla="*/ 959332 w 8002643"/>
              <a:gd name="csY6" fmla="*/ 976313 h 5557204"/>
              <a:gd name="csX7" fmla="*/ 0 w 8002643"/>
              <a:gd name="csY7" fmla="*/ 0 h 5557204"/>
              <a:gd name="csX0" fmla="*/ 0 w 8002643"/>
              <a:gd name="csY0" fmla="*/ 0 h 5557204"/>
              <a:gd name="csX1" fmla="*/ 2926619 w 8002643"/>
              <a:gd name="csY1" fmla="*/ 0 h 5557204"/>
              <a:gd name="csX2" fmla="*/ 8002643 w 8002643"/>
              <a:gd name="csY2" fmla="*/ 0 h 5557204"/>
              <a:gd name="csX3" fmla="*/ 8002643 w 8002643"/>
              <a:gd name="csY3" fmla="*/ 3439068 h 5557204"/>
              <a:gd name="csX4" fmla="*/ 6006229 w 8002643"/>
              <a:gd name="csY4" fmla="*/ 5435481 h 5557204"/>
              <a:gd name="csX5" fmla="*/ 5418499 w 8002643"/>
              <a:gd name="csY5" fmla="*/ 5435481 h 5557204"/>
              <a:gd name="csX6" fmla="*/ 0 w 8002643"/>
              <a:gd name="csY6" fmla="*/ 0 h 5557204"/>
              <a:gd name="csX0" fmla="*/ 0 w 8002643"/>
              <a:gd name="csY0" fmla="*/ 0 h 5557204"/>
              <a:gd name="csX1" fmla="*/ 8002643 w 8002643"/>
              <a:gd name="csY1" fmla="*/ 0 h 5557204"/>
              <a:gd name="csX2" fmla="*/ 8002643 w 8002643"/>
              <a:gd name="csY2" fmla="*/ 3439068 h 5557204"/>
              <a:gd name="csX3" fmla="*/ 6006229 w 8002643"/>
              <a:gd name="csY3" fmla="*/ 5435481 h 5557204"/>
              <a:gd name="csX4" fmla="*/ 5418499 w 8002643"/>
              <a:gd name="csY4" fmla="*/ 5435481 h 5557204"/>
              <a:gd name="csX5" fmla="*/ 0 w 8002643"/>
              <a:gd name="csY5" fmla="*/ 0 h 55572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8002643" h="5557204">
                <a:moveTo>
                  <a:pt x="0" y="0"/>
                </a:moveTo>
                <a:lnTo>
                  <a:pt x="8002643" y="0"/>
                </a:lnTo>
                <a:lnTo>
                  <a:pt x="8002643" y="3439068"/>
                </a:lnTo>
                <a:lnTo>
                  <a:pt x="6006229" y="5435481"/>
                </a:lnTo>
                <a:cubicBezTo>
                  <a:pt x="5843933" y="5597779"/>
                  <a:pt x="5580797" y="5597779"/>
                  <a:pt x="5418499" y="543548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RO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65AF8F1-72AC-8700-B067-742B4267CC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3751" y="1794329"/>
            <a:ext cx="8502649" cy="1866122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lang="en-US" sz="6600" b="1" i="0" kern="1200" spc="0" baseline="0" dirty="0">
                <a:solidFill>
                  <a:srgbClr val="002060"/>
                </a:solidFill>
                <a:latin typeface="ES Build" pitchFamily="2" charset="77"/>
                <a:ea typeface="ES Build" pitchFamily="2" charset="77"/>
                <a:cs typeface="+mj-cs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746095E-1EE5-435C-A26A-8A9CF14C89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3751" y="3722881"/>
            <a:ext cx="8502649" cy="48770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rgbClr val="002060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 </a:t>
            </a:r>
          </a:p>
        </p:txBody>
      </p:sp>
      <p:grpSp>
        <p:nvGrpSpPr>
          <p:cNvPr id="15" name="Graphic 8">
            <a:extLst>
              <a:ext uri="{FF2B5EF4-FFF2-40B4-BE49-F238E27FC236}">
                <a16:creationId xmlns:a16="http://schemas.microsoft.com/office/drawing/2014/main" id="{2BECE6B6-95ED-558C-955F-BFD7BEF7BEB9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2C38BCE-66F7-E555-CFE0-55996C7DC2D4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17" name="Graphic 8">
              <a:extLst>
                <a:ext uri="{FF2B5EF4-FFF2-40B4-BE49-F238E27FC236}">
                  <a16:creationId xmlns:a16="http://schemas.microsoft.com/office/drawing/2014/main" id="{3CA0275F-7A87-F400-71D7-8D12432554CF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70A63C8B-914E-A40C-3CD9-F7ADA8FF1F89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203C107F-E0CF-887D-0935-4BBFAB118543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7BA046A4-C19C-D7B8-B796-1B2CF3D85709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F741156-8C9E-D97E-B9C6-82FEC1E552DC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6F01A004-FC38-6A86-9FDE-C3531C86F551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2" name="Text Placeholder 16">
            <a:extLst>
              <a:ext uri="{FF2B5EF4-FFF2-40B4-BE49-F238E27FC236}">
                <a16:creationId xmlns:a16="http://schemas.microsoft.com/office/drawing/2014/main" id="{6AD7B1CE-1D3E-A89E-9786-FBD6738B67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66493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rgbClr val="002060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45C593E2-1683-0C5B-3E45-3D99497C2E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2097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6B88A0A1-4985-9251-AD99-53AE5031E0B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37631" y="5140383"/>
            <a:ext cx="2287857" cy="346017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400" b="0" i="0">
                <a:solidFill>
                  <a:srgbClr val="002060"/>
                </a:solidFill>
                <a:latin typeface="ES Build Neutral" pitchFamily="2" charset="77"/>
                <a:ea typeface="ES Build Neutral" pitchFamily="2" charset="77"/>
              </a:defRPr>
            </a:lvl1pPr>
            <a:lvl2pPr marL="0" indent="0">
              <a:lnSpc>
                <a:spcPct val="80000"/>
              </a:lnSpc>
              <a:buNone/>
              <a:defRPr sz="16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  <a:ea typeface="ES Build Neutral" pitchFamily="2" charset="77"/>
              </a:defRPr>
            </a:lvl2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9" name="Picture Placeholder 22">
            <a:extLst>
              <a:ext uri="{FF2B5EF4-FFF2-40B4-BE49-F238E27FC236}">
                <a16:creationId xmlns:a16="http://schemas.microsoft.com/office/drawing/2014/main" id="{373227E0-2066-5763-2BA5-EAAAB1D55E2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53235" y="5081588"/>
            <a:ext cx="800100" cy="800100"/>
          </a:xfrm>
          <a:prstGeom prst="ellipse">
            <a:avLst/>
          </a:prstGeom>
          <a:noFill/>
          <a:ln w="6350"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8C6DFC5-12E0-A68B-50D9-91DC2FF54D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66888" y="5616575"/>
            <a:ext cx="2287587" cy="265113"/>
          </a:xfrm>
        </p:spPr>
        <p:txBody>
          <a:bodyPr/>
          <a:lstStyle>
            <a:lvl1pPr>
              <a:defRPr sz="16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D6CE539-C48F-E399-3435-E10E9F579D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37901" y="5616575"/>
            <a:ext cx="2287587" cy="265113"/>
          </a:xfrm>
        </p:spPr>
        <p:txBody>
          <a:bodyPr/>
          <a:lstStyle>
            <a:lvl1pPr>
              <a:defRPr sz="16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945991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Dark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870E2C7-164E-8DBA-3425-CAA43D8725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Title 1">
            <a:extLst>
              <a:ext uri="{FF2B5EF4-FFF2-40B4-BE49-F238E27FC236}">
                <a16:creationId xmlns:a16="http://schemas.microsoft.com/office/drawing/2014/main" id="{A6782F98-B42B-6943-A135-A0045ECEB4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599" y="2587371"/>
            <a:ext cx="8940800" cy="1721393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6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  <p:sp>
        <p:nvSpPr>
          <p:cNvPr id="41" name="Subtitle 2">
            <a:extLst>
              <a:ext uri="{FF2B5EF4-FFF2-40B4-BE49-F238E27FC236}">
                <a16:creationId xmlns:a16="http://schemas.microsoft.com/office/drawing/2014/main" id="{DE0E6A78-172A-4A20-FD3B-613625FC44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6599" y="4484713"/>
            <a:ext cx="8940800" cy="941596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9721EC86-11E1-3ADB-4FB0-E4DE3AEA63C4}"/>
              </a:ext>
            </a:extLst>
          </p:cNvPr>
          <p:cNvSpPr/>
          <p:nvPr userDrawn="1"/>
        </p:nvSpPr>
        <p:spPr>
          <a:xfrm>
            <a:off x="11181347" y="6514378"/>
            <a:ext cx="514510" cy="154596"/>
          </a:xfrm>
          <a:custGeom>
            <a:avLst/>
            <a:gdLst>
              <a:gd name="csX0" fmla="*/ 43564 w 514510"/>
              <a:gd name="csY0" fmla="*/ 0 h 154596"/>
              <a:gd name="csX1" fmla="*/ 31319 w 514510"/>
              <a:gd name="csY1" fmla="*/ 5071 h 154596"/>
              <a:gd name="csX2" fmla="*/ 5071 w 514510"/>
              <a:gd name="csY2" fmla="*/ 31319 h 154596"/>
              <a:gd name="csX3" fmla="*/ 0 w 514510"/>
              <a:gd name="csY3" fmla="*/ 43564 h 154596"/>
              <a:gd name="csX4" fmla="*/ 0 w 514510"/>
              <a:gd name="csY4" fmla="*/ 154597 h 154596"/>
              <a:gd name="csX5" fmla="*/ 471222 w 514510"/>
              <a:gd name="csY5" fmla="*/ 154322 h 154596"/>
              <a:gd name="csX6" fmla="*/ 483466 w 514510"/>
              <a:gd name="csY6" fmla="*/ 149251 h 154596"/>
              <a:gd name="csX7" fmla="*/ 509423 w 514510"/>
              <a:gd name="csY7" fmla="*/ 123295 h 154596"/>
              <a:gd name="csX8" fmla="*/ 514494 w 514510"/>
              <a:gd name="csY8" fmla="*/ 111050 h 154596"/>
              <a:gd name="csX9" fmla="*/ 514511 w 514510"/>
              <a:gd name="csY9" fmla="*/ 0 h 154596"/>
              <a:gd name="csX10" fmla="*/ 43564 w 514510"/>
              <a:gd name="csY10" fmla="*/ 0 h 154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14510" h="154596">
                <a:moveTo>
                  <a:pt x="43564" y="0"/>
                </a:moveTo>
                <a:cubicBezTo>
                  <a:pt x="38973" y="0"/>
                  <a:pt x="34563" y="1828"/>
                  <a:pt x="31319" y="5071"/>
                </a:cubicBezTo>
                <a:lnTo>
                  <a:pt x="5071" y="31319"/>
                </a:lnTo>
                <a:cubicBezTo>
                  <a:pt x="1828" y="34563"/>
                  <a:pt x="0" y="38973"/>
                  <a:pt x="0" y="43564"/>
                </a:cubicBezTo>
                <a:lnTo>
                  <a:pt x="0" y="154597"/>
                </a:lnTo>
                <a:lnTo>
                  <a:pt x="471222" y="154322"/>
                </a:lnTo>
                <a:cubicBezTo>
                  <a:pt x="475812" y="154322"/>
                  <a:pt x="480223" y="152494"/>
                  <a:pt x="483466" y="149251"/>
                </a:cubicBezTo>
                <a:lnTo>
                  <a:pt x="509423" y="123295"/>
                </a:lnTo>
                <a:cubicBezTo>
                  <a:pt x="512666" y="120051"/>
                  <a:pt x="514494" y="115641"/>
                  <a:pt x="514494" y="111050"/>
                </a:cubicBezTo>
                <a:lnTo>
                  <a:pt x="514511" y="0"/>
                </a:lnTo>
                <a:lnTo>
                  <a:pt x="43564" y="0"/>
                </a:lnTo>
                <a:close/>
              </a:path>
            </a:pathLst>
          </a:custGeom>
          <a:solidFill>
            <a:schemeClr val="bg1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6C496D8-3F4B-D43D-A2F0-75EB82AB354D}"/>
              </a:ext>
            </a:extLst>
          </p:cNvPr>
          <p:cNvSpPr/>
          <p:nvPr userDrawn="1"/>
        </p:nvSpPr>
        <p:spPr>
          <a:xfrm>
            <a:off x="11180146" y="6513177"/>
            <a:ext cx="516913" cy="156999"/>
          </a:xfrm>
          <a:custGeom>
            <a:avLst/>
            <a:gdLst>
              <a:gd name="csX0" fmla="*/ 0 w 516913"/>
              <a:gd name="csY0" fmla="*/ 156999 h 156999"/>
              <a:gd name="csX1" fmla="*/ 0 w 516913"/>
              <a:gd name="csY1" fmla="*/ 44765 h 156999"/>
              <a:gd name="csX2" fmla="*/ 5423 w 516913"/>
              <a:gd name="csY2" fmla="*/ 31671 h 156999"/>
              <a:gd name="csX3" fmla="*/ 31671 w 516913"/>
              <a:gd name="csY3" fmla="*/ 5423 h 156999"/>
              <a:gd name="csX4" fmla="*/ 44765 w 516913"/>
              <a:gd name="csY4" fmla="*/ 0 h 156999"/>
              <a:gd name="csX5" fmla="*/ 516913 w 516913"/>
              <a:gd name="csY5" fmla="*/ 0 h 156999"/>
              <a:gd name="csX6" fmla="*/ 516896 w 516913"/>
              <a:gd name="csY6" fmla="*/ 112251 h 156999"/>
              <a:gd name="csX7" fmla="*/ 511473 w 516913"/>
              <a:gd name="csY7" fmla="*/ 125345 h 156999"/>
              <a:gd name="csX8" fmla="*/ 485517 w 516913"/>
              <a:gd name="csY8" fmla="*/ 151302 h 156999"/>
              <a:gd name="csX9" fmla="*/ 472423 w 516913"/>
              <a:gd name="csY9" fmla="*/ 156725 h 156999"/>
              <a:gd name="csX10" fmla="*/ 0 w 516913"/>
              <a:gd name="csY10" fmla="*/ 156999 h 156999"/>
              <a:gd name="csX11" fmla="*/ 44765 w 516913"/>
              <a:gd name="csY11" fmla="*/ 2403 h 156999"/>
              <a:gd name="csX12" fmla="*/ 33370 w 516913"/>
              <a:gd name="csY12" fmla="*/ 7122 h 156999"/>
              <a:gd name="csX13" fmla="*/ 7122 w 516913"/>
              <a:gd name="csY13" fmla="*/ 33370 h 156999"/>
              <a:gd name="csX14" fmla="*/ 2403 w 516913"/>
              <a:gd name="csY14" fmla="*/ 44765 h 156999"/>
              <a:gd name="csX15" fmla="*/ 2403 w 516913"/>
              <a:gd name="csY15" fmla="*/ 154597 h 156999"/>
              <a:gd name="csX16" fmla="*/ 472423 w 516913"/>
              <a:gd name="csY16" fmla="*/ 154322 h 156999"/>
              <a:gd name="csX17" fmla="*/ 483818 w 516913"/>
              <a:gd name="csY17" fmla="*/ 149603 h 156999"/>
              <a:gd name="csX18" fmla="*/ 509774 w 516913"/>
              <a:gd name="csY18" fmla="*/ 123646 h 156999"/>
              <a:gd name="csX19" fmla="*/ 514494 w 516913"/>
              <a:gd name="csY19" fmla="*/ 112251 h 156999"/>
              <a:gd name="csX20" fmla="*/ 514511 w 516913"/>
              <a:gd name="csY20" fmla="*/ 2403 h 156999"/>
              <a:gd name="csX21" fmla="*/ 44765 w 516913"/>
              <a:gd name="csY21" fmla="*/ 2403 h 156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913" h="156999">
                <a:moveTo>
                  <a:pt x="0" y="156999"/>
                </a:moveTo>
                <a:lnTo>
                  <a:pt x="0" y="44765"/>
                </a:lnTo>
                <a:cubicBezTo>
                  <a:pt x="0" y="39891"/>
                  <a:pt x="1974" y="35120"/>
                  <a:pt x="5423" y="31671"/>
                </a:cubicBezTo>
                <a:lnTo>
                  <a:pt x="31671" y="5423"/>
                </a:lnTo>
                <a:cubicBezTo>
                  <a:pt x="35120" y="1974"/>
                  <a:pt x="39891" y="0"/>
                  <a:pt x="44765" y="0"/>
                </a:cubicBezTo>
                <a:lnTo>
                  <a:pt x="516913" y="0"/>
                </a:lnTo>
                <a:lnTo>
                  <a:pt x="516896" y="112251"/>
                </a:lnTo>
                <a:cubicBezTo>
                  <a:pt x="516896" y="117125"/>
                  <a:pt x="514923" y="121905"/>
                  <a:pt x="511473" y="125345"/>
                </a:cubicBezTo>
                <a:lnTo>
                  <a:pt x="485517" y="151302"/>
                </a:lnTo>
                <a:cubicBezTo>
                  <a:pt x="482068" y="154751"/>
                  <a:pt x="477297" y="156725"/>
                  <a:pt x="472423" y="156725"/>
                </a:cubicBezTo>
                <a:lnTo>
                  <a:pt x="0" y="156999"/>
                </a:lnTo>
                <a:close/>
                <a:moveTo>
                  <a:pt x="44765" y="2403"/>
                </a:moveTo>
                <a:cubicBezTo>
                  <a:pt x="40518" y="2403"/>
                  <a:pt x="36365" y="4119"/>
                  <a:pt x="33370" y="7122"/>
                </a:cubicBezTo>
                <a:lnTo>
                  <a:pt x="7122" y="33370"/>
                </a:lnTo>
                <a:cubicBezTo>
                  <a:pt x="4119" y="36373"/>
                  <a:pt x="2403" y="40526"/>
                  <a:pt x="2403" y="44765"/>
                </a:cubicBezTo>
                <a:lnTo>
                  <a:pt x="2403" y="154597"/>
                </a:lnTo>
                <a:lnTo>
                  <a:pt x="472423" y="154322"/>
                </a:lnTo>
                <a:cubicBezTo>
                  <a:pt x="476670" y="154322"/>
                  <a:pt x="480823" y="152606"/>
                  <a:pt x="483818" y="149603"/>
                </a:cubicBezTo>
                <a:lnTo>
                  <a:pt x="509774" y="123646"/>
                </a:lnTo>
                <a:cubicBezTo>
                  <a:pt x="512778" y="120643"/>
                  <a:pt x="514494" y="116490"/>
                  <a:pt x="514494" y="112251"/>
                </a:cubicBezTo>
                <a:lnTo>
                  <a:pt x="514511" y="2403"/>
                </a:lnTo>
                <a:lnTo>
                  <a:pt x="44765" y="2403"/>
                </a:lnTo>
                <a:close/>
              </a:path>
            </a:pathLst>
          </a:custGeom>
          <a:solidFill>
            <a:srgbClr val="FFFFF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grpSp>
        <p:nvGrpSpPr>
          <p:cNvPr id="5" name="Graphic 3">
            <a:extLst>
              <a:ext uri="{FF2B5EF4-FFF2-40B4-BE49-F238E27FC236}">
                <a16:creationId xmlns:a16="http://schemas.microsoft.com/office/drawing/2014/main" id="{0200E3D5-035D-031E-CD11-76E8A0EF28DC}"/>
              </a:ext>
            </a:extLst>
          </p:cNvPr>
          <p:cNvGrpSpPr/>
          <p:nvPr userDrawn="1"/>
        </p:nvGrpSpPr>
        <p:grpSpPr>
          <a:xfrm>
            <a:off x="11217977" y="6552879"/>
            <a:ext cx="432093" cy="77405"/>
            <a:chOff x="11217977" y="6552879"/>
            <a:chExt cx="432093" cy="77405"/>
          </a:xfrm>
          <a:solidFill>
            <a:srgbClr val="FFFFFF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BD497B6-E981-8FEB-1FDE-F6E41563A35F}"/>
                </a:ext>
              </a:extLst>
            </p:cNvPr>
            <p:cNvSpPr/>
            <p:nvPr/>
          </p:nvSpPr>
          <p:spPr>
            <a:xfrm>
              <a:off x="11217977" y="6554492"/>
              <a:ext cx="84553" cy="74230"/>
            </a:xfrm>
            <a:custGeom>
              <a:avLst/>
              <a:gdLst>
                <a:gd name="csX0" fmla="*/ 35549 w 84553"/>
                <a:gd name="csY0" fmla="*/ 74231 h 74230"/>
                <a:gd name="csX1" fmla="*/ 0 w 84553"/>
                <a:gd name="csY1" fmla="*/ 0 h 74230"/>
                <a:gd name="csX2" fmla="*/ 16020 w 84553"/>
                <a:gd name="csY2" fmla="*/ 0 h 74230"/>
                <a:gd name="csX3" fmla="*/ 42045 w 84553"/>
                <a:gd name="csY3" fmla="*/ 55825 h 74230"/>
                <a:gd name="csX4" fmla="*/ 42354 w 84553"/>
                <a:gd name="csY4" fmla="*/ 55825 h 74230"/>
                <a:gd name="csX5" fmla="*/ 68379 w 84553"/>
                <a:gd name="csY5" fmla="*/ 0 h 74230"/>
                <a:gd name="csX6" fmla="*/ 84553 w 84553"/>
                <a:gd name="csY6" fmla="*/ 0 h 74230"/>
                <a:gd name="csX7" fmla="*/ 49004 w 84553"/>
                <a:gd name="csY7" fmla="*/ 74231 h 74230"/>
                <a:gd name="csX8" fmla="*/ 35532 w 84553"/>
                <a:gd name="csY8" fmla="*/ 74231 h 74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4553" h="74230">
                  <a:moveTo>
                    <a:pt x="35549" y="74231"/>
                  </a:moveTo>
                  <a:lnTo>
                    <a:pt x="0" y="0"/>
                  </a:lnTo>
                  <a:lnTo>
                    <a:pt x="16020" y="0"/>
                  </a:lnTo>
                  <a:cubicBezTo>
                    <a:pt x="16020" y="0"/>
                    <a:pt x="41427" y="53140"/>
                    <a:pt x="42045" y="55825"/>
                  </a:cubicBezTo>
                  <a:lnTo>
                    <a:pt x="42354" y="55825"/>
                  </a:lnTo>
                  <a:cubicBezTo>
                    <a:pt x="42989" y="53131"/>
                    <a:pt x="68379" y="0"/>
                    <a:pt x="68379" y="0"/>
                  </a:cubicBezTo>
                  <a:lnTo>
                    <a:pt x="84553" y="0"/>
                  </a:lnTo>
                  <a:lnTo>
                    <a:pt x="49004" y="74231"/>
                  </a:lnTo>
                  <a:lnTo>
                    <a:pt x="35532" y="74231"/>
                  </a:ln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45F5D5B-421D-5C96-040C-8453577F4182}"/>
                </a:ext>
              </a:extLst>
            </p:cNvPr>
            <p:cNvSpPr/>
            <p:nvPr/>
          </p:nvSpPr>
          <p:spPr>
            <a:xfrm>
              <a:off x="11298755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27" y="20791"/>
                    <a:pt x="15222" y="32366"/>
                  </a:cubicBez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E9E99B9-3C0A-22F8-A5E2-4706862B7BE2}"/>
                </a:ext>
              </a:extLst>
            </p:cNvPr>
            <p:cNvSpPr/>
            <p:nvPr/>
          </p:nvSpPr>
          <p:spPr>
            <a:xfrm>
              <a:off x="11377723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44" y="20791"/>
                    <a:pt x="15222" y="32366"/>
                  </a:cubicBez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B5E0273-0EB3-82FF-AABF-F156CA60D79B}"/>
                </a:ext>
              </a:extLst>
            </p:cNvPr>
            <p:cNvSpPr/>
            <p:nvPr/>
          </p:nvSpPr>
          <p:spPr>
            <a:xfrm>
              <a:off x="11456536" y="6552888"/>
              <a:ext cx="74556" cy="77397"/>
            </a:xfrm>
            <a:custGeom>
              <a:avLst/>
              <a:gdLst>
                <a:gd name="csX0" fmla="*/ 74557 w 74556"/>
                <a:gd name="csY0" fmla="*/ 38699 h 77397"/>
                <a:gd name="csX1" fmla="*/ 74557 w 74556"/>
                <a:gd name="csY1" fmla="*/ 75810 h 77397"/>
                <a:gd name="csX2" fmla="*/ 61712 w 74556"/>
                <a:gd name="csY2" fmla="*/ 75810 h 77397"/>
                <a:gd name="csX3" fmla="*/ 60433 w 74556"/>
                <a:gd name="csY3" fmla="*/ 64234 h 77397"/>
                <a:gd name="csX4" fmla="*/ 35687 w 74556"/>
                <a:gd name="csY4" fmla="*/ 77397 h 77397"/>
                <a:gd name="csX5" fmla="*/ 0 w 74556"/>
                <a:gd name="csY5" fmla="*/ 38699 h 77397"/>
                <a:gd name="csX6" fmla="*/ 37583 w 74556"/>
                <a:gd name="csY6" fmla="*/ 0 h 77397"/>
                <a:gd name="csX7" fmla="*/ 74557 w 74556"/>
                <a:gd name="csY7" fmla="*/ 38699 h 77397"/>
                <a:gd name="csX8" fmla="*/ 59953 w 74556"/>
                <a:gd name="csY8" fmla="*/ 38699 h 77397"/>
                <a:gd name="csX9" fmla="*/ 37583 w 74556"/>
                <a:gd name="csY9" fmla="*/ 13326 h 77397"/>
                <a:gd name="csX10" fmla="*/ 14596 w 74556"/>
                <a:gd name="csY10" fmla="*/ 38699 h 77397"/>
                <a:gd name="csX11" fmla="*/ 37583 w 74556"/>
                <a:gd name="csY11" fmla="*/ 64071 h 77397"/>
                <a:gd name="csX12" fmla="*/ 59953 w 74556"/>
                <a:gd name="csY12" fmla="*/ 38699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4556" h="77397">
                  <a:moveTo>
                    <a:pt x="74557" y="38699"/>
                  </a:moveTo>
                  <a:lnTo>
                    <a:pt x="74557" y="75810"/>
                  </a:lnTo>
                  <a:lnTo>
                    <a:pt x="61712" y="75810"/>
                  </a:lnTo>
                  <a:lnTo>
                    <a:pt x="60433" y="64234"/>
                  </a:lnTo>
                  <a:cubicBezTo>
                    <a:pt x="54727" y="72806"/>
                    <a:pt x="44739" y="77397"/>
                    <a:pt x="35687" y="77397"/>
                  </a:cubicBezTo>
                  <a:cubicBezTo>
                    <a:pt x="15385" y="77397"/>
                    <a:pt x="0" y="61223"/>
                    <a:pt x="0" y="38699"/>
                  </a:cubicBezTo>
                  <a:cubicBezTo>
                    <a:pt x="0" y="16174"/>
                    <a:pt x="16492" y="0"/>
                    <a:pt x="37583" y="0"/>
                  </a:cubicBezTo>
                  <a:cubicBezTo>
                    <a:pt x="56950" y="0"/>
                    <a:pt x="74557" y="13952"/>
                    <a:pt x="74557" y="38699"/>
                  </a:cubicBezTo>
                  <a:close/>
                  <a:moveTo>
                    <a:pt x="59953" y="38699"/>
                  </a:moveTo>
                  <a:cubicBezTo>
                    <a:pt x="59953" y="22370"/>
                    <a:pt x="49176" y="13326"/>
                    <a:pt x="37583" y="13326"/>
                  </a:cubicBezTo>
                  <a:cubicBezTo>
                    <a:pt x="24892" y="13326"/>
                    <a:pt x="14596" y="23485"/>
                    <a:pt x="14596" y="38699"/>
                  </a:cubicBezTo>
                  <a:cubicBezTo>
                    <a:pt x="14596" y="53912"/>
                    <a:pt x="24120" y="64071"/>
                    <a:pt x="37583" y="64071"/>
                  </a:cubicBezTo>
                  <a:cubicBezTo>
                    <a:pt x="49021" y="64071"/>
                    <a:pt x="59953" y="54547"/>
                    <a:pt x="59953" y="38699"/>
                  </a:cubicBez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16FBB9A-61F7-66B2-7714-E1D8CE91BE3F}"/>
                </a:ext>
              </a:extLst>
            </p:cNvPr>
            <p:cNvSpPr/>
            <p:nvPr/>
          </p:nvSpPr>
          <p:spPr>
            <a:xfrm>
              <a:off x="11540926" y="6552913"/>
              <a:ext cx="109145" cy="75946"/>
            </a:xfrm>
            <a:custGeom>
              <a:avLst/>
              <a:gdLst>
                <a:gd name="csX0" fmla="*/ 0 w 109145"/>
                <a:gd name="csY0" fmla="*/ 75792 h 75946"/>
                <a:gd name="csX1" fmla="*/ 0 w 109145"/>
                <a:gd name="csY1" fmla="*/ 31868 h 75946"/>
                <a:gd name="csX2" fmla="*/ 30461 w 109145"/>
                <a:gd name="csY2" fmla="*/ 0 h 75946"/>
                <a:gd name="csX3" fmla="*/ 54418 w 109145"/>
                <a:gd name="csY3" fmla="*/ 13489 h 75946"/>
                <a:gd name="csX4" fmla="*/ 54727 w 109145"/>
                <a:gd name="csY4" fmla="*/ 13489 h 75946"/>
                <a:gd name="csX5" fmla="*/ 78684 w 109145"/>
                <a:gd name="csY5" fmla="*/ 0 h 75946"/>
                <a:gd name="csX6" fmla="*/ 109145 w 109145"/>
                <a:gd name="csY6" fmla="*/ 31868 h 75946"/>
                <a:gd name="csX7" fmla="*/ 109145 w 109145"/>
                <a:gd name="csY7" fmla="*/ 75792 h 75946"/>
                <a:gd name="csX8" fmla="*/ 94558 w 109145"/>
                <a:gd name="csY8" fmla="*/ 75792 h 75946"/>
                <a:gd name="csX9" fmla="*/ 94558 w 109145"/>
                <a:gd name="csY9" fmla="*/ 32967 h 75946"/>
                <a:gd name="csX10" fmla="*/ 78229 w 109145"/>
                <a:gd name="csY10" fmla="*/ 13617 h 75946"/>
                <a:gd name="csX11" fmla="*/ 61901 w 109145"/>
                <a:gd name="csY11" fmla="*/ 33276 h 75946"/>
                <a:gd name="csX12" fmla="*/ 61901 w 109145"/>
                <a:gd name="csY12" fmla="*/ 75947 h 75946"/>
                <a:gd name="csX13" fmla="*/ 47314 w 109145"/>
                <a:gd name="csY13" fmla="*/ 75947 h 75946"/>
                <a:gd name="csX14" fmla="*/ 47314 w 109145"/>
                <a:gd name="csY14" fmla="*/ 33276 h 75946"/>
                <a:gd name="csX15" fmla="*/ 30985 w 109145"/>
                <a:gd name="csY15" fmla="*/ 13617 h 75946"/>
                <a:gd name="csX16" fmla="*/ 14656 w 109145"/>
                <a:gd name="csY16" fmla="*/ 32967 h 75946"/>
                <a:gd name="csX17" fmla="*/ 14656 w 109145"/>
                <a:gd name="csY17" fmla="*/ 75792 h 75946"/>
                <a:gd name="csX18" fmla="*/ 34 w 109145"/>
                <a:gd name="csY18" fmla="*/ 75792 h 75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09145" h="75946">
                  <a:moveTo>
                    <a:pt x="0" y="75792"/>
                  </a:moveTo>
                  <a:lnTo>
                    <a:pt x="0" y="31868"/>
                  </a:lnTo>
                  <a:cubicBezTo>
                    <a:pt x="0" y="13309"/>
                    <a:pt x="11901" y="0"/>
                    <a:pt x="30461" y="0"/>
                  </a:cubicBezTo>
                  <a:cubicBezTo>
                    <a:pt x="45366" y="0"/>
                    <a:pt x="53294" y="9988"/>
                    <a:pt x="54418" y="13489"/>
                  </a:cubicBezTo>
                  <a:lnTo>
                    <a:pt x="54727" y="13489"/>
                  </a:lnTo>
                  <a:cubicBezTo>
                    <a:pt x="55834" y="10005"/>
                    <a:pt x="63763" y="0"/>
                    <a:pt x="78684" y="0"/>
                  </a:cubicBezTo>
                  <a:cubicBezTo>
                    <a:pt x="97244" y="0"/>
                    <a:pt x="109145" y="13317"/>
                    <a:pt x="109145" y="31868"/>
                  </a:cubicBezTo>
                  <a:lnTo>
                    <a:pt x="109145" y="75792"/>
                  </a:lnTo>
                  <a:lnTo>
                    <a:pt x="94558" y="75792"/>
                  </a:lnTo>
                  <a:lnTo>
                    <a:pt x="94558" y="32967"/>
                  </a:lnTo>
                  <a:cubicBezTo>
                    <a:pt x="94558" y="20911"/>
                    <a:pt x="89161" y="13617"/>
                    <a:pt x="78229" y="13617"/>
                  </a:cubicBezTo>
                  <a:cubicBezTo>
                    <a:pt x="67298" y="13617"/>
                    <a:pt x="61901" y="20911"/>
                    <a:pt x="61901" y="33276"/>
                  </a:cubicBezTo>
                  <a:lnTo>
                    <a:pt x="61901" y="75947"/>
                  </a:lnTo>
                  <a:lnTo>
                    <a:pt x="47314" y="75947"/>
                  </a:lnTo>
                  <a:lnTo>
                    <a:pt x="47314" y="33276"/>
                  </a:lnTo>
                  <a:cubicBezTo>
                    <a:pt x="47314" y="20911"/>
                    <a:pt x="41916" y="13617"/>
                    <a:pt x="30985" y="13617"/>
                  </a:cubicBezTo>
                  <a:cubicBezTo>
                    <a:pt x="20053" y="13617"/>
                    <a:pt x="14656" y="20911"/>
                    <a:pt x="14656" y="32967"/>
                  </a:cubicBezTo>
                  <a:lnTo>
                    <a:pt x="14656" y="75792"/>
                  </a:lnTo>
                  <a:lnTo>
                    <a:pt x="34" y="75792"/>
                  </a:ln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  <p:pic>
        <p:nvPicPr>
          <p:cNvPr id="11" name="Graphic 10">
            <a:extLst>
              <a:ext uri="{FF2B5EF4-FFF2-40B4-BE49-F238E27FC236}">
                <a16:creationId xmlns:a16="http://schemas.microsoft.com/office/drawing/2014/main" id="{B31A21E1-F23A-F1A9-F7FB-AF678975E1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346" y="2095618"/>
            <a:ext cx="669737" cy="27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71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Dark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B9B161-5874-3FC5-F63A-D377B7216C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39"/>
          <a:stretch>
            <a:fillRect/>
          </a:stretch>
        </p:blipFill>
        <p:spPr>
          <a:xfrm>
            <a:off x="-66502" y="-37408"/>
            <a:ext cx="12258502" cy="6932815"/>
          </a:xfrm>
          <a:prstGeom prst="rect">
            <a:avLst/>
          </a:prstGeom>
        </p:spPr>
      </p:pic>
      <p:sp>
        <p:nvSpPr>
          <p:cNvPr id="11" name="Freeform 10">
            <a:extLst>
              <a:ext uri="{FF2B5EF4-FFF2-40B4-BE49-F238E27FC236}">
                <a16:creationId xmlns:a16="http://schemas.microsoft.com/office/drawing/2014/main" id="{29E9833C-3106-DD2C-C0E4-723BF2D02159}"/>
              </a:ext>
            </a:extLst>
          </p:cNvPr>
          <p:cNvSpPr/>
          <p:nvPr userDrawn="1"/>
        </p:nvSpPr>
        <p:spPr>
          <a:xfrm>
            <a:off x="11181347" y="6514378"/>
            <a:ext cx="514510" cy="154596"/>
          </a:xfrm>
          <a:custGeom>
            <a:avLst/>
            <a:gdLst>
              <a:gd name="csX0" fmla="*/ 43564 w 514510"/>
              <a:gd name="csY0" fmla="*/ 0 h 154596"/>
              <a:gd name="csX1" fmla="*/ 31319 w 514510"/>
              <a:gd name="csY1" fmla="*/ 5071 h 154596"/>
              <a:gd name="csX2" fmla="*/ 5071 w 514510"/>
              <a:gd name="csY2" fmla="*/ 31319 h 154596"/>
              <a:gd name="csX3" fmla="*/ 0 w 514510"/>
              <a:gd name="csY3" fmla="*/ 43564 h 154596"/>
              <a:gd name="csX4" fmla="*/ 0 w 514510"/>
              <a:gd name="csY4" fmla="*/ 154597 h 154596"/>
              <a:gd name="csX5" fmla="*/ 471222 w 514510"/>
              <a:gd name="csY5" fmla="*/ 154322 h 154596"/>
              <a:gd name="csX6" fmla="*/ 483466 w 514510"/>
              <a:gd name="csY6" fmla="*/ 149251 h 154596"/>
              <a:gd name="csX7" fmla="*/ 509423 w 514510"/>
              <a:gd name="csY7" fmla="*/ 123295 h 154596"/>
              <a:gd name="csX8" fmla="*/ 514494 w 514510"/>
              <a:gd name="csY8" fmla="*/ 111050 h 154596"/>
              <a:gd name="csX9" fmla="*/ 514511 w 514510"/>
              <a:gd name="csY9" fmla="*/ 0 h 154596"/>
              <a:gd name="csX10" fmla="*/ 43564 w 514510"/>
              <a:gd name="csY10" fmla="*/ 0 h 154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14510" h="154596">
                <a:moveTo>
                  <a:pt x="43564" y="0"/>
                </a:moveTo>
                <a:cubicBezTo>
                  <a:pt x="38973" y="0"/>
                  <a:pt x="34563" y="1828"/>
                  <a:pt x="31319" y="5071"/>
                </a:cubicBezTo>
                <a:lnTo>
                  <a:pt x="5071" y="31319"/>
                </a:lnTo>
                <a:cubicBezTo>
                  <a:pt x="1828" y="34563"/>
                  <a:pt x="0" y="38973"/>
                  <a:pt x="0" y="43564"/>
                </a:cubicBezTo>
                <a:lnTo>
                  <a:pt x="0" y="154597"/>
                </a:lnTo>
                <a:lnTo>
                  <a:pt x="471222" y="154322"/>
                </a:lnTo>
                <a:cubicBezTo>
                  <a:pt x="475812" y="154322"/>
                  <a:pt x="480223" y="152494"/>
                  <a:pt x="483466" y="149251"/>
                </a:cubicBezTo>
                <a:lnTo>
                  <a:pt x="509423" y="123295"/>
                </a:lnTo>
                <a:cubicBezTo>
                  <a:pt x="512666" y="120051"/>
                  <a:pt x="514494" y="115641"/>
                  <a:pt x="514494" y="111050"/>
                </a:cubicBezTo>
                <a:lnTo>
                  <a:pt x="514511" y="0"/>
                </a:lnTo>
                <a:lnTo>
                  <a:pt x="43564" y="0"/>
                </a:lnTo>
                <a:close/>
              </a:path>
            </a:pathLst>
          </a:custGeom>
          <a:solidFill>
            <a:schemeClr val="bg1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0230BC2-50D4-7450-69FA-74121CE87774}"/>
              </a:ext>
            </a:extLst>
          </p:cNvPr>
          <p:cNvSpPr/>
          <p:nvPr userDrawn="1"/>
        </p:nvSpPr>
        <p:spPr>
          <a:xfrm>
            <a:off x="11180146" y="6513177"/>
            <a:ext cx="516913" cy="156999"/>
          </a:xfrm>
          <a:custGeom>
            <a:avLst/>
            <a:gdLst>
              <a:gd name="csX0" fmla="*/ 0 w 516913"/>
              <a:gd name="csY0" fmla="*/ 156999 h 156999"/>
              <a:gd name="csX1" fmla="*/ 0 w 516913"/>
              <a:gd name="csY1" fmla="*/ 44765 h 156999"/>
              <a:gd name="csX2" fmla="*/ 5423 w 516913"/>
              <a:gd name="csY2" fmla="*/ 31671 h 156999"/>
              <a:gd name="csX3" fmla="*/ 31671 w 516913"/>
              <a:gd name="csY3" fmla="*/ 5423 h 156999"/>
              <a:gd name="csX4" fmla="*/ 44765 w 516913"/>
              <a:gd name="csY4" fmla="*/ 0 h 156999"/>
              <a:gd name="csX5" fmla="*/ 516913 w 516913"/>
              <a:gd name="csY5" fmla="*/ 0 h 156999"/>
              <a:gd name="csX6" fmla="*/ 516896 w 516913"/>
              <a:gd name="csY6" fmla="*/ 112251 h 156999"/>
              <a:gd name="csX7" fmla="*/ 511473 w 516913"/>
              <a:gd name="csY7" fmla="*/ 125345 h 156999"/>
              <a:gd name="csX8" fmla="*/ 485517 w 516913"/>
              <a:gd name="csY8" fmla="*/ 151302 h 156999"/>
              <a:gd name="csX9" fmla="*/ 472423 w 516913"/>
              <a:gd name="csY9" fmla="*/ 156725 h 156999"/>
              <a:gd name="csX10" fmla="*/ 0 w 516913"/>
              <a:gd name="csY10" fmla="*/ 156999 h 156999"/>
              <a:gd name="csX11" fmla="*/ 44765 w 516913"/>
              <a:gd name="csY11" fmla="*/ 2403 h 156999"/>
              <a:gd name="csX12" fmla="*/ 33370 w 516913"/>
              <a:gd name="csY12" fmla="*/ 7122 h 156999"/>
              <a:gd name="csX13" fmla="*/ 7122 w 516913"/>
              <a:gd name="csY13" fmla="*/ 33370 h 156999"/>
              <a:gd name="csX14" fmla="*/ 2403 w 516913"/>
              <a:gd name="csY14" fmla="*/ 44765 h 156999"/>
              <a:gd name="csX15" fmla="*/ 2403 w 516913"/>
              <a:gd name="csY15" fmla="*/ 154597 h 156999"/>
              <a:gd name="csX16" fmla="*/ 472423 w 516913"/>
              <a:gd name="csY16" fmla="*/ 154322 h 156999"/>
              <a:gd name="csX17" fmla="*/ 483818 w 516913"/>
              <a:gd name="csY17" fmla="*/ 149603 h 156999"/>
              <a:gd name="csX18" fmla="*/ 509774 w 516913"/>
              <a:gd name="csY18" fmla="*/ 123646 h 156999"/>
              <a:gd name="csX19" fmla="*/ 514494 w 516913"/>
              <a:gd name="csY19" fmla="*/ 112251 h 156999"/>
              <a:gd name="csX20" fmla="*/ 514511 w 516913"/>
              <a:gd name="csY20" fmla="*/ 2403 h 156999"/>
              <a:gd name="csX21" fmla="*/ 44765 w 516913"/>
              <a:gd name="csY21" fmla="*/ 2403 h 156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913" h="156999">
                <a:moveTo>
                  <a:pt x="0" y="156999"/>
                </a:moveTo>
                <a:lnTo>
                  <a:pt x="0" y="44765"/>
                </a:lnTo>
                <a:cubicBezTo>
                  <a:pt x="0" y="39891"/>
                  <a:pt x="1974" y="35120"/>
                  <a:pt x="5423" y="31671"/>
                </a:cubicBezTo>
                <a:lnTo>
                  <a:pt x="31671" y="5423"/>
                </a:lnTo>
                <a:cubicBezTo>
                  <a:pt x="35120" y="1974"/>
                  <a:pt x="39891" y="0"/>
                  <a:pt x="44765" y="0"/>
                </a:cubicBezTo>
                <a:lnTo>
                  <a:pt x="516913" y="0"/>
                </a:lnTo>
                <a:lnTo>
                  <a:pt x="516896" y="112251"/>
                </a:lnTo>
                <a:cubicBezTo>
                  <a:pt x="516896" y="117125"/>
                  <a:pt x="514923" y="121905"/>
                  <a:pt x="511473" y="125345"/>
                </a:cubicBezTo>
                <a:lnTo>
                  <a:pt x="485517" y="151302"/>
                </a:lnTo>
                <a:cubicBezTo>
                  <a:pt x="482068" y="154751"/>
                  <a:pt x="477297" y="156725"/>
                  <a:pt x="472423" y="156725"/>
                </a:cubicBezTo>
                <a:lnTo>
                  <a:pt x="0" y="156999"/>
                </a:lnTo>
                <a:close/>
                <a:moveTo>
                  <a:pt x="44765" y="2403"/>
                </a:moveTo>
                <a:cubicBezTo>
                  <a:pt x="40518" y="2403"/>
                  <a:pt x="36365" y="4119"/>
                  <a:pt x="33370" y="7122"/>
                </a:cubicBezTo>
                <a:lnTo>
                  <a:pt x="7122" y="33370"/>
                </a:lnTo>
                <a:cubicBezTo>
                  <a:pt x="4119" y="36373"/>
                  <a:pt x="2403" y="40526"/>
                  <a:pt x="2403" y="44765"/>
                </a:cubicBezTo>
                <a:lnTo>
                  <a:pt x="2403" y="154597"/>
                </a:lnTo>
                <a:lnTo>
                  <a:pt x="472423" y="154322"/>
                </a:lnTo>
                <a:cubicBezTo>
                  <a:pt x="476670" y="154322"/>
                  <a:pt x="480823" y="152606"/>
                  <a:pt x="483818" y="149603"/>
                </a:cubicBezTo>
                <a:lnTo>
                  <a:pt x="509774" y="123646"/>
                </a:lnTo>
                <a:cubicBezTo>
                  <a:pt x="512778" y="120643"/>
                  <a:pt x="514494" y="116490"/>
                  <a:pt x="514494" y="112251"/>
                </a:cubicBezTo>
                <a:lnTo>
                  <a:pt x="514511" y="2403"/>
                </a:lnTo>
                <a:lnTo>
                  <a:pt x="44765" y="2403"/>
                </a:lnTo>
                <a:close/>
              </a:path>
            </a:pathLst>
          </a:custGeom>
          <a:solidFill>
            <a:srgbClr val="FFFFF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grpSp>
        <p:nvGrpSpPr>
          <p:cNvPr id="13" name="Graphic 3">
            <a:extLst>
              <a:ext uri="{FF2B5EF4-FFF2-40B4-BE49-F238E27FC236}">
                <a16:creationId xmlns:a16="http://schemas.microsoft.com/office/drawing/2014/main" id="{52BBB6B9-F947-ED7C-76CB-E7F9BC256746}"/>
              </a:ext>
            </a:extLst>
          </p:cNvPr>
          <p:cNvGrpSpPr/>
          <p:nvPr userDrawn="1"/>
        </p:nvGrpSpPr>
        <p:grpSpPr>
          <a:xfrm>
            <a:off x="11217977" y="6552879"/>
            <a:ext cx="432093" cy="77405"/>
            <a:chOff x="11217977" y="6552879"/>
            <a:chExt cx="432093" cy="77405"/>
          </a:xfrm>
          <a:solidFill>
            <a:srgbClr val="FFFFFF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EFCC233-F3F9-C2D3-3431-F03F5724AD5C}"/>
                </a:ext>
              </a:extLst>
            </p:cNvPr>
            <p:cNvSpPr/>
            <p:nvPr/>
          </p:nvSpPr>
          <p:spPr>
            <a:xfrm>
              <a:off x="11217977" y="6554492"/>
              <a:ext cx="84553" cy="74230"/>
            </a:xfrm>
            <a:custGeom>
              <a:avLst/>
              <a:gdLst>
                <a:gd name="csX0" fmla="*/ 35549 w 84553"/>
                <a:gd name="csY0" fmla="*/ 74231 h 74230"/>
                <a:gd name="csX1" fmla="*/ 0 w 84553"/>
                <a:gd name="csY1" fmla="*/ 0 h 74230"/>
                <a:gd name="csX2" fmla="*/ 16020 w 84553"/>
                <a:gd name="csY2" fmla="*/ 0 h 74230"/>
                <a:gd name="csX3" fmla="*/ 42045 w 84553"/>
                <a:gd name="csY3" fmla="*/ 55825 h 74230"/>
                <a:gd name="csX4" fmla="*/ 42354 w 84553"/>
                <a:gd name="csY4" fmla="*/ 55825 h 74230"/>
                <a:gd name="csX5" fmla="*/ 68379 w 84553"/>
                <a:gd name="csY5" fmla="*/ 0 h 74230"/>
                <a:gd name="csX6" fmla="*/ 84553 w 84553"/>
                <a:gd name="csY6" fmla="*/ 0 h 74230"/>
                <a:gd name="csX7" fmla="*/ 49004 w 84553"/>
                <a:gd name="csY7" fmla="*/ 74231 h 74230"/>
                <a:gd name="csX8" fmla="*/ 35532 w 84553"/>
                <a:gd name="csY8" fmla="*/ 74231 h 74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4553" h="74230">
                  <a:moveTo>
                    <a:pt x="35549" y="74231"/>
                  </a:moveTo>
                  <a:lnTo>
                    <a:pt x="0" y="0"/>
                  </a:lnTo>
                  <a:lnTo>
                    <a:pt x="16020" y="0"/>
                  </a:lnTo>
                  <a:cubicBezTo>
                    <a:pt x="16020" y="0"/>
                    <a:pt x="41427" y="53140"/>
                    <a:pt x="42045" y="55825"/>
                  </a:cubicBezTo>
                  <a:lnTo>
                    <a:pt x="42354" y="55825"/>
                  </a:lnTo>
                  <a:cubicBezTo>
                    <a:pt x="42989" y="53131"/>
                    <a:pt x="68379" y="0"/>
                    <a:pt x="68379" y="0"/>
                  </a:cubicBezTo>
                  <a:lnTo>
                    <a:pt x="84553" y="0"/>
                  </a:lnTo>
                  <a:lnTo>
                    <a:pt x="49004" y="74231"/>
                  </a:lnTo>
                  <a:lnTo>
                    <a:pt x="35532" y="74231"/>
                  </a:ln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AC1ECF1-D58D-5FBE-58A8-8702900F52B9}"/>
                </a:ext>
              </a:extLst>
            </p:cNvPr>
            <p:cNvSpPr/>
            <p:nvPr/>
          </p:nvSpPr>
          <p:spPr>
            <a:xfrm>
              <a:off x="11298755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27" y="20791"/>
                    <a:pt x="15222" y="32366"/>
                  </a:cubicBez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1D6F9DF-CBEF-8B15-6FAC-B26C41A02A7B}"/>
                </a:ext>
              </a:extLst>
            </p:cNvPr>
            <p:cNvSpPr/>
            <p:nvPr/>
          </p:nvSpPr>
          <p:spPr>
            <a:xfrm>
              <a:off x="11377723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44" y="20791"/>
                    <a:pt x="15222" y="32366"/>
                  </a:cubicBez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839D29D5-04E3-969C-7FA6-5A6E449F7799}"/>
                </a:ext>
              </a:extLst>
            </p:cNvPr>
            <p:cNvSpPr/>
            <p:nvPr/>
          </p:nvSpPr>
          <p:spPr>
            <a:xfrm>
              <a:off x="11456536" y="6552888"/>
              <a:ext cx="74556" cy="77397"/>
            </a:xfrm>
            <a:custGeom>
              <a:avLst/>
              <a:gdLst>
                <a:gd name="csX0" fmla="*/ 74557 w 74556"/>
                <a:gd name="csY0" fmla="*/ 38699 h 77397"/>
                <a:gd name="csX1" fmla="*/ 74557 w 74556"/>
                <a:gd name="csY1" fmla="*/ 75810 h 77397"/>
                <a:gd name="csX2" fmla="*/ 61712 w 74556"/>
                <a:gd name="csY2" fmla="*/ 75810 h 77397"/>
                <a:gd name="csX3" fmla="*/ 60433 w 74556"/>
                <a:gd name="csY3" fmla="*/ 64234 h 77397"/>
                <a:gd name="csX4" fmla="*/ 35687 w 74556"/>
                <a:gd name="csY4" fmla="*/ 77397 h 77397"/>
                <a:gd name="csX5" fmla="*/ 0 w 74556"/>
                <a:gd name="csY5" fmla="*/ 38699 h 77397"/>
                <a:gd name="csX6" fmla="*/ 37583 w 74556"/>
                <a:gd name="csY6" fmla="*/ 0 h 77397"/>
                <a:gd name="csX7" fmla="*/ 74557 w 74556"/>
                <a:gd name="csY7" fmla="*/ 38699 h 77397"/>
                <a:gd name="csX8" fmla="*/ 59953 w 74556"/>
                <a:gd name="csY8" fmla="*/ 38699 h 77397"/>
                <a:gd name="csX9" fmla="*/ 37583 w 74556"/>
                <a:gd name="csY9" fmla="*/ 13326 h 77397"/>
                <a:gd name="csX10" fmla="*/ 14596 w 74556"/>
                <a:gd name="csY10" fmla="*/ 38699 h 77397"/>
                <a:gd name="csX11" fmla="*/ 37583 w 74556"/>
                <a:gd name="csY11" fmla="*/ 64071 h 77397"/>
                <a:gd name="csX12" fmla="*/ 59953 w 74556"/>
                <a:gd name="csY12" fmla="*/ 38699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4556" h="77397">
                  <a:moveTo>
                    <a:pt x="74557" y="38699"/>
                  </a:moveTo>
                  <a:lnTo>
                    <a:pt x="74557" y="75810"/>
                  </a:lnTo>
                  <a:lnTo>
                    <a:pt x="61712" y="75810"/>
                  </a:lnTo>
                  <a:lnTo>
                    <a:pt x="60433" y="64234"/>
                  </a:lnTo>
                  <a:cubicBezTo>
                    <a:pt x="54727" y="72806"/>
                    <a:pt x="44739" y="77397"/>
                    <a:pt x="35687" y="77397"/>
                  </a:cubicBezTo>
                  <a:cubicBezTo>
                    <a:pt x="15385" y="77397"/>
                    <a:pt x="0" y="61223"/>
                    <a:pt x="0" y="38699"/>
                  </a:cubicBezTo>
                  <a:cubicBezTo>
                    <a:pt x="0" y="16174"/>
                    <a:pt x="16492" y="0"/>
                    <a:pt x="37583" y="0"/>
                  </a:cubicBezTo>
                  <a:cubicBezTo>
                    <a:pt x="56950" y="0"/>
                    <a:pt x="74557" y="13952"/>
                    <a:pt x="74557" y="38699"/>
                  </a:cubicBezTo>
                  <a:close/>
                  <a:moveTo>
                    <a:pt x="59953" y="38699"/>
                  </a:moveTo>
                  <a:cubicBezTo>
                    <a:pt x="59953" y="22370"/>
                    <a:pt x="49176" y="13326"/>
                    <a:pt x="37583" y="13326"/>
                  </a:cubicBezTo>
                  <a:cubicBezTo>
                    <a:pt x="24892" y="13326"/>
                    <a:pt x="14596" y="23485"/>
                    <a:pt x="14596" y="38699"/>
                  </a:cubicBezTo>
                  <a:cubicBezTo>
                    <a:pt x="14596" y="53912"/>
                    <a:pt x="24120" y="64071"/>
                    <a:pt x="37583" y="64071"/>
                  </a:cubicBezTo>
                  <a:cubicBezTo>
                    <a:pt x="49021" y="64071"/>
                    <a:pt x="59953" y="54547"/>
                    <a:pt x="59953" y="38699"/>
                  </a:cubicBez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377EF91-0EFF-F819-D621-F746EB109983}"/>
                </a:ext>
              </a:extLst>
            </p:cNvPr>
            <p:cNvSpPr/>
            <p:nvPr/>
          </p:nvSpPr>
          <p:spPr>
            <a:xfrm>
              <a:off x="11540926" y="6552913"/>
              <a:ext cx="109145" cy="75946"/>
            </a:xfrm>
            <a:custGeom>
              <a:avLst/>
              <a:gdLst>
                <a:gd name="csX0" fmla="*/ 0 w 109145"/>
                <a:gd name="csY0" fmla="*/ 75792 h 75946"/>
                <a:gd name="csX1" fmla="*/ 0 w 109145"/>
                <a:gd name="csY1" fmla="*/ 31868 h 75946"/>
                <a:gd name="csX2" fmla="*/ 30461 w 109145"/>
                <a:gd name="csY2" fmla="*/ 0 h 75946"/>
                <a:gd name="csX3" fmla="*/ 54418 w 109145"/>
                <a:gd name="csY3" fmla="*/ 13489 h 75946"/>
                <a:gd name="csX4" fmla="*/ 54727 w 109145"/>
                <a:gd name="csY4" fmla="*/ 13489 h 75946"/>
                <a:gd name="csX5" fmla="*/ 78684 w 109145"/>
                <a:gd name="csY5" fmla="*/ 0 h 75946"/>
                <a:gd name="csX6" fmla="*/ 109145 w 109145"/>
                <a:gd name="csY6" fmla="*/ 31868 h 75946"/>
                <a:gd name="csX7" fmla="*/ 109145 w 109145"/>
                <a:gd name="csY7" fmla="*/ 75792 h 75946"/>
                <a:gd name="csX8" fmla="*/ 94558 w 109145"/>
                <a:gd name="csY8" fmla="*/ 75792 h 75946"/>
                <a:gd name="csX9" fmla="*/ 94558 w 109145"/>
                <a:gd name="csY9" fmla="*/ 32967 h 75946"/>
                <a:gd name="csX10" fmla="*/ 78229 w 109145"/>
                <a:gd name="csY10" fmla="*/ 13617 h 75946"/>
                <a:gd name="csX11" fmla="*/ 61901 w 109145"/>
                <a:gd name="csY11" fmla="*/ 33276 h 75946"/>
                <a:gd name="csX12" fmla="*/ 61901 w 109145"/>
                <a:gd name="csY12" fmla="*/ 75947 h 75946"/>
                <a:gd name="csX13" fmla="*/ 47314 w 109145"/>
                <a:gd name="csY13" fmla="*/ 75947 h 75946"/>
                <a:gd name="csX14" fmla="*/ 47314 w 109145"/>
                <a:gd name="csY14" fmla="*/ 33276 h 75946"/>
                <a:gd name="csX15" fmla="*/ 30985 w 109145"/>
                <a:gd name="csY15" fmla="*/ 13617 h 75946"/>
                <a:gd name="csX16" fmla="*/ 14656 w 109145"/>
                <a:gd name="csY16" fmla="*/ 32967 h 75946"/>
                <a:gd name="csX17" fmla="*/ 14656 w 109145"/>
                <a:gd name="csY17" fmla="*/ 75792 h 75946"/>
                <a:gd name="csX18" fmla="*/ 34 w 109145"/>
                <a:gd name="csY18" fmla="*/ 75792 h 75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09145" h="75946">
                  <a:moveTo>
                    <a:pt x="0" y="75792"/>
                  </a:moveTo>
                  <a:lnTo>
                    <a:pt x="0" y="31868"/>
                  </a:lnTo>
                  <a:cubicBezTo>
                    <a:pt x="0" y="13309"/>
                    <a:pt x="11901" y="0"/>
                    <a:pt x="30461" y="0"/>
                  </a:cubicBezTo>
                  <a:cubicBezTo>
                    <a:pt x="45366" y="0"/>
                    <a:pt x="53294" y="9988"/>
                    <a:pt x="54418" y="13489"/>
                  </a:cubicBezTo>
                  <a:lnTo>
                    <a:pt x="54727" y="13489"/>
                  </a:lnTo>
                  <a:cubicBezTo>
                    <a:pt x="55834" y="10005"/>
                    <a:pt x="63763" y="0"/>
                    <a:pt x="78684" y="0"/>
                  </a:cubicBezTo>
                  <a:cubicBezTo>
                    <a:pt x="97244" y="0"/>
                    <a:pt x="109145" y="13317"/>
                    <a:pt x="109145" y="31868"/>
                  </a:cubicBezTo>
                  <a:lnTo>
                    <a:pt x="109145" y="75792"/>
                  </a:lnTo>
                  <a:lnTo>
                    <a:pt x="94558" y="75792"/>
                  </a:lnTo>
                  <a:lnTo>
                    <a:pt x="94558" y="32967"/>
                  </a:lnTo>
                  <a:cubicBezTo>
                    <a:pt x="94558" y="20911"/>
                    <a:pt x="89161" y="13617"/>
                    <a:pt x="78229" y="13617"/>
                  </a:cubicBezTo>
                  <a:cubicBezTo>
                    <a:pt x="67298" y="13617"/>
                    <a:pt x="61901" y="20911"/>
                    <a:pt x="61901" y="33276"/>
                  </a:cubicBezTo>
                  <a:lnTo>
                    <a:pt x="61901" y="75947"/>
                  </a:lnTo>
                  <a:lnTo>
                    <a:pt x="47314" y="75947"/>
                  </a:lnTo>
                  <a:lnTo>
                    <a:pt x="47314" y="33276"/>
                  </a:lnTo>
                  <a:cubicBezTo>
                    <a:pt x="47314" y="20911"/>
                    <a:pt x="41916" y="13617"/>
                    <a:pt x="30985" y="13617"/>
                  </a:cubicBezTo>
                  <a:cubicBezTo>
                    <a:pt x="20053" y="13617"/>
                    <a:pt x="14656" y="20911"/>
                    <a:pt x="14656" y="32967"/>
                  </a:cubicBezTo>
                  <a:lnTo>
                    <a:pt x="14656" y="75792"/>
                  </a:lnTo>
                  <a:lnTo>
                    <a:pt x="34" y="75792"/>
                  </a:ln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698B06A-426B-71A5-D6FC-78180EEA8E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599" y="2587371"/>
            <a:ext cx="8940800" cy="1721393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6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4901C3D-87FA-75CB-AE0B-DD71BF369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6599" y="4484713"/>
            <a:ext cx="8940800" cy="941596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0EC10F4-4B6D-DA1F-8FD1-BA6EAF08A8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346" y="2095618"/>
            <a:ext cx="669737" cy="27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00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Dark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59D0FB-989A-4442-F784-2F9FFC465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Freeform 10">
            <a:extLst>
              <a:ext uri="{FF2B5EF4-FFF2-40B4-BE49-F238E27FC236}">
                <a16:creationId xmlns:a16="http://schemas.microsoft.com/office/drawing/2014/main" id="{F9E258C3-7754-70C8-8C9E-40569AD14B72}"/>
              </a:ext>
            </a:extLst>
          </p:cNvPr>
          <p:cNvSpPr/>
          <p:nvPr userDrawn="1"/>
        </p:nvSpPr>
        <p:spPr>
          <a:xfrm>
            <a:off x="11181347" y="6514378"/>
            <a:ext cx="514510" cy="154596"/>
          </a:xfrm>
          <a:custGeom>
            <a:avLst/>
            <a:gdLst>
              <a:gd name="csX0" fmla="*/ 43564 w 514510"/>
              <a:gd name="csY0" fmla="*/ 0 h 154596"/>
              <a:gd name="csX1" fmla="*/ 31319 w 514510"/>
              <a:gd name="csY1" fmla="*/ 5071 h 154596"/>
              <a:gd name="csX2" fmla="*/ 5071 w 514510"/>
              <a:gd name="csY2" fmla="*/ 31319 h 154596"/>
              <a:gd name="csX3" fmla="*/ 0 w 514510"/>
              <a:gd name="csY3" fmla="*/ 43564 h 154596"/>
              <a:gd name="csX4" fmla="*/ 0 w 514510"/>
              <a:gd name="csY4" fmla="*/ 154597 h 154596"/>
              <a:gd name="csX5" fmla="*/ 471222 w 514510"/>
              <a:gd name="csY5" fmla="*/ 154322 h 154596"/>
              <a:gd name="csX6" fmla="*/ 483466 w 514510"/>
              <a:gd name="csY6" fmla="*/ 149251 h 154596"/>
              <a:gd name="csX7" fmla="*/ 509423 w 514510"/>
              <a:gd name="csY7" fmla="*/ 123295 h 154596"/>
              <a:gd name="csX8" fmla="*/ 514494 w 514510"/>
              <a:gd name="csY8" fmla="*/ 111050 h 154596"/>
              <a:gd name="csX9" fmla="*/ 514511 w 514510"/>
              <a:gd name="csY9" fmla="*/ 0 h 154596"/>
              <a:gd name="csX10" fmla="*/ 43564 w 514510"/>
              <a:gd name="csY10" fmla="*/ 0 h 154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14510" h="154596">
                <a:moveTo>
                  <a:pt x="43564" y="0"/>
                </a:moveTo>
                <a:cubicBezTo>
                  <a:pt x="38973" y="0"/>
                  <a:pt x="34563" y="1828"/>
                  <a:pt x="31319" y="5071"/>
                </a:cubicBezTo>
                <a:lnTo>
                  <a:pt x="5071" y="31319"/>
                </a:lnTo>
                <a:cubicBezTo>
                  <a:pt x="1828" y="34563"/>
                  <a:pt x="0" y="38973"/>
                  <a:pt x="0" y="43564"/>
                </a:cubicBezTo>
                <a:lnTo>
                  <a:pt x="0" y="154597"/>
                </a:lnTo>
                <a:lnTo>
                  <a:pt x="471222" y="154322"/>
                </a:lnTo>
                <a:cubicBezTo>
                  <a:pt x="475812" y="154322"/>
                  <a:pt x="480223" y="152494"/>
                  <a:pt x="483466" y="149251"/>
                </a:cubicBezTo>
                <a:lnTo>
                  <a:pt x="509423" y="123295"/>
                </a:lnTo>
                <a:cubicBezTo>
                  <a:pt x="512666" y="120051"/>
                  <a:pt x="514494" y="115641"/>
                  <a:pt x="514494" y="111050"/>
                </a:cubicBezTo>
                <a:lnTo>
                  <a:pt x="514511" y="0"/>
                </a:lnTo>
                <a:lnTo>
                  <a:pt x="43564" y="0"/>
                </a:lnTo>
                <a:close/>
              </a:path>
            </a:pathLst>
          </a:custGeom>
          <a:solidFill>
            <a:schemeClr val="bg1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77E087EA-A98F-6897-68D0-98121B00E14A}"/>
              </a:ext>
            </a:extLst>
          </p:cNvPr>
          <p:cNvSpPr/>
          <p:nvPr userDrawn="1"/>
        </p:nvSpPr>
        <p:spPr>
          <a:xfrm>
            <a:off x="11180146" y="6513177"/>
            <a:ext cx="516913" cy="156999"/>
          </a:xfrm>
          <a:custGeom>
            <a:avLst/>
            <a:gdLst>
              <a:gd name="csX0" fmla="*/ 0 w 516913"/>
              <a:gd name="csY0" fmla="*/ 156999 h 156999"/>
              <a:gd name="csX1" fmla="*/ 0 w 516913"/>
              <a:gd name="csY1" fmla="*/ 44765 h 156999"/>
              <a:gd name="csX2" fmla="*/ 5423 w 516913"/>
              <a:gd name="csY2" fmla="*/ 31671 h 156999"/>
              <a:gd name="csX3" fmla="*/ 31671 w 516913"/>
              <a:gd name="csY3" fmla="*/ 5423 h 156999"/>
              <a:gd name="csX4" fmla="*/ 44765 w 516913"/>
              <a:gd name="csY4" fmla="*/ 0 h 156999"/>
              <a:gd name="csX5" fmla="*/ 516913 w 516913"/>
              <a:gd name="csY5" fmla="*/ 0 h 156999"/>
              <a:gd name="csX6" fmla="*/ 516896 w 516913"/>
              <a:gd name="csY6" fmla="*/ 112251 h 156999"/>
              <a:gd name="csX7" fmla="*/ 511473 w 516913"/>
              <a:gd name="csY7" fmla="*/ 125345 h 156999"/>
              <a:gd name="csX8" fmla="*/ 485517 w 516913"/>
              <a:gd name="csY8" fmla="*/ 151302 h 156999"/>
              <a:gd name="csX9" fmla="*/ 472423 w 516913"/>
              <a:gd name="csY9" fmla="*/ 156725 h 156999"/>
              <a:gd name="csX10" fmla="*/ 0 w 516913"/>
              <a:gd name="csY10" fmla="*/ 156999 h 156999"/>
              <a:gd name="csX11" fmla="*/ 44765 w 516913"/>
              <a:gd name="csY11" fmla="*/ 2403 h 156999"/>
              <a:gd name="csX12" fmla="*/ 33370 w 516913"/>
              <a:gd name="csY12" fmla="*/ 7122 h 156999"/>
              <a:gd name="csX13" fmla="*/ 7122 w 516913"/>
              <a:gd name="csY13" fmla="*/ 33370 h 156999"/>
              <a:gd name="csX14" fmla="*/ 2403 w 516913"/>
              <a:gd name="csY14" fmla="*/ 44765 h 156999"/>
              <a:gd name="csX15" fmla="*/ 2403 w 516913"/>
              <a:gd name="csY15" fmla="*/ 154597 h 156999"/>
              <a:gd name="csX16" fmla="*/ 472423 w 516913"/>
              <a:gd name="csY16" fmla="*/ 154322 h 156999"/>
              <a:gd name="csX17" fmla="*/ 483818 w 516913"/>
              <a:gd name="csY17" fmla="*/ 149603 h 156999"/>
              <a:gd name="csX18" fmla="*/ 509774 w 516913"/>
              <a:gd name="csY18" fmla="*/ 123646 h 156999"/>
              <a:gd name="csX19" fmla="*/ 514494 w 516913"/>
              <a:gd name="csY19" fmla="*/ 112251 h 156999"/>
              <a:gd name="csX20" fmla="*/ 514511 w 516913"/>
              <a:gd name="csY20" fmla="*/ 2403 h 156999"/>
              <a:gd name="csX21" fmla="*/ 44765 w 516913"/>
              <a:gd name="csY21" fmla="*/ 2403 h 156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913" h="156999">
                <a:moveTo>
                  <a:pt x="0" y="156999"/>
                </a:moveTo>
                <a:lnTo>
                  <a:pt x="0" y="44765"/>
                </a:lnTo>
                <a:cubicBezTo>
                  <a:pt x="0" y="39891"/>
                  <a:pt x="1974" y="35120"/>
                  <a:pt x="5423" y="31671"/>
                </a:cubicBezTo>
                <a:lnTo>
                  <a:pt x="31671" y="5423"/>
                </a:lnTo>
                <a:cubicBezTo>
                  <a:pt x="35120" y="1974"/>
                  <a:pt x="39891" y="0"/>
                  <a:pt x="44765" y="0"/>
                </a:cubicBezTo>
                <a:lnTo>
                  <a:pt x="516913" y="0"/>
                </a:lnTo>
                <a:lnTo>
                  <a:pt x="516896" y="112251"/>
                </a:lnTo>
                <a:cubicBezTo>
                  <a:pt x="516896" y="117125"/>
                  <a:pt x="514923" y="121905"/>
                  <a:pt x="511473" y="125345"/>
                </a:cubicBezTo>
                <a:lnTo>
                  <a:pt x="485517" y="151302"/>
                </a:lnTo>
                <a:cubicBezTo>
                  <a:pt x="482068" y="154751"/>
                  <a:pt x="477297" y="156725"/>
                  <a:pt x="472423" y="156725"/>
                </a:cubicBezTo>
                <a:lnTo>
                  <a:pt x="0" y="156999"/>
                </a:lnTo>
                <a:close/>
                <a:moveTo>
                  <a:pt x="44765" y="2403"/>
                </a:moveTo>
                <a:cubicBezTo>
                  <a:pt x="40518" y="2403"/>
                  <a:pt x="36365" y="4119"/>
                  <a:pt x="33370" y="7122"/>
                </a:cubicBezTo>
                <a:lnTo>
                  <a:pt x="7122" y="33370"/>
                </a:lnTo>
                <a:cubicBezTo>
                  <a:pt x="4119" y="36373"/>
                  <a:pt x="2403" y="40526"/>
                  <a:pt x="2403" y="44765"/>
                </a:cubicBezTo>
                <a:lnTo>
                  <a:pt x="2403" y="154597"/>
                </a:lnTo>
                <a:lnTo>
                  <a:pt x="472423" y="154322"/>
                </a:lnTo>
                <a:cubicBezTo>
                  <a:pt x="476670" y="154322"/>
                  <a:pt x="480823" y="152606"/>
                  <a:pt x="483818" y="149603"/>
                </a:cubicBezTo>
                <a:lnTo>
                  <a:pt x="509774" y="123646"/>
                </a:lnTo>
                <a:cubicBezTo>
                  <a:pt x="512778" y="120643"/>
                  <a:pt x="514494" y="116490"/>
                  <a:pt x="514494" y="112251"/>
                </a:cubicBezTo>
                <a:lnTo>
                  <a:pt x="514511" y="2403"/>
                </a:lnTo>
                <a:lnTo>
                  <a:pt x="44765" y="2403"/>
                </a:lnTo>
                <a:close/>
              </a:path>
            </a:pathLst>
          </a:custGeom>
          <a:solidFill>
            <a:srgbClr val="FFFFF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grpSp>
        <p:nvGrpSpPr>
          <p:cNvPr id="13" name="Graphic 3">
            <a:extLst>
              <a:ext uri="{FF2B5EF4-FFF2-40B4-BE49-F238E27FC236}">
                <a16:creationId xmlns:a16="http://schemas.microsoft.com/office/drawing/2014/main" id="{697853AB-73EF-D071-908F-7BE086169988}"/>
              </a:ext>
            </a:extLst>
          </p:cNvPr>
          <p:cNvGrpSpPr/>
          <p:nvPr userDrawn="1"/>
        </p:nvGrpSpPr>
        <p:grpSpPr>
          <a:xfrm>
            <a:off x="11217977" y="6552879"/>
            <a:ext cx="432093" cy="77405"/>
            <a:chOff x="11217977" y="6552879"/>
            <a:chExt cx="432093" cy="77405"/>
          </a:xfrm>
          <a:solidFill>
            <a:srgbClr val="FFFFFF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4523985-1C2A-98B1-7AB2-4B57C80AE49B}"/>
                </a:ext>
              </a:extLst>
            </p:cNvPr>
            <p:cNvSpPr/>
            <p:nvPr/>
          </p:nvSpPr>
          <p:spPr>
            <a:xfrm>
              <a:off x="11217977" y="6554492"/>
              <a:ext cx="84553" cy="74230"/>
            </a:xfrm>
            <a:custGeom>
              <a:avLst/>
              <a:gdLst>
                <a:gd name="csX0" fmla="*/ 35549 w 84553"/>
                <a:gd name="csY0" fmla="*/ 74231 h 74230"/>
                <a:gd name="csX1" fmla="*/ 0 w 84553"/>
                <a:gd name="csY1" fmla="*/ 0 h 74230"/>
                <a:gd name="csX2" fmla="*/ 16020 w 84553"/>
                <a:gd name="csY2" fmla="*/ 0 h 74230"/>
                <a:gd name="csX3" fmla="*/ 42045 w 84553"/>
                <a:gd name="csY3" fmla="*/ 55825 h 74230"/>
                <a:gd name="csX4" fmla="*/ 42354 w 84553"/>
                <a:gd name="csY4" fmla="*/ 55825 h 74230"/>
                <a:gd name="csX5" fmla="*/ 68379 w 84553"/>
                <a:gd name="csY5" fmla="*/ 0 h 74230"/>
                <a:gd name="csX6" fmla="*/ 84553 w 84553"/>
                <a:gd name="csY6" fmla="*/ 0 h 74230"/>
                <a:gd name="csX7" fmla="*/ 49004 w 84553"/>
                <a:gd name="csY7" fmla="*/ 74231 h 74230"/>
                <a:gd name="csX8" fmla="*/ 35532 w 84553"/>
                <a:gd name="csY8" fmla="*/ 74231 h 74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4553" h="74230">
                  <a:moveTo>
                    <a:pt x="35549" y="74231"/>
                  </a:moveTo>
                  <a:lnTo>
                    <a:pt x="0" y="0"/>
                  </a:lnTo>
                  <a:lnTo>
                    <a:pt x="16020" y="0"/>
                  </a:lnTo>
                  <a:cubicBezTo>
                    <a:pt x="16020" y="0"/>
                    <a:pt x="41427" y="53140"/>
                    <a:pt x="42045" y="55825"/>
                  </a:cubicBezTo>
                  <a:lnTo>
                    <a:pt x="42354" y="55825"/>
                  </a:lnTo>
                  <a:cubicBezTo>
                    <a:pt x="42989" y="53131"/>
                    <a:pt x="68379" y="0"/>
                    <a:pt x="68379" y="0"/>
                  </a:cubicBezTo>
                  <a:lnTo>
                    <a:pt x="84553" y="0"/>
                  </a:lnTo>
                  <a:lnTo>
                    <a:pt x="49004" y="74231"/>
                  </a:lnTo>
                  <a:lnTo>
                    <a:pt x="35532" y="74231"/>
                  </a:ln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CC2457C-6A96-24E9-5601-EB7C4FEA433E}"/>
                </a:ext>
              </a:extLst>
            </p:cNvPr>
            <p:cNvSpPr/>
            <p:nvPr/>
          </p:nvSpPr>
          <p:spPr>
            <a:xfrm>
              <a:off x="11298755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27" y="20791"/>
                    <a:pt x="15222" y="32366"/>
                  </a:cubicBez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078F429-04E8-96D3-1CAA-07E8C2667149}"/>
                </a:ext>
              </a:extLst>
            </p:cNvPr>
            <p:cNvSpPr/>
            <p:nvPr/>
          </p:nvSpPr>
          <p:spPr>
            <a:xfrm>
              <a:off x="11377723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44" y="20791"/>
                    <a:pt x="15222" y="32366"/>
                  </a:cubicBez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D0F13B91-2AD0-C060-4B2D-9A93DFF2EB9E}"/>
                </a:ext>
              </a:extLst>
            </p:cNvPr>
            <p:cNvSpPr/>
            <p:nvPr/>
          </p:nvSpPr>
          <p:spPr>
            <a:xfrm>
              <a:off x="11456536" y="6552888"/>
              <a:ext cx="74556" cy="77397"/>
            </a:xfrm>
            <a:custGeom>
              <a:avLst/>
              <a:gdLst>
                <a:gd name="csX0" fmla="*/ 74557 w 74556"/>
                <a:gd name="csY0" fmla="*/ 38699 h 77397"/>
                <a:gd name="csX1" fmla="*/ 74557 w 74556"/>
                <a:gd name="csY1" fmla="*/ 75810 h 77397"/>
                <a:gd name="csX2" fmla="*/ 61712 w 74556"/>
                <a:gd name="csY2" fmla="*/ 75810 h 77397"/>
                <a:gd name="csX3" fmla="*/ 60433 w 74556"/>
                <a:gd name="csY3" fmla="*/ 64234 h 77397"/>
                <a:gd name="csX4" fmla="*/ 35687 w 74556"/>
                <a:gd name="csY4" fmla="*/ 77397 h 77397"/>
                <a:gd name="csX5" fmla="*/ 0 w 74556"/>
                <a:gd name="csY5" fmla="*/ 38699 h 77397"/>
                <a:gd name="csX6" fmla="*/ 37583 w 74556"/>
                <a:gd name="csY6" fmla="*/ 0 h 77397"/>
                <a:gd name="csX7" fmla="*/ 74557 w 74556"/>
                <a:gd name="csY7" fmla="*/ 38699 h 77397"/>
                <a:gd name="csX8" fmla="*/ 59953 w 74556"/>
                <a:gd name="csY8" fmla="*/ 38699 h 77397"/>
                <a:gd name="csX9" fmla="*/ 37583 w 74556"/>
                <a:gd name="csY9" fmla="*/ 13326 h 77397"/>
                <a:gd name="csX10" fmla="*/ 14596 w 74556"/>
                <a:gd name="csY10" fmla="*/ 38699 h 77397"/>
                <a:gd name="csX11" fmla="*/ 37583 w 74556"/>
                <a:gd name="csY11" fmla="*/ 64071 h 77397"/>
                <a:gd name="csX12" fmla="*/ 59953 w 74556"/>
                <a:gd name="csY12" fmla="*/ 38699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4556" h="77397">
                  <a:moveTo>
                    <a:pt x="74557" y="38699"/>
                  </a:moveTo>
                  <a:lnTo>
                    <a:pt x="74557" y="75810"/>
                  </a:lnTo>
                  <a:lnTo>
                    <a:pt x="61712" y="75810"/>
                  </a:lnTo>
                  <a:lnTo>
                    <a:pt x="60433" y="64234"/>
                  </a:lnTo>
                  <a:cubicBezTo>
                    <a:pt x="54727" y="72806"/>
                    <a:pt x="44739" y="77397"/>
                    <a:pt x="35687" y="77397"/>
                  </a:cubicBezTo>
                  <a:cubicBezTo>
                    <a:pt x="15385" y="77397"/>
                    <a:pt x="0" y="61223"/>
                    <a:pt x="0" y="38699"/>
                  </a:cubicBezTo>
                  <a:cubicBezTo>
                    <a:pt x="0" y="16174"/>
                    <a:pt x="16492" y="0"/>
                    <a:pt x="37583" y="0"/>
                  </a:cubicBezTo>
                  <a:cubicBezTo>
                    <a:pt x="56950" y="0"/>
                    <a:pt x="74557" y="13952"/>
                    <a:pt x="74557" y="38699"/>
                  </a:cubicBezTo>
                  <a:close/>
                  <a:moveTo>
                    <a:pt x="59953" y="38699"/>
                  </a:moveTo>
                  <a:cubicBezTo>
                    <a:pt x="59953" y="22370"/>
                    <a:pt x="49176" y="13326"/>
                    <a:pt x="37583" y="13326"/>
                  </a:cubicBezTo>
                  <a:cubicBezTo>
                    <a:pt x="24892" y="13326"/>
                    <a:pt x="14596" y="23485"/>
                    <a:pt x="14596" y="38699"/>
                  </a:cubicBezTo>
                  <a:cubicBezTo>
                    <a:pt x="14596" y="53912"/>
                    <a:pt x="24120" y="64071"/>
                    <a:pt x="37583" y="64071"/>
                  </a:cubicBezTo>
                  <a:cubicBezTo>
                    <a:pt x="49021" y="64071"/>
                    <a:pt x="59953" y="54547"/>
                    <a:pt x="59953" y="38699"/>
                  </a:cubicBez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F78F35A-02B9-35A3-7A7C-1C830C3D226C}"/>
                </a:ext>
              </a:extLst>
            </p:cNvPr>
            <p:cNvSpPr/>
            <p:nvPr/>
          </p:nvSpPr>
          <p:spPr>
            <a:xfrm>
              <a:off x="11540926" y="6552913"/>
              <a:ext cx="109145" cy="75946"/>
            </a:xfrm>
            <a:custGeom>
              <a:avLst/>
              <a:gdLst>
                <a:gd name="csX0" fmla="*/ 0 w 109145"/>
                <a:gd name="csY0" fmla="*/ 75792 h 75946"/>
                <a:gd name="csX1" fmla="*/ 0 w 109145"/>
                <a:gd name="csY1" fmla="*/ 31868 h 75946"/>
                <a:gd name="csX2" fmla="*/ 30461 w 109145"/>
                <a:gd name="csY2" fmla="*/ 0 h 75946"/>
                <a:gd name="csX3" fmla="*/ 54418 w 109145"/>
                <a:gd name="csY3" fmla="*/ 13489 h 75946"/>
                <a:gd name="csX4" fmla="*/ 54727 w 109145"/>
                <a:gd name="csY4" fmla="*/ 13489 h 75946"/>
                <a:gd name="csX5" fmla="*/ 78684 w 109145"/>
                <a:gd name="csY5" fmla="*/ 0 h 75946"/>
                <a:gd name="csX6" fmla="*/ 109145 w 109145"/>
                <a:gd name="csY6" fmla="*/ 31868 h 75946"/>
                <a:gd name="csX7" fmla="*/ 109145 w 109145"/>
                <a:gd name="csY7" fmla="*/ 75792 h 75946"/>
                <a:gd name="csX8" fmla="*/ 94558 w 109145"/>
                <a:gd name="csY8" fmla="*/ 75792 h 75946"/>
                <a:gd name="csX9" fmla="*/ 94558 w 109145"/>
                <a:gd name="csY9" fmla="*/ 32967 h 75946"/>
                <a:gd name="csX10" fmla="*/ 78229 w 109145"/>
                <a:gd name="csY10" fmla="*/ 13617 h 75946"/>
                <a:gd name="csX11" fmla="*/ 61901 w 109145"/>
                <a:gd name="csY11" fmla="*/ 33276 h 75946"/>
                <a:gd name="csX12" fmla="*/ 61901 w 109145"/>
                <a:gd name="csY12" fmla="*/ 75947 h 75946"/>
                <a:gd name="csX13" fmla="*/ 47314 w 109145"/>
                <a:gd name="csY13" fmla="*/ 75947 h 75946"/>
                <a:gd name="csX14" fmla="*/ 47314 w 109145"/>
                <a:gd name="csY14" fmla="*/ 33276 h 75946"/>
                <a:gd name="csX15" fmla="*/ 30985 w 109145"/>
                <a:gd name="csY15" fmla="*/ 13617 h 75946"/>
                <a:gd name="csX16" fmla="*/ 14656 w 109145"/>
                <a:gd name="csY16" fmla="*/ 32967 h 75946"/>
                <a:gd name="csX17" fmla="*/ 14656 w 109145"/>
                <a:gd name="csY17" fmla="*/ 75792 h 75946"/>
                <a:gd name="csX18" fmla="*/ 34 w 109145"/>
                <a:gd name="csY18" fmla="*/ 75792 h 75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09145" h="75946">
                  <a:moveTo>
                    <a:pt x="0" y="75792"/>
                  </a:moveTo>
                  <a:lnTo>
                    <a:pt x="0" y="31868"/>
                  </a:lnTo>
                  <a:cubicBezTo>
                    <a:pt x="0" y="13309"/>
                    <a:pt x="11901" y="0"/>
                    <a:pt x="30461" y="0"/>
                  </a:cubicBezTo>
                  <a:cubicBezTo>
                    <a:pt x="45366" y="0"/>
                    <a:pt x="53294" y="9988"/>
                    <a:pt x="54418" y="13489"/>
                  </a:cubicBezTo>
                  <a:lnTo>
                    <a:pt x="54727" y="13489"/>
                  </a:lnTo>
                  <a:cubicBezTo>
                    <a:pt x="55834" y="10005"/>
                    <a:pt x="63763" y="0"/>
                    <a:pt x="78684" y="0"/>
                  </a:cubicBezTo>
                  <a:cubicBezTo>
                    <a:pt x="97244" y="0"/>
                    <a:pt x="109145" y="13317"/>
                    <a:pt x="109145" y="31868"/>
                  </a:cubicBezTo>
                  <a:lnTo>
                    <a:pt x="109145" y="75792"/>
                  </a:lnTo>
                  <a:lnTo>
                    <a:pt x="94558" y="75792"/>
                  </a:lnTo>
                  <a:lnTo>
                    <a:pt x="94558" y="32967"/>
                  </a:lnTo>
                  <a:cubicBezTo>
                    <a:pt x="94558" y="20911"/>
                    <a:pt x="89161" y="13617"/>
                    <a:pt x="78229" y="13617"/>
                  </a:cubicBezTo>
                  <a:cubicBezTo>
                    <a:pt x="67298" y="13617"/>
                    <a:pt x="61901" y="20911"/>
                    <a:pt x="61901" y="33276"/>
                  </a:cubicBezTo>
                  <a:lnTo>
                    <a:pt x="61901" y="75947"/>
                  </a:lnTo>
                  <a:lnTo>
                    <a:pt x="47314" y="75947"/>
                  </a:lnTo>
                  <a:lnTo>
                    <a:pt x="47314" y="33276"/>
                  </a:lnTo>
                  <a:cubicBezTo>
                    <a:pt x="47314" y="20911"/>
                    <a:pt x="41916" y="13617"/>
                    <a:pt x="30985" y="13617"/>
                  </a:cubicBezTo>
                  <a:cubicBezTo>
                    <a:pt x="20053" y="13617"/>
                    <a:pt x="14656" y="20911"/>
                    <a:pt x="14656" y="32967"/>
                  </a:cubicBezTo>
                  <a:lnTo>
                    <a:pt x="14656" y="75792"/>
                  </a:lnTo>
                  <a:lnTo>
                    <a:pt x="34" y="75792"/>
                  </a:ln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4116AFB5-37BF-8E0D-63D3-D8AB2A35C6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599" y="2587371"/>
            <a:ext cx="8940800" cy="1721393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6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DB4C2EE-73C2-4B85-F456-9D609383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6599" y="4484713"/>
            <a:ext cx="8940800" cy="941596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A478E68-E0C8-D957-B046-5B33CE3F75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346" y="2095618"/>
            <a:ext cx="669737" cy="27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140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Dark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D632B6-0884-D143-EA36-A6C7D0FCFE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59F13F6-4E60-44A9-6CB1-BC5E5823B6B6}"/>
              </a:ext>
            </a:extLst>
          </p:cNvPr>
          <p:cNvGrpSpPr/>
          <p:nvPr userDrawn="1"/>
        </p:nvGrpSpPr>
        <p:grpSpPr>
          <a:xfrm>
            <a:off x="11180146" y="6513177"/>
            <a:ext cx="516913" cy="156999"/>
            <a:chOff x="11180146" y="6513177"/>
            <a:chExt cx="516913" cy="156999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8A5DE33-3CC4-DC68-3EE3-1D67D95E8B26}"/>
                </a:ext>
              </a:extLst>
            </p:cNvPr>
            <p:cNvSpPr/>
            <p:nvPr userDrawn="1"/>
          </p:nvSpPr>
          <p:spPr>
            <a:xfrm>
              <a:off x="11181347" y="6514378"/>
              <a:ext cx="514510" cy="154596"/>
            </a:xfrm>
            <a:custGeom>
              <a:avLst/>
              <a:gdLst>
                <a:gd name="csX0" fmla="*/ 43564 w 514510"/>
                <a:gd name="csY0" fmla="*/ 0 h 154596"/>
                <a:gd name="csX1" fmla="*/ 31319 w 514510"/>
                <a:gd name="csY1" fmla="*/ 5071 h 154596"/>
                <a:gd name="csX2" fmla="*/ 5071 w 514510"/>
                <a:gd name="csY2" fmla="*/ 31319 h 154596"/>
                <a:gd name="csX3" fmla="*/ 0 w 514510"/>
                <a:gd name="csY3" fmla="*/ 43564 h 154596"/>
                <a:gd name="csX4" fmla="*/ 0 w 514510"/>
                <a:gd name="csY4" fmla="*/ 154597 h 154596"/>
                <a:gd name="csX5" fmla="*/ 471222 w 514510"/>
                <a:gd name="csY5" fmla="*/ 154322 h 154596"/>
                <a:gd name="csX6" fmla="*/ 483466 w 514510"/>
                <a:gd name="csY6" fmla="*/ 149251 h 154596"/>
                <a:gd name="csX7" fmla="*/ 509423 w 514510"/>
                <a:gd name="csY7" fmla="*/ 123295 h 154596"/>
                <a:gd name="csX8" fmla="*/ 514494 w 514510"/>
                <a:gd name="csY8" fmla="*/ 111050 h 154596"/>
                <a:gd name="csX9" fmla="*/ 514511 w 514510"/>
                <a:gd name="csY9" fmla="*/ 0 h 154596"/>
                <a:gd name="csX10" fmla="*/ 43564 w 514510"/>
                <a:gd name="csY10" fmla="*/ 0 h 1545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14510" h="154596">
                  <a:moveTo>
                    <a:pt x="43564" y="0"/>
                  </a:moveTo>
                  <a:cubicBezTo>
                    <a:pt x="38973" y="0"/>
                    <a:pt x="34563" y="1828"/>
                    <a:pt x="31319" y="5071"/>
                  </a:cubicBezTo>
                  <a:lnTo>
                    <a:pt x="5071" y="31319"/>
                  </a:lnTo>
                  <a:cubicBezTo>
                    <a:pt x="1828" y="34563"/>
                    <a:pt x="0" y="38973"/>
                    <a:pt x="0" y="43564"/>
                  </a:cubicBezTo>
                  <a:lnTo>
                    <a:pt x="0" y="154597"/>
                  </a:lnTo>
                  <a:lnTo>
                    <a:pt x="471222" y="154322"/>
                  </a:lnTo>
                  <a:cubicBezTo>
                    <a:pt x="475812" y="154322"/>
                    <a:pt x="480223" y="152494"/>
                    <a:pt x="483466" y="149251"/>
                  </a:cubicBezTo>
                  <a:lnTo>
                    <a:pt x="509423" y="123295"/>
                  </a:lnTo>
                  <a:cubicBezTo>
                    <a:pt x="512666" y="120051"/>
                    <a:pt x="514494" y="115641"/>
                    <a:pt x="514494" y="111050"/>
                  </a:cubicBezTo>
                  <a:lnTo>
                    <a:pt x="514511" y="0"/>
                  </a:lnTo>
                  <a:lnTo>
                    <a:pt x="43564" y="0"/>
                  </a:lnTo>
                  <a:close/>
                </a:path>
              </a:pathLst>
            </a:custGeom>
            <a:solidFill>
              <a:schemeClr val="bg1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3A63FF0-EC27-E32D-8BAF-D8FCE9C15340}"/>
                </a:ext>
              </a:extLst>
            </p:cNvPr>
            <p:cNvSpPr/>
            <p:nvPr userDrawn="1"/>
          </p:nvSpPr>
          <p:spPr>
            <a:xfrm>
              <a:off x="11180146" y="6513177"/>
              <a:ext cx="516913" cy="156999"/>
            </a:xfrm>
            <a:custGeom>
              <a:avLst/>
              <a:gdLst>
                <a:gd name="csX0" fmla="*/ 0 w 516913"/>
                <a:gd name="csY0" fmla="*/ 156999 h 156999"/>
                <a:gd name="csX1" fmla="*/ 0 w 516913"/>
                <a:gd name="csY1" fmla="*/ 44765 h 156999"/>
                <a:gd name="csX2" fmla="*/ 5423 w 516913"/>
                <a:gd name="csY2" fmla="*/ 31671 h 156999"/>
                <a:gd name="csX3" fmla="*/ 31671 w 516913"/>
                <a:gd name="csY3" fmla="*/ 5423 h 156999"/>
                <a:gd name="csX4" fmla="*/ 44765 w 516913"/>
                <a:gd name="csY4" fmla="*/ 0 h 156999"/>
                <a:gd name="csX5" fmla="*/ 516913 w 516913"/>
                <a:gd name="csY5" fmla="*/ 0 h 156999"/>
                <a:gd name="csX6" fmla="*/ 516896 w 516913"/>
                <a:gd name="csY6" fmla="*/ 112251 h 156999"/>
                <a:gd name="csX7" fmla="*/ 511473 w 516913"/>
                <a:gd name="csY7" fmla="*/ 125345 h 156999"/>
                <a:gd name="csX8" fmla="*/ 485517 w 516913"/>
                <a:gd name="csY8" fmla="*/ 151302 h 156999"/>
                <a:gd name="csX9" fmla="*/ 472423 w 516913"/>
                <a:gd name="csY9" fmla="*/ 156725 h 156999"/>
                <a:gd name="csX10" fmla="*/ 0 w 516913"/>
                <a:gd name="csY10" fmla="*/ 156999 h 156999"/>
                <a:gd name="csX11" fmla="*/ 44765 w 516913"/>
                <a:gd name="csY11" fmla="*/ 2403 h 156999"/>
                <a:gd name="csX12" fmla="*/ 33370 w 516913"/>
                <a:gd name="csY12" fmla="*/ 7122 h 156999"/>
                <a:gd name="csX13" fmla="*/ 7122 w 516913"/>
                <a:gd name="csY13" fmla="*/ 33370 h 156999"/>
                <a:gd name="csX14" fmla="*/ 2403 w 516913"/>
                <a:gd name="csY14" fmla="*/ 44765 h 156999"/>
                <a:gd name="csX15" fmla="*/ 2403 w 516913"/>
                <a:gd name="csY15" fmla="*/ 154597 h 156999"/>
                <a:gd name="csX16" fmla="*/ 472423 w 516913"/>
                <a:gd name="csY16" fmla="*/ 154322 h 156999"/>
                <a:gd name="csX17" fmla="*/ 483818 w 516913"/>
                <a:gd name="csY17" fmla="*/ 149603 h 156999"/>
                <a:gd name="csX18" fmla="*/ 509774 w 516913"/>
                <a:gd name="csY18" fmla="*/ 123646 h 156999"/>
                <a:gd name="csX19" fmla="*/ 514494 w 516913"/>
                <a:gd name="csY19" fmla="*/ 112251 h 156999"/>
                <a:gd name="csX20" fmla="*/ 514511 w 516913"/>
                <a:gd name="csY20" fmla="*/ 2403 h 156999"/>
                <a:gd name="csX21" fmla="*/ 44765 w 516913"/>
                <a:gd name="csY21" fmla="*/ 2403 h 156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516913" h="156999">
                  <a:moveTo>
                    <a:pt x="0" y="156999"/>
                  </a:moveTo>
                  <a:lnTo>
                    <a:pt x="0" y="44765"/>
                  </a:lnTo>
                  <a:cubicBezTo>
                    <a:pt x="0" y="39891"/>
                    <a:pt x="1974" y="35120"/>
                    <a:pt x="5423" y="31671"/>
                  </a:cubicBezTo>
                  <a:lnTo>
                    <a:pt x="31671" y="5423"/>
                  </a:lnTo>
                  <a:cubicBezTo>
                    <a:pt x="35120" y="1974"/>
                    <a:pt x="39891" y="0"/>
                    <a:pt x="44765" y="0"/>
                  </a:cubicBezTo>
                  <a:lnTo>
                    <a:pt x="516913" y="0"/>
                  </a:lnTo>
                  <a:lnTo>
                    <a:pt x="516896" y="112251"/>
                  </a:lnTo>
                  <a:cubicBezTo>
                    <a:pt x="516896" y="117125"/>
                    <a:pt x="514923" y="121905"/>
                    <a:pt x="511473" y="125345"/>
                  </a:cubicBezTo>
                  <a:lnTo>
                    <a:pt x="485517" y="151302"/>
                  </a:lnTo>
                  <a:cubicBezTo>
                    <a:pt x="482068" y="154751"/>
                    <a:pt x="477297" y="156725"/>
                    <a:pt x="472423" y="156725"/>
                  </a:cubicBezTo>
                  <a:lnTo>
                    <a:pt x="0" y="156999"/>
                  </a:lnTo>
                  <a:close/>
                  <a:moveTo>
                    <a:pt x="44765" y="2403"/>
                  </a:moveTo>
                  <a:cubicBezTo>
                    <a:pt x="40518" y="2403"/>
                    <a:pt x="36365" y="4119"/>
                    <a:pt x="33370" y="7122"/>
                  </a:cubicBezTo>
                  <a:lnTo>
                    <a:pt x="7122" y="33370"/>
                  </a:lnTo>
                  <a:cubicBezTo>
                    <a:pt x="4119" y="36373"/>
                    <a:pt x="2403" y="40526"/>
                    <a:pt x="2403" y="44765"/>
                  </a:cubicBezTo>
                  <a:lnTo>
                    <a:pt x="2403" y="154597"/>
                  </a:lnTo>
                  <a:lnTo>
                    <a:pt x="472423" y="154322"/>
                  </a:lnTo>
                  <a:cubicBezTo>
                    <a:pt x="476670" y="154322"/>
                    <a:pt x="480823" y="152606"/>
                    <a:pt x="483818" y="149603"/>
                  </a:cubicBezTo>
                  <a:lnTo>
                    <a:pt x="509774" y="123646"/>
                  </a:lnTo>
                  <a:cubicBezTo>
                    <a:pt x="512778" y="120643"/>
                    <a:pt x="514494" y="116490"/>
                    <a:pt x="514494" y="112251"/>
                  </a:cubicBezTo>
                  <a:lnTo>
                    <a:pt x="514511" y="2403"/>
                  </a:lnTo>
                  <a:lnTo>
                    <a:pt x="44765" y="2403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13" name="Graphic 3">
              <a:extLst>
                <a:ext uri="{FF2B5EF4-FFF2-40B4-BE49-F238E27FC236}">
                  <a16:creationId xmlns:a16="http://schemas.microsoft.com/office/drawing/2014/main" id="{AF8AD337-53CF-1175-D221-CDDD7D2F6649}"/>
                </a:ext>
              </a:extLst>
            </p:cNvPr>
            <p:cNvGrpSpPr/>
            <p:nvPr userDrawn="1"/>
          </p:nvGrpSpPr>
          <p:grpSpPr>
            <a:xfrm>
              <a:off x="11217977" y="6552879"/>
              <a:ext cx="432093" cy="77405"/>
              <a:chOff x="11217977" y="6552879"/>
              <a:chExt cx="432093" cy="77405"/>
            </a:xfrm>
            <a:solidFill>
              <a:srgbClr val="FFFFFF"/>
            </a:solidFill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B5582378-2160-7184-FEED-C20F09C165F6}"/>
                  </a:ext>
                </a:extLst>
              </p:cNvPr>
              <p:cNvSpPr/>
              <p:nvPr/>
            </p:nvSpPr>
            <p:spPr>
              <a:xfrm>
                <a:off x="11217977" y="6554492"/>
                <a:ext cx="84553" cy="74230"/>
              </a:xfrm>
              <a:custGeom>
                <a:avLst/>
                <a:gdLst>
                  <a:gd name="csX0" fmla="*/ 35549 w 84553"/>
                  <a:gd name="csY0" fmla="*/ 74231 h 74230"/>
                  <a:gd name="csX1" fmla="*/ 0 w 84553"/>
                  <a:gd name="csY1" fmla="*/ 0 h 74230"/>
                  <a:gd name="csX2" fmla="*/ 16020 w 84553"/>
                  <a:gd name="csY2" fmla="*/ 0 h 74230"/>
                  <a:gd name="csX3" fmla="*/ 42045 w 84553"/>
                  <a:gd name="csY3" fmla="*/ 55825 h 74230"/>
                  <a:gd name="csX4" fmla="*/ 42354 w 84553"/>
                  <a:gd name="csY4" fmla="*/ 55825 h 74230"/>
                  <a:gd name="csX5" fmla="*/ 68379 w 84553"/>
                  <a:gd name="csY5" fmla="*/ 0 h 74230"/>
                  <a:gd name="csX6" fmla="*/ 84553 w 84553"/>
                  <a:gd name="csY6" fmla="*/ 0 h 74230"/>
                  <a:gd name="csX7" fmla="*/ 49004 w 84553"/>
                  <a:gd name="csY7" fmla="*/ 74231 h 74230"/>
                  <a:gd name="csX8" fmla="*/ 35532 w 84553"/>
                  <a:gd name="csY8" fmla="*/ 74231 h 74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4553" h="74230">
                    <a:moveTo>
                      <a:pt x="35549" y="74231"/>
                    </a:moveTo>
                    <a:lnTo>
                      <a:pt x="0" y="0"/>
                    </a:lnTo>
                    <a:lnTo>
                      <a:pt x="16020" y="0"/>
                    </a:lnTo>
                    <a:cubicBezTo>
                      <a:pt x="16020" y="0"/>
                      <a:pt x="41427" y="53140"/>
                      <a:pt x="42045" y="55825"/>
                    </a:cubicBezTo>
                    <a:lnTo>
                      <a:pt x="42354" y="55825"/>
                    </a:lnTo>
                    <a:cubicBezTo>
                      <a:pt x="42989" y="53131"/>
                      <a:pt x="68379" y="0"/>
                      <a:pt x="68379" y="0"/>
                    </a:cubicBezTo>
                    <a:lnTo>
                      <a:pt x="84553" y="0"/>
                    </a:lnTo>
                    <a:lnTo>
                      <a:pt x="49004" y="74231"/>
                    </a:lnTo>
                    <a:lnTo>
                      <a:pt x="35532" y="74231"/>
                    </a:ln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7394BA0-9981-BC7B-2FE1-FE644F897F0B}"/>
                  </a:ext>
                </a:extLst>
              </p:cNvPr>
              <p:cNvSpPr/>
              <p:nvPr/>
            </p:nvSpPr>
            <p:spPr>
              <a:xfrm>
                <a:off x="11298755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27" y="20791"/>
                      <a:pt x="15222" y="3236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F88356D-F4FA-72F0-1579-1CBB309ADBD0}"/>
                  </a:ext>
                </a:extLst>
              </p:cNvPr>
              <p:cNvSpPr/>
              <p:nvPr/>
            </p:nvSpPr>
            <p:spPr>
              <a:xfrm>
                <a:off x="11377723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44" y="20791"/>
                      <a:pt x="15222" y="3236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5CDF775C-EE73-DEBF-3A1C-32C613564A83}"/>
                  </a:ext>
                </a:extLst>
              </p:cNvPr>
              <p:cNvSpPr/>
              <p:nvPr/>
            </p:nvSpPr>
            <p:spPr>
              <a:xfrm>
                <a:off x="11456536" y="6552888"/>
                <a:ext cx="74556" cy="77397"/>
              </a:xfrm>
              <a:custGeom>
                <a:avLst/>
                <a:gdLst>
                  <a:gd name="csX0" fmla="*/ 74557 w 74556"/>
                  <a:gd name="csY0" fmla="*/ 38699 h 77397"/>
                  <a:gd name="csX1" fmla="*/ 74557 w 74556"/>
                  <a:gd name="csY1" fmla="*/ 75810 h 77397"/>
                  <a:gd name="csX2" fmla="*/ 61712 w 74556"/>
                  <a:gd name="csY2" fmla="*/ 75810 h 77397"/>
                  <a:gd name="csX3" fmla="*/ 60433 w 74556"/>
                  <a:gd name="csY3" fmla="*/ 64234 h 77397"/>
                  <a:gd name="csX4" fmla="*/ 35687 w 74556"/>
                  <a:gd name="csY4" fmla="*/ 77397 h 77397"/>
                  <a:gd name="csX5" fmla="*/ 0 w 74556"/>
                  <a:gd name="csY5" fmla="*/ 38699 h 77397"/>
                  <a:gd name="csX6" fmla="*/ 37583 w 74556"/>
                  <a:gd name="csY6" fmla="*/ 0 h 77397"/>
                  <a:gd name="csX7" fmla="*/ 74557 w 74556"/>
                  <a:gd name="csY7" fmla="*/ 38699 h 77397"/>
                  <a:gd name="csX8" fmla="*/ 59953 w 74556"/>
                  <a:gd name="csY8" fmla="*/ 38699 h 77397"/>
                  <a:gd name="csX9" fmla="*/ 37583 w 74556"/>
                  <a:gd name="csY9" fmla="*/ 13326 h 77397"/>
                  <a:gd name="csX10" fmla="*/ 14596 w 74556"/>
                  <a:gd name="csY10" fmla="*/ 38699 h 77397"/>
                  <a:gd name="csX11" fmla="*/ 37583 w 74556"/>
                  <a:gd name="csY11" fmla="*/ 64071 h 77397"/>
                  <a:gd name="csX12" fmla="*/ 59953 w 74556"/>
                  <a:gd name="csY12" fmla="*/ 38699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74556" h="77397">
                    <a:moveTo>
                      <a:pt x="74557" y="38699"/>
                    </a:moveTo>
                    <a:lnTo>
                      <a:pt x="74557" y="75810"/>
                    </a:lnTo>
                    <a:lnTo>
                      <a:pt x="61712" y="75810"/>
                    </a:lnTo>
                    <a:lnTo>
                      <a:pt x="60433" y="64234"/>
                    </a:lnTo>
                    <a:cubicBezTo>
                      <a:pt x="54727" y="72806"/>
                      <a:pt x="44739" y="77397"/>
                      <a:pt x="35687" y="77397"/>
                    </a:cubicBezTo>
                    <a:cubicBezTo>
                      <a:pt x="15385" y="77397"/>
                      <a:pt x="0" y="61223"/>
                      <a:pt x="0" y="38699"/>
                    </a:cubicBezTo>
                    <a:cubicBezTo>
                      <a:pt x="0" y="16174"/>
                      <a:pt x="16492" y="0"/>
                      <a:pt x="37583" y="0"/>
                    </a:cubicBezTo>
                    <a:cubicBezTo>
                      <a:pt x="56950" y="0"/>
                      <a:pt x="74557" y="13952"/>
                      <a:pt x="74557" y="38699"/>
                    </a:cubicBezTo>
                    <a:close/>
                    <a:moveTo>
                      <a:pt x="59953" y="38699"/>
                    </a:moveTo>
                    <a:cubicBezTo>
                      <a:pt x="59953" y="22370"/>
                      <a:pt x="49176" y="13326"/>
                      <a:pt x="37583" y="13326"/>
                    </a:cubicBezTo>
                    <a:cubicBezTo>
                      <a:pt x="24892" y="13326"/>
                      <a:pt x="14596" y="23485"/>
                      <a:pt x="14596" y="38699"/>
                    </a:cubicBezTo>
                    <a:cubicBezTo>
                      <a:pt x="14596" y="53912"/>
                      <a:pt x="24120" y="64071"/>
                      <a:pt x="37583" y="64071"/>
                    </a:cubicBezTo>
                    <a:cubicBezTo>
                      <a:pt x="49021" y="64071"/>
                      <a:pt x="59953" y="54547"/>
                      <a:pt x="59953" y="3869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0DE0A214-22D2-DEB4-578D-28B4C6302487}"/>
                  </a:ext>
                </a:extLst>
              </p:cNvPr>
              <p:cNvSpPr/>
              <p:nvPr/>
            </p:nvSpPr>
            <p:spPr>
              <a:xfrm>
                <a:off x="11540926" y="6552913"/>
                <a:ext cx="109145" cy="75946"/>
              </a:xfrm>
              <a:custGeom>
                <a:avLst/>
                <a:gdLst>
                  <a:gd name="csX0" fmla="*/ 0 w 109145"/>
                  <a:gd name="csY0" fmla="*/ 75792 h 75946"/>
                  <a:gd name="csX1" fmla="*/ 0 w 109145"/>
                  <a:gd name="csY1" fmla="*/ 31868 h 75946"/>
                  <a:gd name="csX2" fmla="*/ 30461 w 109145"/>
                  <a:gd name="csY2" fmla="*/ 0 h 75946"/>
                  <a:gd name="csX3" fmla="*/ 54418 w 109145"/>
                  <a:gd name="csY3" fmla="*/ 13489 h 75946"/>
                  <a:gd name="csX4" fmla="*/ 54727 w 109145"/>
                  <a:gd name="csY4" fmla="*/ 13489 h 75946"/>
                  <a:gd name="csX5" fmla="*/ 78684 w 109145"/>
                  <a:gd name="csY5" fmla="*/ 0 h 75946"/>
                  <a:gd name="csX6" fmla="*/ 109145 w 109145"/>
                  <a:gd name="csY6" fmla="*/ 31868 h 75946"/>
                  <a:gd name="csX7" fmla="*/ 109145 w 109145"/>
                  <a:gd name="csY7" fmla="*/ 75792 h 75946"/>
                  <a:gd name="csX8" fmla="*/ 94558 w 109145"/>
                  <a:gd name="csY8" fmla="*/ 75792 h 75946"/>
                  <a:gd name="csX9" fmla="*/ 94558 w 109145"/>
                  <a:gd name="csY9" fmla="*/ 32967 h 75946"/>
                  <a:gd name="csX10" fmla="*/ 78229 w 109145"/>
                  <a:gd name="csY10" fmla="*/ 13617 h 75946"/>
                  <a:gd name="csX11" fmla="*/ 61901 w 109145"/>
                  <a:gd name="csY11" fmla="*/ 33276 h 75946"/>
                  <a:gd name="csX12" fmla="*/ 61901 w 109145"/>
                  <a:gd name="csY12" fmla="*/ 75947 h 75946"/>
                  <a:gd name="csX13" fmla="*/ 47314 w 109145"/>
                  <a:gd name="csY13" fmla="*/ 75947 h 75946"/>
                  <a:gd name="csX14" fmla="*/ 47314 w 109145"/>
                  <a:gd name="csY14" fmla="*/ 33276 h 75946"/>
                  <a:gd name="csX15" fmla="*/ 30985 w 109145"/>
                  <a:gd name="csY15" fmla="*/ 13617 h 75946"/>
                  <a:gd name="csX16" fmla="*/ 14656 w 109145"/>
                  <a:gd name="csY16" fmla="*/ 32967 h 75946"/>
                  <a:gd name="csX17" fmla="*/ 14656 w 109145"/>
                  <a:gd name="csY17" fmla="*/ 75792 h 75946"/>
                  <a:gd name="csX18" fmla="*/ 34 w 109145"/>
                  <a:gd name="csY18" fmla="*/ 75792 h 759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109145" h="75946">
                    <a:moveTo>
                      <a:pt x="0" y="75792"/>
                    </a:moveTo>
                    <a:lnTo>
                      <a:pt x="0" y="31868"/>
                    </a:lnTo>
                    <a:cubicBezTo>
                      <a:pt x="0" y="13309"/>
                      <a:pt x="11901" y="0"/>
                      <a:pt x="30461" y="0"/>
                    </a:cubicBezTo>
                    <a:cubicBezTo>
                      <a:pt x="45366" y="0"/>
                      <a:pt x="53294" y="9988"/>
                      <a:pt x="54418" y="13489"/>
                    </a:cubicBezTo>
                    <a:lnTo>
                      <a:pt x="54727" y="13489"/>
                    </a:lnTo>
                    <a:cubicBezTo>
                      <a:pt x="55834" y="10005"/>
                      <a:pt x="63763" y="0"/>
                      <a:pt x="78684" y="0"/>
                    </a:cubicBezTo>
                    <a:cubicBezTo>
                      <a:pt x="97244" y="0"/>
                      <a:pt x="109145" y="13317"/>
                      <a:pt x="109145" y="31868"/>
                    </a:cubicBezTo>
                    <a:lnTo>
                      <a:pt x="109145" y="75792"/>
                    </a:lnTo>
                    <a:lnTo>
                      <a:pt x="94558" y="75792"/>
                    </a:lnTo>
                    <a:lnTo>
                      <a:pt x="94558" y="32967"/>
                    </a:lnTo>
                    <a:cubicBezTo>
                      <a:pt x="94558" y="20911"/>
                      <a:pt x="89161" y="13617"/>
                      <a:pt x="78229" y="13617"/>
                    </a:cubicBezTo>
                    <a:cubicBezTo>
                      <a:pt x="67298" y="13617"/>
                      <a:pt x="61901" y="20911"/>
                      <a:pt x="61901" y="33276"/>
                    </a:cubicBezTo>
                    <a:lnTo>
                      <a:pt x="61901" y="75947"/>
                    </a:lnTo>
                    <a:lnTo>
                      <a:pt x="47314" y="75947"/>
                    </a:lnTo>
                    <a:lnTo>
                      <a:pt x="47314" y="33276"/>
                    </a:lnTo>
                    <a:cubicBezTo>
                      <a:pt x="47314" y="20911"/>
                      <a:pt x="41916" y="13617"/>
                      <a:pt x="30985" y="13617"/>
                    </a:cubicBezTo>
                    <a:cubicBezTo>
                      <a:pt x="20053" y="13617"/>
                      <a:pt x="14656" y="20911"/>
                      <a:pt x="14656" y="32967"/>
                    </a:cubicBezTo>
                    <a:lnTo>
                      <a:pt x="14656" y="75792"/>
                    </a:lnTo>
                    <a:lnTo>
                      <a:pt x="34" y="75792"/>
                    </a:ln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DAC607C4-0118-16C0-8DEC-1B050E9C25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599" y="2587371"/>
            <a:ext cx="8940800" cy="1721393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6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749EB9B-07C1-5A79-0F2F-EEC9C867F4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6599" y="4484713"/>
            <a:ext cx="8940800" cy="941596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F7A30F1-86D3-58C7-893E-A3AD0C75C2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346" y="2095618"/>
            <a:ext cx="669737" cy="27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016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Dark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B8A751-6117-465C-F260-16EEE7976B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14CB23AC-3299-C1FD-FE91-1296408E6B13}"/>
              </a:ext>
            </a:extLst>
          </p:cNvPr>
          <p:cNvSpPr/>
          <p:nvPr userDrawn="1"/>
        </p:nvSpPr>
        <p:spPr>
          <a:xfrm>
            <a:off x="11181347" y="6514378"/>
            <a:ext cx="514510" cy="154596"/>
          </a:xfrm>
          <a:custGeom>
            <a:avLst/>
            <a:gdLst>
              <a:gd name="csX0" fmla="*/ 43564 w 514510"/>
              <a:gd name="csY0" fmla="*/ 0 h 154596"/>
              <a:gd name="csX1" fmla="*/ 31319 w 514510"/>
              <a:gd name="csY1" fmla="*/ 5071 h 154596"/>
              <a:gd name="csX2" fmla="*/ 5071 w 514510"/>
              <a:gd name="csY2" fmla="*/ 31319 h 154596"/>
              <a:gd name="csX3" fmla="*/ 0 w 514510"/>
              <a:gd name="csY3" fmla="*/ 43564 h 154596"/>
              <a:gd name="csX4" fmla="*/ 0 w 514510"/>
              <a:gd name="csY4" fmla="*/ 154597 h 154596"/>
              <a:gd name="csX5" fmla="*/ 471222 w 514510"/>
              <a:gd name="csY5" fmla="*/ 154322 h 154596"/>
              <a:gd name="csX6" fmla="*/ 483466 w 514510"/>
              <a:gd name="csY6" fmla="*/ 149251 h 154596"/>
              <a:gd name="csX7" fmla="*/ 509423 w 514510"/>
              <a:gd name="csY7" fmla="*/ 123295 h 154596"/>
              <a:gd name="csX8" fmla="*/ 514494 w 514510"/>
              <a:gd name="csY8" fmla="*/ 111050 h 154596"/>
              <a:gd name="csX9" fmla="*/ 514511 w 514510"/>
              <a:gd name="csY9" fmla="*/ 0 h 154596"/>
              <a:gd name="csX10" fmla="*/ 43564 w 514510"/>
              <a:gd name="csY10" fmla="*/ 0 h 154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14510" h="154596">
                <a:moveTo>
                  <a:pt x="43564" y="0"/>
                </a:moveTo>
                <a:cubicBezTo>
                  <a:pt x="38973" y="0"/>
                  <a:pt x="34563" y="1828"/>
                  <a:pt x="31319" y="5071"/>
                </a:cubicBezTo>
                <a:lnTo>
                  <a:pt x="5071" y="31319"/>
                </a:lnTo>
                <a:cubicBezTo>
                  <a:pt x="1828" y="34563"/>
                  <a:pt x="0" y="38973"/>
                  <a:pt x="0" y="43564"/>
                </a:cubicBezTo>
                <a:lnTo>
                  <a:pt x="0" y="154597"/>
                </a:lnTo>
                <a:lnTo>
                  <a:pt x="471222" y="154322"/>
                </a:lnTo>
                <a:cubicBezTo>
                  <a:pt x="475812" y="154322"/>
                  <a:pt x="480223" y="152494"/>
                  <a:pt x="483466" y="149251"/>
                </a:cubicBezTo>
                <a:lnTo>
                  <a:pt x="509423" y="123295"/>
                </a:lnTo>
                <a:cubicBezTo>
                  <a:pt x="512666" y="120051"/>
                  <a:pt x="514494" y="115641"/>
                  <a:pt x="514494" y="111050"/>
                </a:cubicBezTo>
                <a:lnTo>
                  <a:pt x="514511" y="0"/>
                </a:lnTo>
                <a:lnTo>
                  <a:pt x="43564" y="0"/>
                </a:lnTo>
                <a:close/>
              </a:path>
            </a:pathLst>
          </a:custGeom>
          <a:solidFill>
            <a:srgbClr val="00D15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08482317-6315-6B46-4CDA-EAE096180397}"/>
              </a:ext>
            </a:extLst>
          </p:cNvPr>
          <p:cNvSpPr/>
          <p:nvPr userDrawn="1"/>
        </p:nvSpPr>
        <p:spPr>
          <a:xfrm>
            <a:off x="11180146" y="6513177"/>
            <a:ext cx="516913" cy="156999"/>
          </a:xfrm>
          <a:custGeom>
            <a:avLst/>
            <a:gdLst>
              <a:gd name="csX0" fmla="*/ 0 w 516913"/>
              <a:gd name="csY0" fmla="*/ 156999 h 156999"/>
              <a:gd name="csX1" fmla="*/ 0 w 516913"/>
              <a:gd name="csY1" fmla="*/ 44765 h 156999"/>
              <a:gd name="csX2" fmla="*/ 5423 w 516913"/>
              <a:gd name="csY2" fmla="*/ 31671 h 156999"/>
              <a:gd name="csX3" fmla="*/ 31671 w 516913"/>
              <a:gd name="csY3" fmla="*/ 5423 h 156999"/>
              <a:gd name="csX4" fmla="*/ 44765 w 516913"/>
              <a:gd name="csY4" fmla="*/ 0 h 156999"/>
              <a:gd name="csX5" fmla="*/ 516913 w 516913"/>
              <a:gd name="csY5" fmla="*/ 0 h 156999"/>
              <a:gd name="csX6" fmla="*/ 516896 w 516913"/>
              <a:gd name="csY6" fmla="*/ 112251 h 156999"/>
              <a:gd name="csX7" fmla="*/ 511473 w 516913"/>
              <a:gd name="csY7" fmla="*/ 125345 h 156999"/>
              <a:gd name="csX8" fmla="*/ 485517 w 516913"/>
              <a:gd name="csY8" fmla="*/ 151302 h 156999"/>
              <a:gd name="csX9" fmla="*/ 472423 w 516913"/>
              <a:gd name="csY9" fmla="*/ 156725 h 156999"/>
              <a:gd name="csX10" fmla="*/ 0 w 516913"/>
              <a:gd name="csY10" fmla="*/ 156999 h 156999"/>
              <a:gd name="csX11" fmla="*/ 44765 w 516913"/>
              <a:gd name="csY11" fmla="*/ 2403 h 156999"/>
              <a:gd name="csX12" fmla="*/ 33370 w 516913"/>
              <a:gd name="csY12" fmla="*/ 7122 h 156999"/>
              <a:gd name="csX13" fmla="*/ 7122 w 516913"/>
              <a:gd name="csY13" fmla="*/ 33370 h 156999"/>
              <a:gd name="csX14" fmla="*/ 2403 w 516913"/>
              <a:gd name="csY14" fmla="*/ 44765 h 156999"/>
              <a:gd name="csX15" fmla="*/ 2403 w 516913"/>
              <a:gd name="csY15" fmla="*/ 154597 h 156999"/>
              <a:gd name="csX16" fmla="*/ 472423 w 516913"/>
              <a:gd name="csY16" fmla="*/ 154322 h 156999"/>
              <a:gd name="csX17" fmla="*/ 483818 w 516913"/>
              <a:gd name="csY17" fmla="*/ 149603 h 156999"/>
              <a:gd name="csX18" fmla="*/ 509774 w 516913"/>
              <a:gd name="csY18" fmla="*/ 123646 h 156999"/>
              <a:gd name="csX19" fmla="*/ 514494 w 516913"/>
              <a:gd name="csY19" fmla="*/ 112251 h 156999"/>
              <a:gd name="csX20" fmla="*/ 514511 w 516913"/>
              <a:gd name="csY20" fmla="*/ 2403 h 156999"/>
              <a:gd name="csX21" fmla="*/ 44765 w 516913"/>
              <a:gd name="csY21" fmla="*/ 2403 h 156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913" h="156999">
                <a:moveTo>
                  <a:pt x="0" y="156999"/>
                </a:moveTo>
                <a:lnTo>
                  <a:pt x="0" y="44765"/>
                </a:lnTo>
                <a:cubicBezTo>
                  <a:pt x="0" y="39891"/>
                  <a:pt x="1974" y="35120"/>
                  <a:pt x="5423" y="31671"/>
                </a:cubicBezTo>
                <a:lnTo>
                  <a:pt x="31671" y="5423"/>
                </a:lnTo>
                <a:cubicBezTo>
                  <a:pt x="35120" y="1974"/>
                  <a:pt x="39891" y="0"/>
                  <a:pt x="44765" y="0"/>
                </a:cubicBezTo>
                <a:lnTo>
                  <a:pt x="516913" y="0"/>
                </a:lnTo>
                <a:lnTo>
                  <a:pt x="516896" y="112251"/>
                </a:lnTo>
                <a:cubicBezTo>
                  <a:pt x="516896" y="117125"/>
                  <a:pt x="514923" y="121905"/>
                  <a:pt x="511473" y="125345"/>
                </a:cubicBezTo>
                <a:lnTo>
                  <a:pt x="485517" y="151302"/>
                </a:lnTo>
                <a:cubicBezTo>
                  <a:pt x="482068" y="154751"/>
                  <a:pt x="477297" y="156725"/>
                  <a:pt x="472423" y="156725"/>
                </a:cubicBezTo>
                <a:lnTo>
                  <a:pt x="0" y="156999"/>
                </a:lnTo>
                <a:close/>
                <a:moveTo>
                  <a:pt x="44765" y="2403"/>
                </a:moveTo>
                <a:cubicBezTo>
                  <a:pt x="40518" y="2403"/>
                  <a:pt x="36365" y="4119"/>
                  <a:pt x="33370" y="7122"/>
                </a:cubicBezTo>
                <a:lnTo>
                  <a:pt x="7122" y="33370"/>
                </a:lnTo>
                <a:cubicBezTo>
                  <a:pt x="4119" y="36373"/>
                  <a:pt x="2403" y="40526"/>
                  <a:pt x="2403" y="44765"/>
                </a:cubicBezTo>
                <a:lnTo>
                  <a:pt x="2403" y="154597"/>
                </a:lnTo>
                <a:lnTo>
                  <a:pt x="472423" y="154322"/>
                </a:lnTo>
                <a:cubicBezTo>
                  <a:pt x="476670" y="154322"/>
                  <a:pt x="480823" y="152606"/>
                  <a:pt x="483818" y="149603"/>
                </a:cubicBezTo>
                <a:lnTo>
                  <a:pt x="509774" y="123646"/>
                </a:lnTo>
                <a:cubicBezTo>
                  <a:pt x="512778" y="120643"/>
                  <a:pt x="514494" y="116490"/>
                  <a:pt x="514494" y="112251"/>
                </a:cubicBezTo>
                <a:lnTo>
                  <a:pt x="514511" y="2403"/>
                </a:lnTo>
                <a:lnTo>
                  <a:pt x="44765" y="2403"/>
                </a:lnTo>
                <a:close/>
              </a:path>
            </a:pathLst>
          </a:custGeom>
          <a:solidFill>
            <a:srgbClr val="FFFFF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grpSp>
        <p:nvGrpSpPr>
          <p:cNvPr id="5" name="Graphic 3">
            <a:extLst>
              <a:ext uri="{FF2B5EF4-FFF2-40B4-BE49-F238E27FC236}">
                <a16:creationId xmlns:a16="http://schemas.microsoft.com/office/drawing/2014/main" id="{65643DC2-D568-FFFA-BFCD-3EA4688C5702}"/>
              </a:ext>
            </a:extLst>
          </p:cNvPr>
          <p:cNvGrpSpPr/>
          <p:nvPr userDrawn="1"/>
        </p:nvGrpSpPr>
        <p:grpSpPr>
          <a:xfrm>
            <a:off x="11217977" y="6552879"/>
            <a:ext cx="432093" cy="77405"/>
            <a:chOff x="11217977" y="6552879"/>
            <a:chExt cx="432093" cy="77405"/>
          </a:xfrm>
          <a:solidFill>
            <a:srgbClr val="FFFFFF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9EAC7DE-01FD-3A3D-5F70-2074BF00F95C}"/>
                </a:ext>
              </a:extLst>
            </p:cNvPr>
            <p:cNvSpPr/>
            <p:nvPr/>
          </p:nvSpPr>
          <p:spPr>
            <a:xfrm>
              <a:off x="11217977" y="6554492"/>
              <a:ext cx="84553" cy="74230"/>
            </a:xfrm>
            <a:custGeom>
              <a:avLst/>
              <a:gdLst>
                <a:gd name="csX0" fmla="*/ 35549 w 84553"/>
                <a:gd name="csY0" fmla="*/ 74231 h 74230"/>
                <a:gd name="csX1" fmla="*/ 0 w 84553"/>
                <a:gd name="csY1" fmla="*/ 0 h 74230"/>
                <a:gd name="csX2" fmla="*/ 16020 w 84553"/>
                <a:gd name="csY2" fmla="*/ 0 h 74230"/>
                <a:gd name="csX3" fmla="*/ 42045 w 84553"/>
                <a:gd name="csY3" fmla="*/ 55825 h 74230"/>
                <a:gd name="csX4" fmla="*/ 42354 w 84553"/>
                <a:gd name="csY4" fmla="*/ 55825 h 74230"/>
                <a:gd name="csX5" fmla="*/ 68379 w 84553"/>
                <a:gd name="csY5" fmla="*/ 0 h 74230"/>
                <a:gd name="csX6" fmla="*/ 84553 w 84553"/>
                <a:gd name="csY6" fmla="*/ 0 h 74230"/>
                <a:gd name="csX7" fmla="*/ 49004 w 84553"/>
                <a:gd name="csY7" fmla="*/ 74231 h 74230"/>
                <a:gd name="csX8" fmla="*/ 35532 w 84553"/>
                <a:gd name="csY8" fmla="*/ 74231 h 74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4553" h="74230">
                  <a:moveTo>
                    <a:pt x="35549" y="74231"/>
                  </a:moveTo>
                  <a:lnTo>
                    <a:pt x="0" y="0"/>
                  </a:lnTo>
                  <a:lnTo>
                    <a:pt x="16020" y="0"/>
                  </a:lnTo>
                  <a:cubicBezTo>
                    <a:pt x="16020" y="0"/>
                    <a:pt x="41427" y="53140"/>
                    <a:pt x="42045" y="55825"/>
                  </a:cubicBezTo>
                  <a:lnTo>
                    <a:pt x="42354" y="55825"/>
                  </a:lnTo>
                  <a:cubicBezTo>
                    <a:pt x="42989" y="53131"/>
                    <a:pt x="68379" y="0"/>
                    <a:pt x="68379" y="0"/>
                  </a:cubicBezTo>
                  <a:lnTo>
                    <a:pt x="84553" y="0"/>
                  </a:lnTo>
                  <a:lnTo>
                    <a:pt x="49004" y="74231"/>
                  </a:lnTo>
                  <a:lnTo>
                    <a:pt x="35532" y="74231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E237E85-C4D3-C9E8-8366-61A4E00CA526}"/>
                </a:ext>
              </a:extLst>
            </p:cNvPr>
            <p:cNvSpPr/>
            <p:nvPr/>
          </p:nvSpPr>
          <p:spPr>
            <a:xfrm>
              <a:off x="11298755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27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FDC6104-BB4E-09E2-4C94-574A8A2066BB}"/>
                </a:ext>
              </a:extLst>
            </p:cNvPr>
            <p:cNvSpPr/>
            <p:nvPr/>
          </p:nvSpPr>
          <p:spPr>
            <a:xfrm>
              <a:off x="11377723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44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FBB34B7-55AB-8AE6-877C-67E42106A99D}"/>
                </a:ext>
              </a:extLst>
            </p:cNvPr>
            <p:cNvSpPr/>
            <p:nvPr/>
          </p:nvSpPr>
          <p:spPr>
            <a:xfrm>
              <a:off x="11456536" y="6552888"/>
              <a:ext cx="74556" cy="77397"/>
            </a:xfrm>
            <a:custGeom>
              <a:avLst/>
              <a:gdLst>
                <a:gd name="csX0" fmla="*/ 74557 w 74556"/>
                <a:gd name="csY0" fmla="*/ 38699 h 77397"/>
                <a:gd name="csX1" fmla="*/ 74557 w 74556"/>
                <a:gd name="csY1" fmla="*/ 75810 h 77397"/>
                <a:gd name="csX2" fmla="*/ 61712 w 74556"/>
                <a:gd name="csY2" fmla="*/ 75810 h 77397"/>
                <a:gd name="csX3" fmla="*/ 60433 w 74556"/>
                <a:gd name="csY3" fmla="*/ 64234 h 77397"/>
                <a:gd name="csX4" fmla="*/ 35687 w 74556"/>
                <a:gd name="csY4" fmla="*/ 77397 h 77397"/>
                <a:gd name="csX5" fmla="*/ 0 w 74556"/>
                <a:gd name="csY5" fmla="*/ 38699 h 77397"/>
                <a:gd name="csX6" fmla="*/ 37583 w 74556"/>
                <a:gd name="csY6" fmla="*/ 0 h 77397"/>
                <a:gd name="csX7" fmla="*/ 74557 w 74556"/>
                <a:gd name="csY7" fmla="*/ 38699 h 77397"/>
                <a:gd name="csX8" fmla="*/ 59953 w 74556"/>
                <a:gd name="csY8" fmla="*/ 38699 h 77397"/>
                <a:gd name="csX9" fmla="*/ 37583 w 74556"/>
                <a:gd name="csY9" fmla="*/ 13326 h 77397"/>
                <a:gd name="csX10" fmla="*/ 14596 w 74556"/>
                <a:gd name="csY10" fmla="*/ 38699 h 77397"/>
                <a:gd name="csX11" fmla="*/ 37583 w 74556"/>
                <a:gd name="csY11" fmla="*/ 64071 h 77397"/>
                <a:gd name="csX12" fmla="*/ 59953 w 74556"/>
                <a:gd name="csY12" fmla="*/ 38699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4556" h="77397">
                  <a:moveTo>
                    <a:pt x="74557" y="38699"/>
                  </a:moveTo>
                  <a:lnTo>
                    <a:pt x="74557" y="75810"/>
                  </a:lnTo>
                  <a:lnTo>
                    <a:pt x="61712" y="75810"/>
                  </a:lnTo>
                  <a:lnTo>
                    <a:pt x="60433" y="64234"/>
                  </a:lnTo>
                  <a:cubicBezTo>
                    <a:pt x="54727" y="72806"/>
                    <a:pt x="44739" y="77397"/>
                    <a:pt x="35687" y="77397"/>
                  </a:cubicBezTo>
                  <a:cubicBezTo>
                    <a:pt x="15385" y="77397"/>
                    <a:pt x="0" y="61223"/>
                    <a:pt x="0" y="38699"/>
                  </a:cubicBezTo>
                  <a:cubicBezTo>
                    <a:pt x="0" y="16174"/>
                    <a:pt x="16492" y="0"/>
                    <a:pt x="37583" y="0"/>
                  </a:cubicBezTo>
                  <a:cubicBezTo>
                    <a:pt x="56950" y="0"/>
                    <a:pt x="74557" y="13952"/>
                    <a:pt x="74557" y="38699"/>
                  </a:cubicBezTo>
                  <a:close/>
                  <a:moveTo>
                    <a:pt x="59953" y="38699"/>
                  </a:moveTo>
                  <a:cubicBezTo>
                    <a:pt x="59953" y="22370"/>
                    <a:pt x="49176" y="13326"/>
                    <a:pt x="37583" y="13326"/>
                  </a:cubicBezTo>
                  <a:cubicBezTo>
                    <a:pt x="24892" y="13326"/>
                    <a:pt x="14596" y="23485"/>
                    <a:pt x="14596" y="38699"/>
                  </a:cubicBezTo>
                  <a:cubicBezTo>
                    <a:pt x="14596" y="53912"/>
                    <a:pt x="24120" y="64071"/>
                    <a:pt x="37583" y="64071"/>
                  </a:cubicBezTo>
                  <a:cubicBezTo>
                    <a:pt x="49021" y="64071"/>
                    <a:pt x="59953" y="54547"/>
                    <a:pt x="59953" y="38699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79C58A9-B6E3-731B-CE9E-B84E10E08D30}"/>
                </a:ext>
              </a:extLst>
            </p:cNvPr>
            <p:cNvSpPr/>
            <p:nvPr/>
          </p:nvSpPr>
          <p:spPr>
            <a:xfrm>
              <a:off x="11540926" y="6552913"/>
              <a:ext cx="109145" cy="75946"/>
            </a:xfrm>
            <a:custGeom>
              <a:avLst/>
              <a:gdLst>
                <a:gd name="csX0" fmla="*/ 0 w 109145"/>
                <a:gd name="csY0" fmla="*/ 75792 h 75946"/>
                <a:gd name="csX1" fmla="*/ 0 w 109145"/>
                <a:gd name="csY1" fmla="*/ 31868 h 75946"/>
                <a:gd name="csX2" fmla="*/ 30461 w 109145"/>
                <a:gd name="csY2" fmla="*/ 0 h 75946"/>
                <a:gd name="csX3" fmla="*/ 54418 w 109145"/>
                <a:gd name="csY3" fmla="*/ 13489 h 75946"/>
                <a:gd name="csX4" fmla="*/ 54727 w 109145"/>
                <a:gd name="csY4" fmla="*/ 13489 h 75946"/>
                <a:gd name="csX5" fmla="*/ 78684 w 109145"/>
                <a:gd name="csY5" fmla="*/ 0 h 75946"/>
                <a:gd name="csX6" fmla="*/ 109145 w 109145"/>
                <a:gd name="csY6" fmla="*/ 31868 h 75946"/>
                <a:gd name="csX7" fmla="*/ 109145 w 109145"/>
                <a:gd name="csY7" fmla="*/ 75792 h 75946"/>
                <a:gd name="csX8" fmla="*/ 94558 w 109145"/>
                <a:gd name="csY8" fmla="*/ 75792 h 75946"/>
                <a:gd name="csX9" fmla="*/ 94558 w 109145"/>
                <a:gd name="csY9" fmla="*/ 32967 h 75946"/>
                <a:gd name="csX10" fmla="*/ 78229 w 109145"/>
                <a:gd name="csY10" fmla="*/ 13617 h 75946"/>
                <a:gd name="csX11" fmla="*/ 61901 w 109145"/>
                <a:gd name="csY11" fmla="*/ 33276 h 75946"/>
                <a:gd name="csX12" fmla="*/ 61901 w 109145"/>
                <a:gd name="csY12" fmla="*/ 75947 h 75946"/>
                <a:gd name="csX13" fmla="*/ 47314 w 109145"/>
                <a:gd name="csY13" fmla="*/ 75947 h 75946"/>
                <a:gd name="csX14" fmla="*/ 47314 w 109145"/>
                <a:gd name="csY14" fmla="*/ 33276 h 75946"/>
                <a:gd name="csX15" fmla="*/ 30985 w 109145"/>
                <a:gd name="csY15" fmla="*/ 13617 h 75946"/>
                <a:gd name="csX16" fmla="*/ 14656 w 109145"/>
                <a:gd name="csY16" fmla="*/ 32967 h 75946"/>
                <a:gd name="csX17" fmla="*/ 14656 w 109145"/>
                <a:gd name="csY17" fmla="*/ 75792 h 75946"/>
                <a:gd name="csX18" fmla="*/ 34 w 109145"/>
                <a:gd name="csY18" fmla="*/ 75792 h 75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09145" h="75946">
                  <a:moveTo>
                    <a:pt x="0" y="75792"/>
                  </a:moveTo>
                  <a:lnTo>
                    <a:pt x="0" y="31868"/>
                  </a:lnTo>
                  <a:cubicBezTo>
                    <a:pt x="0" y="13309"/>
                    <a:pt x="11901" y="0"/>
                    <a:pt x="30461" y="0"/>
                  </a:cubicBezTo>
                  <a:cubicBezTo>
                    <a:pt x="45366" y="0"/>
                    <a:pt x="53294" y="9988"/>
                    <a:pt x="54418" y="13489"/>
                  </a:cubicBezTo>
                  <a:lnTo>
                    <a:pt x="54727" y="13489"/>
                  </a:lnTo>
                  <a:cubicBezTo>
                    <a:pt x="55834" y="10005"/>
                    <a:pt x="63763" y="0"/>
                    <a:pt x="78684" y="0"/>
                  </a:cubicBezTo>
                  <a:cubicBezTo>
                    <a:pt x="97244" y="0"/>
                    <a:pt x="109145" y="13317"/>
                    <a:pt x="109145" y="31868"/>
                  </a:cubicBezTo>
                  <a:lnTo>
                    <a:pt x="109145" y="75792"/>
                  </a:lnTo>
                  <a:lnTo>
                    <a:pt x="94558" y="75792"/>
                  </a:lnTo>
                  <a:lnTo>
                    <a:pt x="94558" y="32967"/>
                  </a:lnTo>
                  <a:cubicBezTo>
                    <a:pt x="94558" y="20911"/>
                    <a:pt x="89161" y="13617"/>
                    <a:pt x="78229" y="13617"/>
                  </a:cubicBezTo>
                  <a:cubicBezTo>
                    <a:pt x="67298" y="13617"/>
                    <a:pt x="61901" y="20911"/>
                    <a:pt x="61901" y="33276"/>
                  </a:cubicBezTo>
                  <a:lnTo>
                    <a:pt x="61901" y="75947"/>
                  </a:lnTo>
                  <a:lnTo>
                    <a:pt x="47314" y="75947"/>
                  </a:lnTo>
                  <a:lnTo>
                    <a:pt x="47314" y="33276"/>
                  </a:lnTo>
                  <a:cubicBezTo>
                    <a:pt x="47314" y="20911"/>
                    <a:pt x="41916" y="13617"/>
                    <a:pt x="30985" y="13617"/>
                  </a:cubicBezTo>
                  <a:cubicBezTo>
                    <a:pt x="20053" y="13617"/>
                    <a:pt x="14656" y="20911"/>
                    <a:pt x="14656" y="32967"/>
                  </a:cubicBezTo>
                  <a:lnTo>
                    <a:pt x="14656" y="75792"/>
                  </a:lnTo>
                  <a:lnTo>
                    <a:pt x="34" y="75792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A2ED2262-ED0D-CCA8-6B6C-B5C004A2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599" y="1518189"/>
            <a:ext cx="8940800" cy="2492830"/>
          </a:xfrm>
        </p:spPr>
        <p:txBody>
          <a:bodyPr anchor="b">
            <a:noAutofit/>
          </a:bodyPr>
          <a:lstStyle>
            <a:lvl1pPr>
              <a:lnSpc>
                <a:spcPct val="84000"/>
              </a:lnSpc>
              <a:defRPr sz="6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EBE32CB-83A8-F1C3-95AE-A96995AF0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6599" y="4207622"/>
            <a:ext cx="8940800" cy="941596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23319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Dark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A0AEB4-674D-E808-0ABF-2A2F675192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Title 1">
            <a:extLst>
              <a:ext uri="{FF2B5EF4-FFF2-40B4-BE49-F238E27FC236}">
                <a16:creationId xmlns:a16="http://schemas.microsoft.com/office/drawing/2014/main" id="{A6782F98-B42B-6943-A135-A0045ECEB4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599" y="1518189"/>
            <a:ext cx="8940800" cy="2492830"/>
          </a:xfrm>
        </p:spPr>
        <p:txBody>
          <a:bodyPr anchor="b">
            <a:noAutofit/>
          </a:bodyPr>
          <a:lstStyle>
            <a:lvl1pPr>
              <a:lnSpc>
                <a:spcPct val="84000"/>
              </a:lnSpc>
              <a:defRPr sz="6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  <p:sp>
        <p:nvSpPr>
          <p:cNvPr id="41" name="Subtitle 2">
            <a:extLst>
              <a:ext uri="{FF2B5EF4-FFF2-40B4-BE49-F238E27FC236}">
                <a16:creationId xmlns:a16="http://schemas.microsoft.com/office/drawing/2014/main" id="{DE0E6A78-172A-4A20-FD3B-613625FC44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6599" y="4207622"/>
            <a:ext cx="8940800" cy="941596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ECD741A6-8249-0D06-7905-9752015BBD02}"/>
              </a:ext>
            </a:extLst>
          </p:cNvPr>
          <p:cNvSpPr/>
          <p:nvPr userDrawn="1"/>
        </p:nvSpPr>
        <p:spPr>
          <a:xfrm>
            <a:off x="11181347" y="6514378"/>
            <a:ext cx="514510" cy="154596"/>
          </a:xfrm>
          <a:custGeom>
            <a:avLst/>
            <a:gdLst>
              <a:gd name="csX0" fmla="*/ 43564 w 514510"/>
              <a:gd name="csY0" fmla="*/ 0 h 154596"/>
              <a:gd name="csX1" fmla="*/ 31319 w 514510"/>
              <a:gd name="csY1" fmla="*/ 5071 h 154596"/>
              <a:gd name="csX2" fmla="*/ 5071 w 514510"/>
              <a:gd name="csY2" fmla="*/ 31319 h 154596"/>
              <a:gd name="csX3" fmla="*/ 0 w 514510"/>
              <a:gd name="csY3" fmla="*/ 43564 h 154596"/>
              <a:gd name="csX4" fmla="*/ 0 w 514510"/>
              <a:gd name="csY4" fmla="*/ 154597 h 154596"/>
              <a:gd name="csX5" fmla="*/ 471222 w 514510"/>
              <a:gd name="csY5" fmla="*/ 154322 h 154596"/>
              <a:gd name="csX6" fmla="*/ 483466 w 514510"/>
              <a:gd name="csY6" fmla="*/ 149251 h 154596"/>
              <a:gd name="csX7" fmla="*/ 509423 w 514510"/>
              <a:gd name="csY7" fmla="*/ 123295 h 154596"/>
              <a:gd name="csX8" fmla="*/ 514494 w 514510"/>
              <a:gd name="csY8" fmla="*/ 111050 h 154596"/>
              <a:gd name="csX9" fmla="*/ 514511 w 514510"/>
              <a:gd name="csY9" fmla="*/ 0 h 154596"/>
              <a:gd name="csX10" fmla="*/ 43564 w 514510"/>
              <a:gd name="csY10" fmla="*/ 0 h 154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14510" h="154596">
                <a:moveTo>
                  <a:pt x="43564" y="0"/>
                </a:moveTo>
                <a:cubicBezTo>
                  <a:pt x="38973" y="0"/>
                  <a:pt x="34563" y="1828"/>
                  <a:pt x="31319" y="5071"/>
                </a:cubicBezTo>
                <a:lnTo>
                  <a:pt x="5071" y="31319"/>
                </a:lnTo>
                <a:cubicBezTo>
                  <a:pt x="1828" y="34563"/>
                  <a:pt x="0" y="38973"/>
                  <a:pt x="0" y="43564"/>
                </a:cubicBezTo>
                <a:lnTo>
                  <a:pt x="0" y="154597"/>
                </a:lnTo>
                <a:lnTo>
                  <a:pt x="471222" y="154322"/>
                </a:lnTo>
                <a:cubicBezTo>
                  <a:pt x="475812" y="154322"/>
                  <a:pt x="480223" y="152494"/>
                  <a:pt x="483466" y="149251"/>
                </a:cubicBezTo>
                <a:lnTo>
                  <a:pt x="509423" y="123295"/>
                </a:lnTo>
                <a:cubicBezTo>
                  <a:pt x="512666" y="120051"/>
                  <a:pt x="514494" y="115641"/>
                  <a:pt x="514494" y="111050"/>
                </a:cubicBezTo>
                <a:lnTo>
                  <a:pt x="514511" y="0"/>
                </a:lnTo>
                <a:lnTo>
                  <a:pt x="43564" y="0"/>
                </a:lnTo>
                <a:close/>
              </a:path>
            </a:pathLst>
          </a:custGeom>
          <a:solidFill>
            <a:schemeClr val="bg1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9FBF012-5ED4-0AC9-7A1C-C5B8D8774C7C}"/>
              </a:ext>
            </a:extLst>
          </p:cNvPr>
          <p:cNvSpPr/>
          <p:nvPr userDrawn="1"/>
        </p:nvSpPr>
        <p:spPr>
          <a:xfrm>
            <a:off x="11180146" y="6513177"/>
            <a:ext cx="516913" cy="156999"/>
          </a:xfrm>
          <a:custGeom>
            <a:avLst/>
            <a:gdLst>
              <a:gd name="csX0" fmla="*/ 0 w 516913"/>
              <a:gd name="csY0" fmla="*/ 156999 h 156999"/>
              <a:gd name="csX1" fmla="*/ 0 w 516913"/>
              <a:gd name="csY1" fmla="*/ 44765 h 156999"/>
              <a:gd name="csX2" fmla="*/ 5423 w 516913"/>
              <a:gd name="csY2" fmla="*/ 31671 h 156999"/>
              <a:gd name="csX3" fmla="*/ 31671 w 516913"/>
              <a:gd name="csY3" fmla="*/ 5423 h 156999"/>
              <a:gd name="csX4" fmla="*/ 44765 w 516913"/>
              <a:gd name="csY4" fmla="*/ 0 h 156999"/>
              <a:gd name="csX5" fmla="*/ 516913 w 516913"/>
              <a:gd name="csY5" fmla="*/ 0 h 156999"/>
              <a:gd name="csX6" fmla="*/ 516896 w 516913"/>
              <a:gd name="csY6" fmla="*/ 112251 h 156999"/>
              <a:gd name="csX7" fmla="*/ 511473 w 516913"/>
              <a:gd name="csY7" fmla="*/ 125345 h 156999"/>
              <a:gd name="csX8" fmla="*/ 485517 w 516913"/>
              <a:gd name="csY8" fmla="*/ 151302 h 156999"/>
              <a:gd name="csX9" fmla="*/ 472423 w 516913"/>
              <a:gd name="csY9" fmla="*/ 156725 h 156999"/>
              <a:gd name="csX10" fmla="*/ 0 w 516913"/>
              <a:gd name="csY10" fmla="*/ 156999 h 156999"/>
              <a:gd name="csX11" fmla="*/ 44765 w 516913"/>
              <a:gd name="csY11" fmla="*/ 2403 h 156999"/>
              <a:gd name="csX12" fmla="*/ 33370 w 516913"/>
              <a:gd name="csY12" fmla="*/ 7122 h 156999"/>
              <a:gd name="csX13" fmla="*/ 7122 w 516913"/>
              <a:gd name="csY13" fmla="*/ 33370 h 156999"/>
              <a:gd name="csX14" fmla="*/ 2403 w 516913"/>
              <a:gd name="csY14" fmla="*/ 44765 h 156999"/>
              <a:gd name="csX15" fmla="*/ 2403 w 516913"/>
              <a:gd name="csY15" fmla="*/ 154597 h 156999"/>
              <a:gd name="csX16" fmla="*/ 472423 w 516913"/>
              <a:gd name="csY16" fmla="*/ 154322 h 156999"/>
              <a:gd name="csX17" fmla="*/ 483818 w 516913"/>
              <a:gd name="csY17" fmla="*/ 149603 h 156999"/>
              <a:gd name="csX18" fmla="*/ 509774 w 516913"/>
              <a:gd name="csY18" fmla="*/ 123646 h 156999"/>
              <a:gd name="csX19" fmla="*/ 514494 w 516913"/>
              <a:gd name="csY19" fmla="*/ 112251 h 156999"/>
              <a:gd name="csX20" fmla="*/ 514511 w 516913"/>
              <a:gd name="csY20" fmla="*/ 2403 h 156999"/>
              <a:gd name="csX21" fmla="*/ 44765 w 516913"/>
              <a:gd name="csY21" fmla="*/ 2403 h 156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913" h="156999">
                <a:moveTo>
                  <a:pt x="0" y="156999"/>
                </a:moveTo>
                <a:lnTo>
                  <a:pt x="0" y="44765"/>
                </a:lnTo>
                <a:cubicBezTo>
                  <a:pt x="0" y="39891"/>
                  <a:pt x="1974" y="35120"/>
                  <a:pt x="5423" y="31671"/>
                </a:cubicBezTo>
                <a:lnTo>
                  <a:pt x="31671" y="5423"/>
                </a:lnTo>
                <a:cubicBezTo>
                  <a:pt x="35120" y="1974"/>
                  <a:pt x="39891" y="0"/>
                  <a:pt x="44765" y="0"/>
                </a:cubicBezTo>
                <a:lnTo>
                  <a:pt x="516913" y="0"/>
                </a:lnTo>
                <a:lnTo>
                  <a:pt x="516896" y="112251"/>
                </a:lnTo>
                <a:cubicBezTo>
                  <a:pt x="516896" y="117125"/>
                  <a:pt x="514923" y="121905"/>
                  <a:pt x="511473" y="125345"/>
                </a:cubicBezTo>
                <a:lnTo>
                  <a:pt x="485517" y="151302"/>
                </a:lnTo>
                <a:cubicBezTo>
                  <a:pt x="482068" y="154751"/>
                  <a:pt x="477297" y="156725"/>
                  <a:pt x="472423" y="156725"/>
                </a:cubicBezTo>
                <a:lnTo>
                  <a:pt x="0" y="156999"/>
                </a:lnTo>
                <a:close/>
                <a:moveTo>
                  <a:pt x="44765" y="2403"/>
                </a:moveTo>
                <a:cubicBezTo>
                  <a:pt x="40518" y="2403"/>
                  <a:pt x="36365" y="4119"/>
                  <a:pt x="33370" y="7122"/>
                </a:cubicBezTo>
                <a:lnTo>
                  <a:pt x="7122" y="33370"/>
                </a:lnTo>
                <a:cubicBezTo>
                  <a:pt x="4119" y="36373"/>
                  <a:pt x="2403" y="40526"/>
                  <a:pt x="2403" y="44765"/>
                </a:cubicBezTo>
                <a:lnTo>
                  <a:pt x="2403" y="154597"/>
                </a:lnTo>
                <a:lnTo>
                  <a:pt x="472423" y="154322"/>
                </a:lnTo>
                <a:cubicBezTo>
                  <a:pt x="476670" y="154322"/>
                  <a:pt x="480823" y="152606"/>
                  <a:pt x="483818" y="149603"/>
                </a:cubicBezTo>
                <a:lnTo>
                  <a:pt x="509774" y="123646"/>
                </a:lnTo>
                <a:cubicBezTo>
                  <a:pt x="512778" y="120643"/>
                  <a:pt x="514494" y="116490"/>
                  <a:pt x="514494" y="112251"/>
                </a:cubicBezTo>
                <a:lnTo>
                  <a:pt x="514511" y="2403"/>
                </a:lnTo>
                <a:lnTo>
                  <a:pt x="44765" y="2403"/>
                </a:lnTo>
                <a:close/>
              </a:path>
            </a:pathLst>
          </a:custGeom>
          <a:solidFill>
            <a:srgbClr val="FFFFF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grpSp>
        <p:nvGrpSpPr>
          <p:cNvPr id="13" name="Graphic 3">
            <a:extLst>
              <a:ext uri="{FF2B5EF4-FFF2-40B4-BE49-F238E27FC236}">
                <a16:creationId xmlns:a16="http://schemas.microsoft.com/office/drawing/2014/main" id="{E6581B8C-D7B8-6C2A-BE36-391928704D0F}"/>
              </a:ext>
            </a:extLst>
          </p:cNvPr>
          <p:cNvGrpSpPr/>
          <p:nvPr userDrawn="1"/>
        </p:nvGrpSpPr>
        <p:grpSpPr>
          <a:xfrm>
            <a:off x="11217977" y="6552879"/>
            <a:ext cx="432093" cy="77405"/>
            <a:chOff x="11217977" y="6552879"/>
            <a:chExt cx="432093" cy="77405"/>
          </a:xfrm>
          <a:solidFill>
            <a:srgbClr val="FFFFFF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3AF4DF7-B284-BB30-5DD2-7F572B5E97BE}"/>
                </a:ext>
              </a:extLst>
            </p:cNvPr>
            <p:cNvSpPr/>
            <p:nvPr/>
          </p:nvSpPr>
          <p:spPr>
            <a:xfrm>
              <a:off x="11217977" y="6554492"/>
              <a:ext cx="84553" cy="74230"/>
            </a:xfrm>
            <a:custGeom>
              <a:avLst/>
              <a:gdLst>
                <a:gd name="csX0" fmla="*/ 35549 w 84553"/>
                <a:gd name="csY0" fmla="*/ 74231 h 74230"/>
                <a:gd name="csX1" fmla="*/ 0 w 84553"/>
                <a:gd name="csY1" fmla="*/ 0 h 74230"/>
                <a:gd name="csX2" fmla="*/ 16020 w 84553"/>
                <a:gd name="csY2" fmla="*/ 0 h 74230"/>
                <a:gd name="csX3" fmla="*/ 42045 w 84553"/>
                <a:gd name="csY3" fmla="*/ 55825 h 74230"/>
                <a:gd name="csX4" fmla="*/ 42354 w 84553"/>
                <a:gd name="csY4" fmla="*/ 55825 h 74230"/>
                <a:gd name="csX5" fmla="*/ 68379 w 84553"/>
                <a:gd name="csY5" fmla="*/ 0 h 74230"/>
                <a:gd name="csX6" fmla="*/ 84553 w 84553"/>
                <a:gd name="csY6" fmla="*/ 0 h 74230"/>
                <a:gd name="csX7" fmla="*/ 49004 w 84553"/>
                <a:gd name="csY7" fmla="*/ 74231 h 74230"/>
                <a:gd name="csX8" fmla="*/ 35532 w 84553"/>
                <a:gd name="csY8" fmla="*/ 74231 h 74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4553" h="74230">
                  <a:moveTo>
                    <a:pt x="35549" y="74231"/>
                  </a:moveTo>
                  <a:lnTo>
                    <a:pt x="0" y="0"/>
                  </a:lnTo>
                  <a:lnTo>
                    <a:pt x="16020" y="0"/>
                  </a:lnTo>
                  <a:cubicBezTo>
                    <a:pt x="16020" y="0"/>
                    <a:pt x="41427" y="53140"/>
                    <a:pt x="42045" y="55825"/>
                  </a:cubicBezTo>
                  <a:lnTo>
                    <a:pt x="42354" y="55825"/>
                  </a:lnTo>
                  <a:cubicBezTo>
                    <a:pt x="42989" y="53131"/>
                    <a:pt x="68379" y="0"/>
                    <a:pt x="68379" y="0"/>
                  </a:cubicBezTo>
                  <a:lnTo>
                    <a:pt x="84553" y="0"/>
                  </a:lnTo>
                  <a:lnTo>
                    <a:pt x="49004" y="74231"/>
                  </a:lnTo>
                  <a:lnTo>
                    <a:pt x="35532" y="74231"/>
                  </a:ln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73AD12A-D6B7-54F4-8C88-B070BE2270F7}"/>
                </a:ext>
              </a:extLst>
            </p:cNvPr>
            <p:cNvSpPr/>
            <p:nvPr/>
          </p:nvSpPr>
          <p:spPr>
            <a:xfrm>
              <a:off x="11298755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27" y="20791"/>
                    <a:pt x="15222" y="32366"/>
                  </a:cubicBez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C9FCCEC-F0A8-637B-0FFC-2933C3D363BB}"/>
                </a:ext>
              </a:extLst>
            </p:cNvPr>
            <p:cNvSpPr/>
            <p:nvPr/>
          </p:nvSpPr>
          <p:spPr>
            <a:xfrm>
              <a:off x="11377723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44" y="20791"/>
                    <a:pt x="15222" y="32366"/>
                  </a:cubicBez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557450D-E4E1-8CF5-6E92-504F5B59914B}"/>
                </a:ext>
              </a:extLst>
            </p:cNvPr>
            <p:cNvSpPr/>
            <p:nvPr/>
          </p:nvSpPr>
          <p:spPr>
            <a:xfrm>
              <a:off x="11456536" y="6552888"/>
              <a:ext cx="74556" cy="77397"/>
            </a:xfrm>
            <a:custGeom>
              <a:avLst/>
              <a:gdLst>
                <a:gd name="csX0" fmla="*/ 74557 w 74556"/>
                <a:gd name="csY0" fmla="*/ 38699 h 77397"/>
                <a:gd name="csX1" fmla="*/ 74557 w 74556"/>
                <a:gd name="csY1" fmla="*/ 75810 h 77397"/>
                <a:gd name="csX2" fmla="*/ 61712 w 74556"/>
                <a:gd name="csY2" fmla="*/ 75810 h 77397"/>
                <a:gd name="csX3" fmla="*/ 60433 w 74556"/>
                <a:gd name="csY3" fmla="*/ 64234 h 77397"/>
                <a:gd name="csX4" fmla="*/ 35687 w 74556"/>
                <a:gd name="csY4" fmla="*/ 77397 h 77397"/>
                <a:gd name="csX5" fmla="*/ 0 w 74556"/>
                <a:gd name="csY5" fmla="*/ 38699 h 77397"/>
                <a:gd name="csX6" fmla="*/ 37583 w 74556"/>
                <a:gd name="csY6" fmla="*/ 0 h 77397"/>
                <a:gd name="csX7" fmla="*/ 74557 w 74556"/>
                <a:gd name="csY7" fmla="*/ 38699 h 77397"/>
                <a:gd name="csX8" fmla="*/ 59953 w 74556"/>
                <a:gd name="csY8" fmla="*/ 38699 h 77397"/>
                <a:gd name="csX9" fmla="*/ 37583 w 74556"/>
                <a:gd name="csY9" fmla="*/ 13326 h 77397"/>
                <a:gd name="csX10" fmla="*/ 14596 w 74556"/>
                <a:gd name="csY10" fmla="*/ 38699 h 77397"/>
                <a:gd name="csX11" fmla="*/ 37583 w 74556"/>
                <a:gd name="csY11" fmla="*/ 64071 h 77397"/>
                <a:gd name="csX12" fmla="*/ 59953 w 74556"/>
                <a:gd name="csY12" fmla="*/ 38699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4556" h="77397">
                  <a:moveTo>
                    <a:pt x="74557" y="38699"/>
                  </a:moveTo>
                  <a:lnTo>
                    <a:pt x="74557" y="75810"/>
                  </a:lnTo>
                  <a:lnTo>
                    <a:pt x="61712" y="75810"/>
                  </a:lnTo>
                  <a:lnTo>
                    <a:pt x="60433" y="64234"/>
                  </a:lnTo>
                  <a:cubicBezTo>
                    <a:pt x="54727" y="72806"/>
                    <a:pt x="44739" y="77397"/>
                    <a:pt x="35687" y="77397"/>
                  </a:cubicBezTo>
                  <a:cubicBezTo>
                    <a:pt x="15385" y="77397"/>
                    <a:pt x="0" y="61223"/>
                    <a:pt x="0" y="38699"/>
                  </a:cubicBezTo>
                  <a:cubicBezTo>
                    <a:pt x="0" y="16174"/>
                    <a:pt x="16492" y="0"/>
                    <a:pt x="37583" y="0"/>
                  </a:cubicBezTo>
                  <a:cubicBezTo>
                    <a:pt x="56950" y="0"/>
                    <a:pt x="74557" y="13952"/>
                    <a:pt x="74557" y="38699"/>
                  </a:cubicBezTo>
                  <a:close/>
                  <a:moveTo>
                    <a:pt x="59953" y="38699"/>
                  </a:moveTo>
                  <a:cubicBezTo>
                    <a:pt x="59953" y="22370"/>
                    <a:pt x="49176" y="13326"/>
                    <a:pt x="37583" y="13326"/>
                  </a:cubicBezTo>
                  <a:cubicBezTo>
                    <a:pt x="24892" y="13326"/>
                    <a:pt x="14596" y="23485"/>
                    <a:pt x="14596" y="38699"/>
                  </a:cubicBezTo>
                  <a:cubicBezTo>
                    <a:pt x="14596" y="53912"/>
                    <a:pt x="24120" y="64071"/>
                    <a:pt x="37583" y="64071"/>
                  </a:cubicBezTo>
                  <a:cubicBezTo>
                    <a:pt x="49021" y="64071"/>
                    <a:pt x="59953" y="54547"/>
                    <a:pt x="59953" y="38699"/>
                  </a:cubicBez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4D43E1B-1AD5-42C7-9037-30D11D7814F9}"/>
                </a:ext>
              </a:extLst>
            </p:cNvPr>
            <p:cNvSpPr/>
            <p:nvPr/>
          </p:nvSpPr>
          <p:spPr>
            <a:xfrm>
              <a:off x="11540926" y="6552913"/>
              <a:ext cx="109145" cy="75946"/>
            </a:xfrm>
            <a:custGeom>
              <a:avLst/>
              <a:gdLst>
                <a:gd name="csX0" fmla="*/ 0 w 109145"/>
                <a:gd name="csY0" fmla="*/ 75792 h 75946"/>
                <a:gd name="csX1" fmla="*/ 0 w 109145"/>
                <a:gd name="csY1" fmla="*/ 31868 h 75946"/>
                <a:gd name="csX2" fmla="*/ 30461 w 109145"/>
                <a:gd name="csY2" fmla="*/ 0 h 75946"/>
                <a:gd name="csX3" fmla="*/ 54418 w 109145"/>
                <a:gd name="csY3" fmla="*/ 13489 h 75946"/>
                <a:gd name="csX4" fmla="*/ 54727 w 109145"/>
                <a:gd name="csY4" fmla="*/ 13489 h 75946"/>
                <a:gd name="csX5" fmla="*/ 78684 w 109145"/>
                <a:gd name="csY5" fmla="*/ 0 h 75946"/>
                <a:gd name="csX6" fmla="*/ 109145 w 109145"/>
                <a:gd name="csY6" fmla="*/ 31868 h 75946"/>
                <a:gd name="csX7" fmla="*/ 109145 w 109145"/>
                <a:gd name="csY7" fmla="*/ 75792 h 75946"/>
                <a:gd name="csX8" fmla="*/ 94558 w 109145"/>
                <a:gd name="csY8" fmla="*/ 75792 h 75946"/>
                <a:gd name="csX9" fmla="*/ 94558 w 109145"/>
                <a:gd name="csY9" fmla="*/ 32967 h 75946"/>
                <a:gd name="csX10" fmla="*/ 78229 w 109145"/>
                <a:gd name="csY10" fmla="*/ 13617 h 75946"/>
                <a:gd name="csX11" fmla="*/ 61901 w 109145"/>
                <a:gd name="csY11" fmla="*/ 33276 h 75946"/>
                <a:gd name="csX12" fmla="*/ 61901 w 109145"/>
                <a:gd name="csY12" fmla="*/ 75947 h 75946"/>
                <a:gd name="csX13" fmla="*/ 47314 w 109145"/>
                <a:gd name="csY13" fmla="*/ 75947 h 75946"/>
                <a:gd name="csX14" fmla="*/ 47314 w 109145"/>
                <a:gd name="csY14" fmla="*/ 33276 h 75946"/>
                <a:gd name="csX15" fmla="*/ 30985 w 109145"/>
                <a:gd name="csY15" fmla="*/ 13617 h 75946"/>
                <a:gd name="csX16" fmla="*/ 14656 w 109145"/>
                <a:gd name="csY16" fmla="*/ 32967 h 75946"/>
                <a:gd name="csX17" fmla="*/ 14656 w 109145"/>
                <a:gd name="csY17" fmla="*/ 75792 h 75946"/>
                <a:gd name="csX18" fmla="*/ 34 w 109145"/>
                <a:gd name="csY18" fmla="*/ 75792 h 75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09145" h="75946">
                  <a:moveTo>
                    <a:pt x="0" y="75792"/>
                  </a:moveTo>
                  <a:lnTo>
                    <a:pt x="0" y="31868"/>
                  </a:lnTo>
                  <a:cubicBezTo>
                    <a:pt x="0" y="13309"/>
                    <a:pt x="11901" y="0"/>
                    <a:pt x="30461" y="0"/>
                  </a:cubicBezTo>
                  <a:cubicBezTo>
                    <a:pt x="45366" y="0"/>
                    <a:pt x="53294" y="9988"/>
                    <a:pt x="54418" y="13489"/>
                  </a:cubicBezTo>
                  <a:lnTo>
                    <a:pt x="54727" y="13489"/>
                  </a:lnTo>
                  <a:cubicBezTo>
                    <a:pt x="55834" y="10005"/>
                    <a:pt x="63763" y="0"/>
                    <a:pt x="78684" y="0"/>
                  </a:cubicBezTo>
                  <a:cubicBezTo>
                    <a:pt x="97244" y="0"/>
                    <a:pt x="109145" y="13317"/>
                    <a:pt x="109145" y="31868"/>
                  </a:cubicBezTo>
                  <a:lnTo>
                    <a:pt x="109145" y="75792"/>
                  </a:lnTo>
                  <a:lnTo>
                    <a:pt x="94558" y="75792"/>
                  </a:lnTo>
                  <a:lnTo>
                    <a:pt x="94558" y="32967"/>
                  </a:lnTo>
                  <a:cubicBezTo>
                    <a:pt x="94558" y="20911"/>
                    <a:pt x="89161" y="13617"/>
                    <a:pt x="78229" y="13617"/>
                  </a:cubicBezTo>
                  <a:cubicBezTo>
                    <a:pt x="67298" y="13617"/>
                    <a:pt x="61901" y="20911"/>
                    <a:pt x="61901" y="33276"/>
                  </a:cubicBezTo>
                  <a:lnTo>
                    <a:pt x="61901" y="75947"/>
                  </a:lnTo>
                  <a:lnTo>
                    <a:pt x="47314" y="75947"/>
                  </a:lnTo>
                  <a:lnTo>
                    <a:pt x="47314" y="33276"/>
                  </a:lnTo>
                  <a:cubicBezTo>
                    <a:pt x="47314" y="20911"/>
                    <a:pt x="41916" y="13617"/>
                    <a:pt x="30985" y="13617"/>
                  </a:cubicBezTo>
                  <a:cubicBezTo>
                    <a:pt x="20053" y="13617"/>
                    <a:pt x="14656" y="20911"/>
                    <a:pt x="14656" y="32967"/>
                  </a:cubicBezTo>
                  <a:lnTo>
                    <a:pt x="14656" y="75792"/>
                  </a:lnTo>
                  <a:lnTo>
                    <a:pt x="34" y="75792"/>
                  </a:lnTo>
                  <a:close/>
                </a:path>
              </a:pathLst>
            </a:custGeom>
            <a:solidFill>
              <a:schemeClr val="accent2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</p:spTree>
    <p:extLst>
      <p:ext uri="{BB962C8B-B14F-4D97-AF65-F5344CB8AC3E}">
        <p14:creationId xmlns:p14="http://schemas.microsoft.com/office/powerpoint/2010/main" val="2773135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Ligh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CAF3A1-FDF5-7911-0265-0BD087C8E6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Title 1">
            <a:extLst>
              <a:ext uri="{FF2B5EF4-FFF2-40B4-BE49-F238E27FC236}">
                <a16:creationId xmlns:a16="http://schemas.microsoft.com/office/drawing/2014/main" id="{A6782F98-B42B-6943-A135-A0045ECEB4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599" y="2669656"/>
            <a:ext cx="8940800" cy="2492830"/>
          </a:xfrm>
        </p:spPr>
        <p:txBody>
          <a:bodyPr anchor="b">
            <a:noAutofit/>
          </a:bodyPr>
          <a:lstStyle>
            <a:lvl1pPr>
              <a:lnSpc>
                <a:spcPct val="84000"/>
              </a:lnSpc>
              <a:defRPr sz="6600"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  <p:sp>
        <p:nvSpPr>
          <p:cNvPr id="41" name="Subtitle 2">
            <a:extLst>
              <a:ext uri="{FF2B5EF4-FFF2-40B4-BE49-F238E27FC236}">
                <a16:creationId xmlns:a16="http://schemas.microsoft.com/office/drawing/2014/main" id="{DE0E6A78-172A-4A20-FD3B-613625FC44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6599" y="5359089"/>
            <a:ext cx="8940800" cy="941596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2"/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17358B0B-704E-69C2-BA53-0D43D6102A10}"/>
              </a:ext>
            </a:extLst>
          </p:cNvPr>
          <p:cNvSpPr/>
          <p:nvPr userDrawn="1"/>
        </p:nvSpPr>
        <p:spPr>
          <a:xfrm>
            <a:off x="11181347" y="6514378"/>
            <a:ext cx="514510" cy="154596"/>
          </a:xfrm>
          <a:custGeom>
            <a:avLst/>
            <a:gdLst>
              <a:gd name="csX0" fmla="*/ 43564 w 514510"/>
              <a:gd name="csY0" fmla="*/ 0 h 154596"/>
              <a:gd name="csX1" fmla="*/ 31319 w 514510"/>
              <a:gd name="csY1" fmla="*/ 5071 h 154596"/>
              <a:gd name="csX2" fmla="*/ 5071 w 514510"/>
              <a:gd name="csY2" fmla="*/ 31319 h 154596"/>
              <a:gd name="csX3" fmla="*/ 0 w 514510"/>
              <a:gd name="csY3" fmla="*/ 43564 h 154596"/>
              <a:gd name="csX4" fmla="*/ 0 w 514510"/>
              <a:gd name="csY4" fmla="*/ 154597 h 154596"/>
              <a:gd name="csX5" fmla="*/ 471222 w 514510"/>
              <a:gd name="csY5" fmla="*/ 154322 h 154596"/>
              <a:gd name="csX6" fmla="*/ 483466 w 514510"/>
              <a:gd name="csY6" fmla="*/ 149251 h 154596"/>
              <a:gd name="csX7" fmla="*/ 509423 w 514510"/>
              <a:gd name="csY7" fmla="*/ 123295 h 154596"/>
              <a:gd name="csX8" fmla="*/ 514494 w 514510"/>
              <a:gd name="csY8" fmla="*/ 111050 h 154596"/>
              <a:gd name="csX9" fmla="*/ 514511 w 514510"/>
              <a:gd name="csY9" fmla="*/ 0 h 154596"/>
              <a:gd name="csX10" fmla="*/ 43564 w 514510"/>
              <a:gd name="csY10" fmla="*/ 0 h 154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14510" h="154596">
                <a:moveTo>
                  <a:pt x="43564" y="0"/>
                </a:moveTo>
                <a:cubicBezTo>
                  <a:pt x="38973" y="0"/>
                  <a:pt x="34563" y="1828"/>
                  <a:pt x="31319" y="5071"/>
                </a:cubicBezTo>
                <a:lnTo>
                  <a:pt x="5071" y="31319"/>
                </a:lnTo>
                <a:cubicBezTo>
                  <a:pt x="1828" y="34563"/>
                  <a:pt x="0" y="38973"/>
                  <a:pt x="0" y="43564"/>
                </a:cubicBezTo>
                <a:lnTo>
                  <a:pt x="0" y="154597"/>
                </a:lnTo>
                <a:lnTo>
                  <a:pt x="471222" y="154322"/>
                </a:lnTo>
                <a:cubicBezTo>
                  <a:pt x="475812" y="154322"/>
                  <a:pt x="480223" y="152494"/>
                  <a:pt x="483466" y="149251"/>
                </a:cubicBezTo>
                <a:lnTo>
                  <a:pt x="509423" y="123295"/>
                </a:lnTo>
                <a:cubicBezTo>
                  <a:pt x="512666" y="120051"/>
                  <a:pt x="514494" y="115641"/>
                  <a:pt x="514494" y="111050"/>
                </a:cubicBezTo>
                <a:lnTo>
                  <a:pt x="514511" y="0"/>
                </a:lnTo>
                <a:lnTo>
                  <a:pt x="43564" y="0"/>
                </a:lnTo>
                <a:close/>
              </a:path>
            </a:pathLst>
          </a:custGeom>
          <a:solidFill>
            <a:srgbClr val="00D15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8D13AA80-3E45-2678-D500-D362BAB00A08}"/>
              </a:ext>
            </a:extLst>
          </p:cNvPr>
          <p:cNvSpPr/>
          <p:nvPr userDrawn="1"/>
        </p:nvSpPr>
        <p:spPr>
          <a:xfrm>
            <a:off x="11180146" y="6513177"/>
            <a:ext cx="516913" cy="156999"/>
          </a:xfrm>
          <a:custGeom>
            <a:avLst/>
            <a:gdLst>
              <a:gd name="csX0" fmla="*/ 0 w 516913"/>
              <a:gd name="csY0" fmla="*/ 156999 h 156999"/>
              <a:gd name="csX1" fmla="*/ 0 w 516913"/>
              <a:gd name="csY1" fmla="*/ 44765 h 156999"/>
              <a:gd name="csX2" fmla="*/ 5423 w 516913"/>
              <a:gd name="csY2" fmla="*/ 31671 h 156999"/>
              <a:gd name="csX3" fmla="*/ 31671 w 516913"/>
              <a:gd name="csY3" fmla="*/ 5423 h 156999"/>
              <a:gd name="csX4" fmla="*/ 44765 w 516913"/>
              <a:gd name="csY4" fmla="*/ 0 h 156999"/>
              <a:gd name="csX5" fmla="*/ 516913 w 516913"/>
              <a:gd name="csY5" fmla="*/ 0 h 156999"/>
              <a:gd name="csX6" fmla="*/ 516896 w 516913"/>
              <a:gd name="csY6" fmla="*/ 112251 h 156999"/>
              <a:gd name="csX7" fmla="*/ 511473 w 516913"/>
              <a:gd name="csY7" fmla="*/ 125345 h 156999"/>
              <a:gd name="csX8" fmla="*/ 485517 w 516913"/>
              <a:gd name="csY8" fmla="*/ 151302 h 156999"/>
              <a:gd name="csX9" fmla="*/ 472423 w 516913"/>
              <a:gd name="csY9" fmla="*/ 156725 h 156999"/>
              <a:gd name="csX10" fmla="*/ 0 w 516913"/>
              <a:gd name="csY10" fmla="*/ 156999 h 156999"/>
              <a:gd name="csX11" fmla="*/ 44765 w 516913"/>
              <a:gd name="csY11" fmla="*/ 2403 h 156999"/>
              <a:gd name="csX12" fmla="*/ 33370 w 516913"/>
              <a:gd name="csY12" fmla="*/ 7122 h 156999"/>
              <a:gd name="csX13" fmla="*/ 7122 w 516913"/>
              <a:gd name="csY13" fmla="*/ 33370 h 156999"/>
              <a:gd name="csX14" fmla="*/ 2403 w 516913"/>
              <a:gd name="csY14" fmla="*/ 44765 h 156999"/>
              <a:gd name="csX15" fmla="*/ 2403 w 516913"/>
              <a:gd name="csY15" fmla="*/ 154597 h 156999"/>
              <a:gd name="csX16" fmla="*/ 472423 w 516913"/>
              <a:gd name="csY16" fmla="*/ 154322 h 156999"/>
              <a:gd name="csX17" fmla="*/ 483818 w 516913"/>
              <a:gd name="csY17" fmla="*/ 149603 h 156999"/>
              <a:gd name="csX18" fmla="*/ 509774 w 516913"/>
              <a:gd name="csY18" fmla="*/ 123646 h 156999"/>
              <a:gd name="csX19" fmla="*/ 514494 w 516913"/>
              <a:gd name="csY19" fmla="*/ 112251 h 156999"/>
              <a:gd name="csX20" fmla="*/ 514511 w 516913"/>
              <a:gd name="csY20" fmla="*/ 2403 h 156999"/>
              <a:gd name="csX21" fmla="*/ 44765 w 516913"/>
              <a:gd name="csY21" fmla="*/ 2403 h 156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913" h="156999">
                <a:moveTo>
                  <a:pt x="0" y="156999"/>
                </a:moveTo>
                <a:lnTo>
                  <a:pt x="0" y="44765"/>
                </a:lnTo>
                <a:cubicBezTo>
                  <a:pt x="0" y="39891"/>
                  <a:pt x="1974" y="35120"/>
                  <a:pt x="5423" y="31671"/>
                </a:cubicBezTo>
                <a:lnTo>
                  <a:pt x="31671" y="5423"/>
                </a:lnTo>
                <a:cubicBezTo>
                  <a:pt x="35120" y="1974"/>
                  <a:pt x="39891" y="0"/>
                  <a:pt x="44765" y="0"/>
                </a:cubicBezTo>
                <a:lnTo>
                  <a:pt x="516913" y="0"/>
                </a:lnTo>
                <a:lnTo>
                  <a:pt x="516896" y="112251"/>
                </a:lnTo>
                <a:cubicBezTo>
                  <a:pt x="516896" y="117125"/>
                  <a:pt x="514923" y="121905"/>
                  <a:pt x="511473" y="125345"/>
                </a:cubicBezTo>
                <a:lnTo>
                  <a:pt x="485517" y="151302"/>
                </a:lnTo>
                <a:cubicBezTo>
                  <a:pt x="482068" y="154751"/>
                  <a:pt x="477297" y="156725"/>
                  <a:pt x="472423" y="156725"/>
                </a:cubicBezTo>
                <a:lnTo>
                  <a:pt x="0" y="156999"/>
                </a:lnTo>
                <a:close/>
                <a:moveTo>
                  <a:pt x="44765" y="2403"/>
                </a:moveTo>
                <a:cubicBezTo>
                  <a:pt x="40518" y="2403"/>
                  <a:pt x="36365" y="4119"/>
                  <a:pt x="33370" y="7122"/>
                </a:cubicBezTo>
                <a:lnTo>
                  <a:pt x="7122" y="33370"/>
                </a:lnTo>
                <a:cubicBezTo>
                  <a:pt x="4119" y="36373"/>
                  <a:pt x="2403" y="40526"/>
                  <a:pt x="2403" y="44765"/>
                </a:cubicBezTo>
                <a:lnTo>
                  <a:pt x="2403" y="154597"/>
                </a:lnTo>
                <a:lnTo>
                  <a:pt x="472423" y="154322"/>
                </a:lnTo>
                <a:cubicBezTo>
                  <a:pt x="476670" y="154322"/>
                  <a:pt x="480823" y="152606"/>
                  <a:pt x="483818" y="149603"/>
                </a:cubicBezTo>
                <a:lnTo>
                  <a:pt x="509774" y="123646"/>
                </a:lnTo>
                <a:cubicBezTo>
                  <a:pt x="512778" y="120643"/>
                  <a:pt x="514494" y="116490"/>
                  <a:pt x="514494" y="112251"/>
                </a:cubicBezTo>
                <a:lnTo>
                  <a:pt x="514511" y="2403"/>
                </a:lnTo>
                <a:lnTo>
                  <a:pt x="44765" y="2403"/>
                </a:lnTo>
                <a:close/>
              </a:path>
            </a:pathLst>
          </a:custGeom>
          <a:solidFill>
            <a:srgbClr val="FFFFF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grpSp>
        <p:nvGrpSpPr>
          <p:cNvPr id="5" name="Graphic 3">
            <a:extLst>
              <a:ext uri="{FF2B5EF4-FFF2-40B4-BE49-F238E27FC236}">
                <a16:creationId xmlns:a16="http://schemas.microsoft.com/office/drawing/2014/main" id="{9D7212ED-AAC1-BEA2-AD37-5E53ED919D4C}"/>
              </a:ext>
            </a:extLst>
          </p:cNvPr>
          <p:cNvGrpSpPr/>
          <p:nvPr userDrawn="1"/>
        </p:nvGrpSpPr>
        <p:grpSpPr>
          <a:xfrm>
            <a:off x="11217977" y="6552879"/>
            <a:ext cx="432093" cy="77405"/>
            <a:chOff x="11217977" y="6552879"/>
            <a:chExt cx="432093" cy="77405"/>
          </a:xfrm>
          <a:solidFill>
            <a:srgbClr val="FFFFFF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D7050B6-6C3A-F58B-BF25-50AFA5406A45}"/>
                </a:ext>
              </a:extLst>
            </p:cNvPr>
            <p:cNvSpPr/>
            <p:nvPr/>
          </p:nvSpPr>
          <p:spPr>
            <a:xfrm>
              <a:off x="11217977" y="6554492"/>
              <a:ext cx="84553" cy="74230"/>
            </a:xfrm>
            <a:custGeom>
              <a:avLst/>
              <a:gdLst>
                <a:gd name="csX0" fmla="*/ 35549 w 84553"/>
                <a:gd name="csY0" fmla="*/ 74231 h 74230"/>
                <a:gd name="csX1" fmla="*/ 0 w 84553"/>
                <a:gd name="csY1" fmla="*/ 0 h 74230"/>
                <a:gd name="csX2" fmla="*/ 16020 w 84553"/>
                <a:gd name="csY2" fmla="*/ 0 h 74230"/>
                <a:gd name="csX3" fmla="*/ 42045 w 84553"/>
                <a:gd name="csY3" fmla="*/ 55825 h 74230"/>
                <a:gd name="csX4" fmla="*/ 42354 w 84553"/>
                <a:gd name="csY4" fmla="*/ 55825 h 74230"/>
                <a:gd name="csX5" fmla="*/ 68379 w 84553"/>
                <a:gd name="csY5" fmla="*/ 0 h 74230"/>
                <a:gd name="csX6" fmla="*/ 84553 w 84553"/>
                <a:gd name="csY6" fmla="*/ 0 h 74230"/>
                <a:gd name="csX7" fmla="*/ 49004 w 84553"/>
                <a:gd name="csY7" fmla="*/ 74231 h 74230"/>
                <a:gd name="csX8" fmla="*/ 35532 w 84553"/>
                <a:gd name="csY8" fmla="*/ 74231 h 74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4553" h="74230">
                  <a:moveTo>
                    <a:pt x="35549" y="74231"/>
                  </a:moveTo>
                  <a:lnTo>
                    <a:pt x="0" y="0"/>
                  </a:lnTo>
                  <a:lnTo>
                    <a:pt x="16020" y="0"/>
                  </a:lnTo>
                  <a:cubicBezTo>
                    <a:pt x="16020" y="0"/>
                    <a:pt x="41427" y="53140"/>
                    <a:pt x="42045" y="55825"/>
                  </a:cubicBezTo>
                  <a:lnTo>
                    <a:pt x="42354" y="55825"/>
                  </a:lnTo>
                  <a:cubicBezTo>
                    <a:pt x="42989" y="53131"/>
                    <a:pt x="68379" y="0"/>
                    <a:pt x="68379" y="0"/>
                  </a:cubicBezTo>
                  <a:lnTo>
                    <a:pt x="84553" y="0"/>
                  </a:lnTo>
                  <a:lnTo>
                    <a:pt x="49004" y="74231"/>
                  </a:lnTo>
                  <a:lnTo>
                    <a:pt x="35532" y="74231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E73856E-C5CC-2400-7A72-A63AD60AA987}"/>
                </a:ext>
              </a:extLst>
            </p:cNvPr>
            <p:cNvSpPr/>
            <p:nvPr/>
          </p:nvSpPr>
          <p:spPr>
            <a:xfrm>
              <a:off x="11298755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27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F319E36-850F-EA18-E5FE-A90DE55F6BC3}"/>
                </a:ext>
              </a:extLst>
            </p:cNvPr>
            <p:cNvSpPr/>
            <p:nvPr/>
          </p:nvSpPr>
          <p:spPr>
            <a:xfrm>
              <a:off x="11377723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44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9AF204C-9740-064D-56D1-622800A9CCE4}"/>
                </a:ext>
              </a:extLst>
            </p:cNvPr>
            <p:cNvSpPr/>
            <p:nvPr/>
          </p:nvSpPr>
          <p:spPr>
            <a:xfrm>
              <a:off x="11456536" y="6552888"/>
              <a:ext cx="74556" cy="77397"/>
            </a:xfrm>
            <a:custGeom>
              <a:avLst/>
              <a:gdLst>
                <a:gd name="csX0" fmla="*/ 74557 w 74556"/>
                <a:gd name="csY0" fmla="*/ 38699 h 77397"/>
                <a:gd name="csX1" fmla="*/ 74557 w 74556"/>
                <a:gd name="csY1" fmla="*/ 75810 h 77397"/>
                <a:gd name="csX2" fmla="*/ 61712 w 74556"/>
                <a:gd name="csY2" fmla="*/ 75810 h 77397"/>
                <a:gd name="csX3" fmla="*/ 60433 w 74556"/>
                <a:gd name="csY3" fmla="*/ 64234 h 77397"/>
                <a:gd name="csX4" fmla="*/ 35687 w 74556"/>
                <a:gd name="csY4" fmla="*/ 77397 h 77397"/>
                <a:gd name="csX5" fmla="*/ 0 w 74556"/>
                <a:gd name="csY5" fmla="*/ 38699 h 77397"/>
                <a:gd name="csX6" fmla="*/ 37583 w 74556"/>
                <a:gd name="csY6" fmla="*/ 0 h 77397"/>
                <a:gd name="csX7" fmla="*/ 74557 w 74556"/>
                <a:gd name="csY7" fmla="*/ 38699 h 77397"/>
                <a:gd name="csX8" fmla="*/ 59953 w 74556"/>
                <a:gd name="csY8" fmla="*/ 38699 h 77397"/>
                <a:gd name="csX9" fmla="*/ 37583 w 74556"/>
                <a:gd name="csY9" fmla="*/ 13326 h 77397"/>
                <a:gd name="csX10" fmla="*/ 14596 w 74556"/>
                <a:gd name="csY10" fmla="*/ 38699 h 77397"/>
                <a:gd name="csX11" fmla="*/ 37583 w 74556"/>
                <a:gd name="csY11" fmla="*/ 64071 h 77397"/>
                <a:gd name="csX12" fmla="*/ 59953 w 74556"/>
                <a:gd name="csY12" fmla="*/ 38699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4556" h="77397">
                  <a:moveTo>
                    <a:pt x="74557" y="38699"/>
                  </a:moveTo>
                  <a:lnTo>
                    <a:pt x="74557" y="75810"/>
                  </a:lnTo>
                  <a:lnTo>
                    <a:pt x="61712" y="75810"/>
                  </a:lnTo>
                  <a:lnTo>
                    <a:pt x="60433" y="64234"/>
                  </a:lnTo>
                  <a:cubicBezTo>
                    <a:pt x="54727" y="72806"/>
                    <a:pt x="44739" y="77397"/>
                    <a:pt x="35687" y="77397"/>
                  </a:cubicBezTo>
                  <a:cubicBezTo>
                    <a:pt x="15385" y="77397"/>
                    <a:pt x="0" y="61223"/>
                    <a:pt x="0" y="38699"/>
                  </a:cubicBezTo>
                  <a:cubicBezTo>
                    <a:pt x="0" y="16174"/>
                    <a:pt x="16492" y="0"/>
                    <a:pt x="37583" y="0"/>
                  </a:cubicBezTo>
                  <a:cubicBezTo>
                    <a:pt x="56950" y="0"/>
                    <a:pt x="74557" y="13952"/>
                    <a:pt x="74557" y="38699"/>
                  </a:cubicBezTo>
                  <a:close/>
                  <a:moveTo>
                    <a:pt x="59953" y="38699"/>
                  </a:moveTo>
                  <a:cubicBezTo>
                    <a:pt x="59953" y="22370"/>
                    <a:pt x="49176" y="13326"/>
                    <a:pt x="37583" y="13326"/>
                  </a:cubicBezTo>
                  <a:cubicBezTo>
                    <a:pt x="24892" y="13326"/>
                    <a:pt x="14596" y="23485"/>
                    <a:pt x="14596" y="38699"/>
                  </a:cubicBezTo>
                  <a:cubicBezTo>
                    <a:pt x="14596" y="53912"/>
                    <a:pt x="24120" y="64071"/>
                    <a:pt x="37583" y="64071"/>
                  </a:cubicBezTo>
                  <a:cubicBezTo>
                    <a:pt x="49021" y="64071"/>
                    <a:pt x="59953" y="54547"/>
                    <a:pt x="59953" y="38699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7D8B2CD-C1AB-3C32-A5B8-986A097A02C1}"/>
                </a:ext>
              </a:extLst>
            </p:cNvPr>
            <p:cNvSpPr/>
            <p:nvPr/>
          </p:nvSpPr>
          <p:spPr>
            <a:xfrm>
              <a:off x="11540926" y="6552913"/>
              <a:ext cx="109145" cy="75946"/>
            </a:xfrm>
            <a:custGeom>
              <a:avLst/>
              <a:gdLst>
                <a:gd name="csX0" fmla="*/ 0 w 109145"/>
                <a:gd name="csY0" fmla="*/ 75792 h 75946"/>
                <a:gd name="csX1" fmla="*/ 0 w 109145"/>
                <a:gd name="csY1" fmla="*/ 31868 h 75946"/>
                <a:gd name="csX2" fmla="*/ 30461 w 109145"/>
                <a:gd name="csY2" fmla="*/ 0 h 75946"/>
                <a:gd name="csX3" fmla="*/ 54418 w 109145"/>
                <a:gd name="csY3" fmla="*/ 13489 h 75946"/>
                <a:gd name="csX4" fmla="*/ 54727 w 109145"/>
                <a:gd name="csY4" fmla="*/ 13489 h 75946"/>
                <a:gd name="csX5" fmla="*/ 78684 w 109145"/>
                <a:gd name="csY5" fmla="*/ 0 h 75946"/>
                <a:gd name="csX6" fmla="*/ 109145 w 109145"/>
                <a:gd name="csY6" fmla="*/ 31868 h 75946"/>
                <a:gd name="csX7" fmla="*/ 109145 w 109145"/>
                <a:gd name="csY7" fmla="*/ 75792 h 75946"/>
                <a:gd name="csX8" fmla="*/ 94558 w 109145"/>
                <a:gd name="csY8" fmla="*/ 75792 h 75946"/>
                <a:gd name="csX9" fmla="*/ 94558 w 109145"/>
                <a:gd name="csY9" fmla="*/ 32967 h 75946"/>
                <a:gd name="csX10" fmla="*/ 78229 w 109145"/>
                <a:gd name="csY10" fmla="*/ 13617 h 75946"/>
                <a:gd name="csX11" fmla="*/ 61901 w 109145"/>
                <a:gd name="csY11" fmla="*/ 33276 h 75946"/>
                <a:gd name="csX12" fmla="*/ 61901 w 109145"/>
                <a:gd name="csY12" fmla="*/ 75947 h 75946"/>
                <a:gd name="csX13" fmla="*/ 47314 w 109145"/>
                <a:gd name="csY13" fmla="*/ 75947 h 75946"/>
                <a:gd name="csX14" fmla="*/ 47314 w 109145"/>
                <a:gd name="csY14" fmla="*/ 33276 h 75946"/>
                <a:gd name="csX15" fmla="*/ 30985 w 109145"/>
                <a:gd name="csY15" fmla="*/ 13617 h 75946"/>
                <a:gd name="csX16" fmla="*/ 14656 w 109145"/>
                <a:gd name="csY16" fmla="*/ 32967 h 75946"/>
                <a:gd name="csX17" fmla="*/ 14656 w 109145"/>
                <a:gd name="csY17" fmla="*/ 75792 h 75946"/>
                <a:gd name="csX18" fmla="*/ 34 w 109145"/>
                <a:gd name="csY18" fmla="*/ 75792 h 75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09145" h="75946">
                  <a:moveTo>
                    <a:pt x="0" y="75792"/>
                  </a:moveTo>
                  <a:lnTo>
                    <a:pt x="0" y="31868"/>
                  </a:lnTo>
                  <a:cubicBezTo>
                    <a:pt x="0" y="13309"/>
                    <a:pt x="11901" y="0"/>
                    <a:pt x="30461" y="0"/>
                  </a:cubicBezTo>
                  <a:cubicBezTo>
                    <a:pt x="45366" y="0"/>
                    <a:pt x="53294" y="9988"/>
                    <a:pt x="54418" y="13489"/>
                  </a:cubicBezTo>
                  <a:lnTo>
                    <a:pt x="54727" y="13489"/>
                  </a:lnTo>
                  <a:cubicBezTo>
                    <a:pt x="55834" y="10005"/>
                    <a:pt x="63763" y="0"/>
                    <a:pt x="78684" y="0"/>
                  </a:cubicBezTo>
                  <a:cubicBezTo>
                    <a:pt x="97244" y="0"/>
                    <a:pt x="109145" y="13317"/>
                    <a:pt x="109145" y="31868"/>
                  </a:cubicBezTo>
                  <a:lnTo>
                    <a:pt x="109145" y="75792"/>
                  </a:lnTo>
                  <a:lnTo>
                    <a:pt x="94558" y="75792"/>
                  </a:lnTo>
                  <a:lnTo>
                    <a:pt x="94558" y="32967"/>
                  </a:lnTo>
                  <a:cubicBezTo>
                    <a:pt x="94558" y="20911"/>
                    <a:pt x="89161" y="13617"/>
                    <a:pt x="78229" y="13617"/>
                  </a:cubicBezTo>
                  <a:cubicBezTo>
                    <a:pt x="67298" y="13617"/>
                    <a:pt x="61901" y="20911"/>
                    <a:pt x="61901" y="33276"/>
                  </a:cubicBezTo>
                  <a:lnTo>
                    <a:pt x="61901" y="75947"/>
                  </a:lnTo>
                  <a:lnTo>
                    <a:pt x="47314" y="75947"/>
                  </a:lnTo>
                  <a:lnTo>
                    <a:pt x="47314" y="33276"/>
                  </a:lnTo>
                  <a:cubicBezTo>
                    <a:pt x="47314" y="20911"/>
                    <a:pt x="41916" y="13617"/>
                    <a:pt x="30985" y="13617"/>
                  </a:cubicBezTo>
                  <a:cubicBezTo>
                    <a:pt x="20053" y="13617"/>
                    <a:pt x="14656" y="20911"/>
                    <a:pt x="14656" y="32967"/>
                  </a:cubicBezTo>
                  <a:lnTo>
                    <a:pt x="14656" y="75792"/>
                  </a:lnTo>
                  <a:lnTo>
                    <a:pt x="34" y="75792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</p:spTree>
    <p:extLst>
      <p:ext uri="{BB962C8B-B14F-4D97-AF65-F5344CB8AC3E}">
        <p14:creationId xmlns:p14="http://schemas.microsoft.com/office/powerpoint/2010/main" val="3980640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Ligh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7F3CD6F-097A-C3F1-1A51-5CAF36C098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5F8AE6DE-7D30-4D76-53F2-DA9C3AF397A6}"/>
              </a:ext>
            </a:extLst>
          </p:cNvPr>
          <p:cNvGrpSpPr/>
          <p:nvPr userDrawn="1"/>
        </p:nvGrpSpPr>
        <p:grpSpPr>
          <a:xfrm>
            <a:off x="11180146" y="6513177"/>
            <a:ext cx="516913" cy="156999"/>
            <a:chOff x="11180146" y="6513177"/>
            <a:chExt cx="516913" cy="156999"/>
          </a:xfrm>
        </p:grpSpPr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F0E7B79C-B216-01F8-087A-CB032A0F2D55}"/>
                </a:ext>
              </a:extLst>
            </p:cNvPr>
            <p:cNvSpPr/>
            <p:nvPr userDrawn="1"/>
          </p:nvSpPr>
          <p:spPr>
            <a:xfrm>
              <a:off x="11181347" y="6514378"/>
              <a:ext cx="514510" cy="154596"/>
            </a:xfrm>
            <a:custGeom>
              <a:avLst/>
              <a:gdLst>
                <a:gd name="csX0" fmla="*/ 43564 w 514510"/>
                <a:gd name="csY0" fmla="*/ 0 h 154596"/>
                <a:gd name="csX1" fmla="*/ 31319 w 514510"/>
                <a:gd name="csY1" fmla="*/ 5071 h 154596"/>
                <a:gd name="csX2" fmla="*/ 5071 w 514510"/>
                <a:gd name="csY2" fmla="*/ 31319 h 154596"/>
                <a:gd name="csX3" fmla="*/ 0 w 514510"/>
                <a:gd name="csY3" fmla="*/ 43564 h 154596"/>
                <a:gd name="csX4" fmla="*/ 0 w 514510"/>
                <a:gd name="csY4" fmla="*/ 154597 h 154596"/>
                <a:gd name="csX5" fmla="*/ 471222 w 514510"/>
                <a:gd name="csY5" fmla="*/ 154322 h 154596"/>
                <a:gd name="csX6" fmla="*/ 483466 w 514510"/>
                <a:gd name="csY6" fmla="*/ 149251 h 154596"/>
                <a:gd name="csX7" fmla="*/ 509423 w 514510"/>
                <a:gd name="csY7" fmla="*/ 123295 h 154596"/>
                <a:gd name="csX8" fmla="*/ 514494 w 514510"/>
                <a:gd name="csY8" fmla="*/ 111050 h 154596"/>
                <a:gd name="csX9" fmla="*/ 514511 w 514510"/>
                <a:gd name="csY9" fmla="*/ 0 h 154596"/>
                <a:gd name="csX10" fmla="*/ 43564 w 514510"/>
                <a:gd name="csY10" fmla="*/ 0 h 1545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14510" h="154596">
                  <a:moveTo>
                    <a:pt x="43564" y="0"/>
                  </a:moveTo>
                  <a:cubicBezTo>
                    <a:pt x="38973" y="0"/>
                    <a:pt x="34563" y="1828"/>
                    <a:pt x="31319" y="5071"/>
                  </a:cubicBezTo>
                  <a:lnTo>
                    <a:pt x="5071" y="31319"/>
                  </a:lnTo>
                  <a:cubicBezTo>
                    <a:pt x="1828" y="34563"/>
                    <a:pt x="0" y="38973"/>
                    <a:pt x="0" y="43564"/>
                  </a:cubicBezTo>
                  <a:lnTo>
                    <a:pt x="0" y="154597"/>
                  </a:lnTo>
                  <a:lnTo>
                    <a:pt x="471222" y="154322"/>
                  </a:lnTo>
                  <a:cubicBezTo>
                    <a:pt x="475812" y="154322"/>
                    <a:pt x="480223" y="152494"/>
                    <a:pt x="483466" y="149251"/>
                  </a:cubicBezTo>
                  <a:lnTo>
                    <a:pt x="509423" y="123295"/>
                  </a:lnTo>
                  <a:cubicBezTo>
                    <a:pt x="512666" y="120051"/>
                    <a:pt x="514494" y="115641"/>
                    <a:pt x="514494" y="111050"/>
                  </a:cubicBezTo>
                  <a:lnTo>
                    <a:pt x="514511" y="0"/>
                  </a:lnTo>
                  <a:lnTo>
                    <a:pt x="43564" y="0"/>
                  </a:lnTo>
                  <a:close/>
                </a:path>
              </a:pathLst>
            </a:custGeom>
            <a:solidFill>
              <a:srgbClr val="00D15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5DBE1C10-3E28-CE10-1D95-7C6A553815E3}"/>
                </a:ext>
              </a:extLst>
            </p:cNvPr>
            <p:cNvSpPr/>
            <p:nvPr userDrawn="1"/>
          </p:nvSpPr>
          <p:spPr>
            <a:xfrm>
              <a:off x="11180146" y="6513177"/>
              <a:ext cx="516913" cy="156999"/>
            </a:xfrm>
            <a:custGeom>
              <a:avLst/>
              <a:gdLst>
                <a:gd name="csX0" fmla="*/ 0 w 516913"/>
                <a:gd name="csY0" fmla="*/ 156999 h 156999"/>
                <a:gd name="csX1" fmla="*/ 0 w 516913"/>
                <a:gd name="csY1" fmla="*/ 44765 h 156999"/>
                <a:gd name="csX2" fmla="*/ 5423 w 516913"/>
                <a:gd name="csY2" fmla="*/ 31671 h 156999"/>
                <a:gd name="csX3" fmla="*/ 31671 w 516913"/>
                <a:gd name="csY3" fmla="*/ 5423 h 156999"/>
                <a:gd name="csX4" fmla="*/ 44765 w 516913"/>
                <a:gd name="csY4" fmla="*/ 0 h 156999"/>
                <a:gd name="csX5" fmla="*/ 516913 w 516913"/>
                <a:gd name="csY5" fmla="*/ 0 h 156999"/>
                <a:gd name="csX6" fmla="*/ 516896 w 516913"/>
                <a:gd name="csY6" fmla="*/ 112251 h 156999"/>
                <a:gd name="csX7" fmla="*/ 511473 w 516913"/>
                <a:gd name="csY7" fmla="*/ 125345 h 156999"/>
                <a:gd name="csX8" fmla="*/ 485517 w 516913"/>
                <a:gd name="csY8" fmla="*/ 151302 h 156999"/>
                <a:gd name="csX9" fmla="*/ 472423 w 516913"/>
                <a:gd name="csY9" fmla="*/ 156725 h 156999"/>
                <a:gd name="csX10" fmla="*/ 0 w 516913"/>
                <a:gd name="csY10" fmla="*/ 156999 h 156999"/>
                <a:gd name="csX11" fmla="*/ 44765 w 516913"/>
                <a:gd name="csY11" fmla="*/ 2403 h 156999"/>
                <a:gd name="csX12" fmla="*/ 33370 w 516913"/>
                <a:gd name="csY12" fmla="*/ 7122 h 156999"/>
                <a:gd name="csX13" fmla="*/ 7122 w 516913"/>
                <a:gd name="csY13" fmla="*/ 33370 h 156999"/>
                <a:gd name="csX14" fmla="*/ 2403 w 516913"/>
                <a:gd name="csY14" fmla="*/ 44765 h 156999"/>
                <a:gd name="csX15" fmla="*/ 2403 w 516913"/>
                <a:gd name="csY15" fmla="*/ 154597 h 156999"/>
                <a:gd name="csX16" fmla="*/ 472423 w 516913"/>
                <a:gd name="csY16" fmla="*/ 154322 h 156999"/>
                <a:gd name="csX17" fmla="*/ 483818 w 516913"/>
                <a:gd name="csY17" fmla="*/ 149603 h 156999"/>
                <a:gd name="csX18" fmla="*/ 509774 w 516913"/>
                <a:gd name="csY18" fmla="*/ 123646 h 156999"/>
                <a:gd name="csX19" fmla="*/ 514494 w 516913"/>
                <a:gd name="csY19" fmla="*/ 112251 h 156999"/>
                <a:gd name="csX20" fmla="*/ 514511 w 516913"/>
                <a:gd name="csY20" fmla="*/ 2403 h 156999"/>
                <a:gd name="csX21" fmla="*/ 44765 w 516913"/>
                <a:gd name="csY21" fmla="*/ 2403 h 156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516913" h="156999">
                  <a:moveTo>
                    <a:pt x="0" y="156999"/>
                  </a:moveTo>
                  <a:lnTo>
                    <a:pt x="0" y="44765"/>
                  </a:lnTo>
                  <a:cubicBezTo>
                    <a:pt x="0" y="39891"/>
                    <a:pt x="1974" y="35120"/>
                    <a:pt x="5423" y="31671"/>
                  </a:cubicBezTo>
                  <a:lnTo>
                    <a:pt x="31671" y="5423"/>
                  </a:lnTo>
                  <a:cubicBezTo>
                    <a:pt x="35120" y="1974"/>
                    <a:pt x="39891" y="0"/>
                    <a:pt x="44765" y="0"/>
                  </a:cubicBezTo>
                  <a:lnTo>
                    <a:pt x="516913" y="0"/>
                  </a:lnTo>
                  <a:lnTo>
                    <a:pt x="516896" y="112251"/>
                  </a:lnTo>
                  <a:cubicBezTo>
                    <a:pt x="516896" y="117125"/>
                    <a:pt x="514923" y="121905"/>
                    <a:pt x="511473" y="125345"/>
                  </a:cubicBezTo>
                  <a:lnTo>
                    <a:pt x="485517" y="151302"/>
                  </a:lnTo>
                  <a:cubicBezTo>
                    <a:pt x="482068" y="154751"/>
                    <a:pt x="477297" y="156725"/>
                    <a:pt x="472423" y="156725"/>
                  </a:cubicBezTo>
                  <a:lnTo>
                    <a:pt x="0" y="156999"/>
                  </a:lnTo>
                  <a:close/>
                  <a:moveTo>
                    <a:pt x="44765" y="2403"/>
                  </a:moveTo>
                  <a:cubicBezTo>
                    <a:pt x="40518" y="2403"/>
                    <a:pt x="36365" y="4119"/>
                    <a:pt x="33370" y="7122"/>
                  </a:cubicBezTo>
                  <a:lnTo>
                    <a:pt x="7122" y="33370"/>
                  </a:lnTo>
                  <a:cubicBezTo>
                    <a:pt x="4119" y="36373"/>
                    <a:pt x="2403" y="40526"/>
                    <a:pt x="2403" y="44765"/>
                  </a:cubicBezTo>
                  <a:lnTo>
                    <a:pt x="2403" y="154597"/>
                  </a:lnTo>
                  <a:lnTo>
                    <a:pt x="472423" y="154322"/>
                  </a:lnTo>
                  <a:cubicBezTo>
                    <a:pt x="476670" y="154322"/>
                    <a:pt x="480823" y="152606"/>
                    <a:pt x="483818" y="149603"/>
                  </a:cubicBezTo>
                  <a:lnTo>
                    <a:pt x="509774" y="123646"/>
                  </a:lnTo>
                  <a:cubicBezTo>
                    <a:pt x="512778" y="120643"/>
                    <a:pt x="514494" y="116490"/>
                    <a:pt x="514494" y="112251"/>
                  </a:cubicBezTo>
                  <a:lnTo>
                    <a:pt x="514511" y="2403"/>
                  </a:lnTo>
                  <a:lnTo>
                    <a:pt x="44765" y="2403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4" name="Graphic 3">
              <a:extLst>
                <a:ext uri="{FF2B5EF4-FFF2-40B4-BE49-F238E27FC236}">
                  <a16:creationId xmlns:a16="http://schemas.microsoft.com/office/drawing/2014/main" id="{6881E2E9-0384-ADEC-19D2-B9D617A295C2}"/>
                </a:ext>
              </a:extLst>
            </p:cNvPr>
            <p:cNvGrpSpPr/>
            <p:nvPr userDrawn="1"/>
          </p:nvGrpSpPr>
          <p:grpSpPr>
            <a:xfrm>
              <a:off x="11217977" y="6552879"/>
              <a:ext cx="432093" cy="77405"/>
              <a:chOff x="11217977" y="6552879"/>
              <a:chExt cx="432093" cy="77405"/>
            </a:xfrm>
            <a:solidFill>
              <a:srgbClr val="FFFFFF"/>
            </a:solidFill>
          </p:grpSpPr>
          <p:sp>
            <p:nvSpPr>
              <p:cNvPr id="5" name="Freeform 4">
                <a:extLst>
                  <a:ext uri="{FF2B5EF4-FFF2-40B4-BE49-F238E27FC236}">
                    <a16:creationId xmlns:a16="http://schemas.microsoft.com/office/drawing/2014/main" id="{F000C670-4A1A-1ACA-D2B8-DEE4DA91D7DE}"/>
                  </a:ext>
                </a:extLst>
              </p:cNvPr>
              <p:cNvSpPr/>
              <p:nvPr/>
            </p:nvSpPr>
            <p:spPr>
              <a:xfrm>
                <a:off x="11217977" y="6554492"/>
                <a:ext cx="84553" cy="74230"/>
              </a:xfrm>
              <a:custGeom>
                <a:avLst/>
                <a:gdLst>
                  <a:gd name="csX0" fmla="*/ 35549 w 84553"/>
                  <a:gd name="csY0" fmla="*/ 74231 h 74230"/>
                  <a:gd name="csX1" fmla="*/ 0 w 84553"/>
                  <a:gd name="csY1" fmla="*/ 0 h 74230"/>
                  <a:gd name="csX2" fmla="*/ 16020 w 84553"/>
                  <a:gd name="csY2" fmla="*/ 0 h 74230"/>
                  <a:gd name="csX3" fmla="*/ 42045 w 84553"/>
                  <a:gd name="csY3" fmla="*/ 55825 h 74230"/>
                  <a:gd name="csX4" fmla="*/ 42354 w 84553"/>
                  <a:gd name="csY4" fmla="*/ 55825 h 74230"/>
                  <a:gd name="csX5" fmla="*/ 68379 w 84553"/>
                  <a:gd name="csY5" fmla="*/ 0 h 74230"/>
                  <a:gd name="csX6" fmla="*/ 84553 w 84553"/>
                  <a:gd name="csY6" fmla="*/ 0 h 74230"/>
                  <a:gd name="csX7" fmla="*/ 49004 w 84553"/>
                  <a:gd name="csY7" fmla="*/ 74231 h 74230"/>
                  <a:gd name="csX8" fmla="*/ 35532 w 84553"/>
                  <a:gd name="csY8" fmla="*/ 74231 h 74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4553" h="74230">
                    <a:moveTo>
                      <a:pt x="35549" y="74231"/>
                    </a:moveTo>
                    <a:lnTo>
                      <a:pt x="0" y="0"/>
                    </a:lnTo>
                    <a:lnTo>
                      <a:pt x="16020" y="0"/>
                    </a:lnTo>
                    <a:cubicBezTo>
                      <a:pt x="16020" y="0"/>
                      <a:pt x="41427" y="53140"/>
                      <a:pt x="42045" y="55825"/>
                    </a:cubicBezTo>
                    <a:lnTo>
                      <a:pt x="42354" y="55825"/>
                    </a:lnTo>
                    <a:cubicBezTo>
                      <a:pt x="42989" y="53131"/>
                      <a:pt x="68379" y="0"/>
                      <a:pt x="68379" y="0"/>
                    </a:cubicBezTo>
                    <a:lnTo>
                      <a:pt x="84553" y="0"/>
                    </a:lnTo>
                    <a:lnTo>
                      <a:pt x="49004" y="74231"/>
                    </a:lnTo>
                    <a:lnTo>
                      <a:pt x="35532" y="74231"/>
                    </a:ln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F2CC61A4-9C00-A3BA-E761-950A9EB6FEE5}"/>
                  </a:ext>
                </a:extLst>
              </p:cNvPr>
              <p:cNvSpPr/>
              <p:nvPr/>
            </p:nvSpPr>
            <p:spPr>
              <a:xfrm>
                <a:off x="11298755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27" y="20791"/>
                      <a:pt x="15222" y="323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79FB00FA-17A7-CAD5-4583-0EB4735E3057}"/>
                  </a:ext>
                </a:extLst>
              </p:cNvPr>
              <p:cNvSpPr/>
              <p:nvPr/>
            </p:nvSpPr>
            <p:spPr>
              <a:xfrm>
                <a:off x="11377723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44" y="20791"/>
                      <a:pt x="15222" y="323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868B27E-6BE4-60C9-DDA0-769C35046E75}"/>
                  </a:ext>
                </a:extLst>
              </p:cNvPr>
              <p:cNvSpPr/>
              <p:nvPr/>
            </p:nvSpPr>
            <p:spPr>
              <a:xfrm>
                <a:off x="11456536" y="6552888"/>
                <a:ext cx="74556" cy="77397"/>
              </a:xfrm>
              <a:custGeom>
                <a:avLst/>
                <a:gdLst>
                  <a:gd name="csX0" fmla="*/ 74557 w 74556"/>
                  <a:gd name="csY0" fmla="*/ 38699 h 77397"/>
                  <a:gd name="csX1" fmla="*/ 74557 w 74556"/>
                  <a:gd name="csY1" fmla="*/ 75810 h 77397"/>
                  <a:gd name="csX2" fmla="*/ 61712 w 74556"/>
                  <a:gd name="csY2" fmla="*/ 75810 h 77397"/>
                  <a:gd name="csX3" fmla="*/ 60433 w 74556"/>
                  <a:gd name="csY3" fmla="*/ 64234 h 77397"/>
                  <a:gd name="csX4" fmla="*/ 35687 w 74556"/>
                  <a:gd name="csY4" fmla="*/ 77397 h 77397"/>
                  <a:gd name="csX5" fmla="*/ 0 w 74556"/>
                  <a:gd name="csY5" fmla="*/ 38699 h 77397"/>
                  <a:gd name="csX6" fmla="*/ 37583 w 74556"/>
                  <a:gd name="csY6" fmla="*/ 0 h 77397"/>
                  <a:gd name="csX7" fmla="*/ 74557 w 74556"/>
                  <a:gd name="csY7" fmla="*/ 38699 h 77397"/>
                  <a:gd name="csX8" fmla="*/ 59953 w 74556"/>
                  <a:gd name="csY8" fmla="*/ 38699 h 77397"/>
                  <a:gd name="csX9" fmla="*/ 37583 w 74556"/>
                  <a:gd name="csY9" fmla="*/ 13326 h 77397"/>
                  <a:gd name="csX10" fmla="*/ 14596 w 74556"/>
                  <a:gd name="csY10" fmla="*/ 38699 h 77397"/>
                  <a:gd name="csX11" fmla="*/ 37583 w 74556"/>
                  <a:gd name="csY11" fmla="*/ 64071 h 77397"/>
                  <a:gd name="csX12" fmla="*/ 59953 w 74556"/>
                  <a:gd name="csY12" fmla="*/ 38699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74556" h="77397">
                    <a:moveTo>
                      <a:pt x="74557" y="38699"/>
                    </a:moveTo>
                    <a:lnTo>
                      <a:pt x="74557" y="75810"/>
                    </a:lnTo>
                    <a:lnTo>
                      <a:pt x="61712" y="75810"/>
                    </a:lnTo>
                    <a:lnTo>
                      <a:pt x="60433" y="64234"/>
                    </a:lnTo>
                    <a:cubicBezTo>
                      <a:pt x="54727" y="72806"/>
                      <a:pt x="44739" y="77397"/>
                      <a:pt x="35687" y="77397"/>
                    </a:cubicBezTo>
                    <a:cubicBezTo>
                      <a:pt x="15385" y="77397"/>
                      <a:pt x="0" y="61223"/>
                      <a:pt x="0" y="38699"/>
                    </a:cubicBezTo>
                    <a:cubicBezTo>
                      <a:pt x="0" y="16174"/>
                      <a:pt x="16492" y="0"/>
                      <a:pt x="37583" y="0"/>
                    </a:cubicBezTo>
                    <a:cubicBezTo>
                      <a:pt x="56950" y="0"/>
                      <a:pt x="74557" y="13952"/>
                      <a:pt x="74557" y="38699"/>
                    </a:cubicBezTo>
                    <a:close/>
                    <a:moveTo>
                      <a:pt x="59953" y="38699"/>
                    </a:moveTo>
                    <a:cubicBezTo>
                      <a:pt x="59953" y="22370"/>
                      <a:pt x="49176" y="13326"/>
                      <a:pt x="37583" y="13326"/>
                    </a:cubicBezTo>
                    <a:cubicBezTo>
                      <a:pt x="24892" y="13326"/>
                      <a:pt x="14596" y="23485"/>
                      <a:pt x="14596" y="38699"/>
                    </a:cubicBezTo>
                    <a:cubicBezTo>
                      <a:pt x="14596" y="53912"/>
                      <a:pt x="24120" y="64071"/>
                      <a:pt x="37583" y="64071"/>
                    </a:cubicBezTo>
                    <a:cubicBezTo>
                      <a:pt x="49021" y="64071"/>
                      <a:pt x="59953" y="54547"/>
                      <a:pt x="59953" y="38699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FCA05A2C-3E40-50C4-F3E1-5F3C896AD9E5}"/>
                  </a:ext>
                </a:extLst>
              </p:cNvPr>
              <p:cNvSpPr/>
              <p:nvPr/>
            </p:nvSpPr>
            <p:spPr>
              <a:xfrm>
                <a:off x="11540926" y="6552913"/>
                <a:ext cx="109145" cy="75946"/>
              </a:xfrm>
              <a:custGeom>
                <a:avLst/>
                <a:gdLst>
                  <a:gd name="csX0" fmla="*/ 0 w 109145"/>
                  <a:gd name="csY0" fmla="*/ 75792 h 75946"/>
                  <a:gd name="csX1" fmla="*/ 0 w 109145"/>
                  <a:gd name="csY1" fmla="*/ 31868 h 75946"/>
                  <a:gd name="csX2" fmla="*/ 30461 w 109145"/>
                  <a:gd name="csY2" fmla="*/ 0 h 75946"/>
                  <a:gd name="csX3" fmla="*/ 54418 w 109145"/>
                  <a:gd name="csY3" fmla="*/ 13489 h 75946"/>
                  <a:gd name="csX4" fmla="*/ 54727 w 109145"/>
                  <a:gd name="csY4" fmla="*/ 13489 h 75946"/>
                  <a:gd name="csX5" fmla="*/ 78684 w 109145"/>
                  <a:gd name="csY5" fmla="*/ 0 h 75946"/>
                  <a:gd name="csX6" fmla="*/ 109145 w 109145"/>
                  <a:gd name="csY6" fmla="*/ 31868 h 75946"/>
                  <a:gd name="csX7" fmla="*/ 109145 w 109145"/>
                  <a:gd name="csY7" fmla="*/ 75792 h 75946"/>
                  <a:gd name="csX8" fmla="*/ 94558 w 109145"/>
                  <a:gd name="csY8" fmla="*/ 75792 h 75946"/>
                  <a:gd name="csX9" fmla="*/ 94558 w 109145"/>
                  <a:gd name="csY9" fmla="*/ 32967 h 75946"/>
                  <a:gd name="csX10" fmla="*/ 78229 w 109145"/>
                  <a:gd name="csY10" fmla="*/ 13617 h 75946"/>
                  <a:gd name="csX11" fmla="*/ 61901 w 109145"/>
                  <a:gd name="csY11" fmla="*/ 33276 h 75946"/>
                  <a:gd name="csX12" fmla="*/ 61901 w 109145"/>
                  <a:gd name="csY12" fmla="*/ 75947 h 75946"/>
                  <a:gd name="csX13" fmla="*/ 47314 w 109145"/>
                  <a:gd name="csY13" fmla="*/ 75947 h 75946"/>
                  <a:gd name="csX14" fmla="*/ 47314 w 109145"/>
                  <a:gd name="csY14" fmla="*/ 33276 h 75946"/>
                  <a:gd name="csX15" fmla="*/ 30985 w 109145"/>
                  <a:gd name="csY15" fmla="*/ 13617 h 75946"/>
                  <a:gd name="csX16" fmla="*/ 14656 w 109145"/>
                  <a:gd name="csY16" fmla="*/ 32967 h 75946"/>
                  <a:gd name="csX17" fmla="*/ 14656 w 109145"/>
                  <a:gd name="csY17" fmla="*/ 75792 h 75946"/>
                  <a:gd name="csX18" fmla="*/ 34 w 109145"/>
                  <a:gd name="csY18" fmla="*/ 75792 h 759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109145" h="75946">
                    <a:moveTo>
                      <a:pt x="0" y="75792"/>
                    </a:moveTo>
                    <a:lnTo>
                      <a:pt x="0" y="31868"/>
                    </a:lnTo>
                    <a:cubicBezTo>
                      <a:pt x="0" y="13309"/>
                      <a:pt x="11901" y="0"/>
                      <a:pt x="30461" y="0"/>
                    </a:cubicBezTo>
                    <a:cubicBezTo>
                      <a:pt x="45366" y="0"/>
                      <a:pt x="53294" y="9988"/>
                      <a:pt x="54418" y="13489"/>
                    </a:cubicBezTo>
                    <a:lnTo>
                      <a:pt x="54727" y="13489"/>
                    </a:lnTo>
                    <a:cubicBezTo>
                      <a:pt x="55834" y="10005"/>
                      <a:pt x="63763" y="0"/>
                      <a:pt x="78684" y="0"/>
                    </a:cubicBezTo>
                    <a:cubicBezTo>
                      <a:pt x="97244" y="0"/>
                      <a:pt x="109145" y="13317"/>
                      <a:pt x="109145" y="31868"/>
                    </a:cubicBezTo>
                    <a:lnTo>
                      <a:pt x="109145" y="75792"/>
                    </a:lnTo>
                    <a:lnTo>
                      <a:pt x="94558" y="75792"/>
                    </a:lnTo>
                    <a:lnTo>
                      <a:pt x="94558" y="32967"/>
                    </a:lnTo>
                    <a:cubicBezTo>
                      <a:pt x="94558" y="20911"/>
                      <a:pt x="89161" y="13617"/>
                      <a:pt x="78229" y="13617"/>
                    </a:cubicBezTo>
                    <a:cubicBezTo>
                      <a:pt x="67298" y="13617"/>
                      <a:pt x="61901" y="20911"/>
                      <a:pt x="61901" y="33276"/>
                    </a:cubicBezTo>
                    <a:lnTo>
                      <a:pt x="61901" y="75947"/>
                    </a:lnTo>
                    <a:lnTo>
                      <a:pt x="47314" y="75947"/>
                    </a:lnTo>
                    <a:lnTo>
                      <a:pt x="47314" y="33276"/>
                    </a:lnTo>
                    <a:cubicBezTo>
                      <a:pt x="47314" y="20911"/>
                      <a:pt x="41916" y="13617"/>
                      <a:pt x="30985" y="13617"/>
                    </a:cubicBezTo>
                    <a:cubicBezTo>
                      <a:pt x="20053" y="13617"/>
                      <a:pt x="14656" y="20911"/>
                      <a:pt x="14656" y="32967"/>
                    </a:cubicBezTo>
                    <a:lnTo>
                      <a:pt x="14656" y="75792"/>
                    </a:lnTo>
                    <a:lnTo>
                      <a:pt x="34" y="75792"/>
                    </a:ln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6627E348-94B3-BD2E-E135-9CDABCB22B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599" y="2587371"/>
            <a:ext cx="8940800" cy="1721393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6600"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Section Divider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BB5CBC24-448E-3059-67DC-7394BC4EDA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6599" y="4484713"/>
            <a:ext cx="8940800" cy="941596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rgbClr val="002060"/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36A83C9-8FB7-7B16-C735-7DED4F3E8B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346" y="2095618"/>
            <a:ext cx="669737" cy="27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9204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Dar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7B6190-AA75-02A1-3DC5-DF523E0BF7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861AD86-A9D9-99CC-7BBD-968A353747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599" y="2286673"/>
            <a:ext cx="8940800" cy="2492830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5400" b="1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8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quote </a:t>
            </a:r>
            <a:br>
              <a:rPr lang="ru-RU"/>
            </a:br>
            <a:r>
              <a:rPr lang="en-US"/>
              <a:t>or call-out title style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4A3F2B53-0FB8-5AC7-9C50-AA54EBC56314}"/>
              </a:ext>
            </a:extLst>
          </p:cNvPr>
          <p:cNvSpPr/>
          <p:nvPr userDrawn="1"/>
        </p:nvSpPr>
        <p:spPr>
          <a:xfrm>
            <a:off x="526128" y="1947004"/>
            <a:ext cx="543873" cy="543873"/>
          </a:xfrm>
          <a:custGeom>
            <a:avLst/>
            <a:gdLst/>
            <a:ahLst/>
            <a:cxnLst/>
            <a:rect l="l" t="t" r="r" b="b"/>
            <a:pathLst>
              <a:path w="828675" h="828675">
                <a:moveTo>
                  <a:pt x="828121" y="0"/>
                </a:moveTo>
                <a:lnTo>
                  <a:pt x="511712" y="565"/>
                </a:lnTo>
                <a:lnTo>
                  <a:pt x="468206" y="4936"/>
                </a:lnTo>
                <a:lnTo>
                  <a:pt x="426776" y="17574"/>
                </a:lnTo>
                <a:lnTo>
                  <a:pt x="388579" y="37999"/>
                </a:lnTo>
                <a:lnTo>
                  <a:pt x="354774" y="65736"/>
                </a:lnTo>
                <a:lnTo>
                  <a:pt x="65736" y="354774"/>
                </a:lnTo>
                <a:lnTo>
                  <a:pt x="38004" y="388579"/>
                </a:lnTo>
                <a:lnTo>
                  <a:pt x="17577" y="426774"/>
                </a:lnTo>
                <a:lnTo>
                  <a:pt x="4938" y="468201"/>
                </a:lnTo>
                <a:lnTo>
                  <a:pt x="565" y="511701"/>
                </a:lnTo>
                <a:lnTo>
                  <a:pt x="0" y="828110"/>
                </a:lnTo>
                <a:lnTo>
                  <a:pt x="235553" y="828110"/>
                </a:lnTo>
                <a:lnTo>
                  <a:pt x="236087" y="280776"/>
                </a:lnTo>
                <a:lnTo>
                  <a:pt x="239616" y="263356"/>
                </a:lnTo>
                <a:lnTo>
                  <a:pt x="249213" y="249132"/>
                </a:lnTo>
                <a:lnTo>
                  <a:pt x="263438" y="239540"/>
                </a:lnTo>
                <a:lnTo>
                  <a:pt x="280850" y="236013"/>
                </a:lnTo>
                <a:lnTo>
                  <a:pt x="828121" y="235553"/>
                </a:lnTo>
                <a:lnTo>
                  <a:pt x="828121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4F5860"/>
              </a:solidFill>
              <a:effectLst/>
              <a:uLnTx/>
              <a:uFillTx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E877CDC-9F61-CF2A-EEE2-EAC796A8BE38}"/>
              </a:ext>
            </a:extLst>
          </p:cNvPr>
          <p:cNvGrpSpPr/>
          <p:nvPr userDrawn="1"/>
        </p:nvGrpSpPr>
        <p:grpSpPr>
          <a:xfrm>
            <a:off x="11180146" y="6513177"/>
            <a:ext cx="516913" cy="156999"/>
            <a:chOff x="11180146" y="6513177"/>
            <a:chExt cx="516913" cy="156999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C99B9-2175-11B3-2E6D-175A47E3C819}"/>
                </a:ext>
              </a:extLst>
            </p:cNvPr>
            <p:cNvSpPr/>
            <p:nvPr userDrawn="1"/>
          </p:nvSpPr>
          <p:spPr>
            <a:xfrm>
              <a:off x="11181347" y="6514378"/>
              <a:ext cx="514510" cy="154596"/>
            </a:xfrm>
            <a:custGeom>
              <a:avLst/>
              <a:gdLst>
                <a:gd name="csX0" fmla="*/ 43564 w 514510"/>
                <a:gd name="csY0" fmla="*/ 0 h 154596"/>
                <a:gd name="csX1" fmla="*/ 31319 w 514510"/>
                <a:gd name="csY1" fmla="*/ 5071 h 154596"/>
                <a:gd name="csX2" fmla="*/ 5071 w 514510"/>
                <a:gd name="csY2" fmla="*/ 31319 h 154596"/>
                <a:gd name="csX3" fmla="*/ 0 w 514510"/>
                <a:gd name="csY3" fmla="*/ 43564 h 154596"/>
                <a:gd name="csX4" fmla="*/ 0 w 514510"/>
                <a:gd name="csY4" fmla="*/ 154597 h 154596"/>
                <a:gd name="csX5" fmla="*/ 471222 w 514510"/>
                <a:gd name="csY5" fmla="*/ 154322 h 154596"/>
                <a:gd name="csX6" fmla="*/ 483466 w 514510"/>
                <a:gd name="csY6" fmla="*/ 149251 h 154596"/>
                <a:gd name="csX7" fmla="*/ 509423 w 514510"/>
                <a:gd name="csY7" fmla="*/ 123295 h 154596"/>
                <a:gd name="csX8" fmla="*/ 514494 w 514510"/>
                <a:gd name="csY8" fmla="*/ 111050 h 154596"/>
                <a:gd name="csX9" fmla="*/ 514511 w 514510"/>
                <a:gd name="csY9" fmla="*/ 0 h 154596"/>
                <a:gd name="csX10" fmla="*/ 43564 w 514510"/>
                <a:gd name="csY10" fmla="*/ 0 h 1545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14510" h="154596">
                  <a:moveTo>
                    <a:pt x="43564" y="0"/>
                  </a:moveTo>
                  <a:cubicBezTo>
                    <a:pt x="38973" y="0"/>
                    <a:pt x="34563" y="1828"/>
                    <a:pt x="31319" y="5071"/>
                  </a:cubicBezTo>
                  <a:lnTo>
                    <a:pt x="5071" y="31319"/>
                  </a:lnTo>
                  <a:cubicBezTo>
                    <a:pt x="1828" y="34563"/>
                    <a:pt x="0" y="38973"/>
                    <a:pt x="0" y="43564"/>
                  </a:cubicBezTo>
                  <a:lnTo>
                    <a:pt x="0" y="154597"/>
                  </a:lnTo>
                  <a:lnTo>
                    <a:pt x="471222" y="154322"/>
                  </a:lnTo>
                  <a:cubicBezTo>
                    <a:pt x="475812" y="154322"/>
                    <a:pt x="480223" y="152494"/>
                    <a:pt x="483466" y="149251"/>
                  </a:cubicBezTo>
                  <a:lnTo>
                    <a:pt x="509423" y="123295"/>
                  </a:lnTo>
                  <a:cubicBezTo>
                    <a:pt x="512666" y="120051"/>
                    <a:pt x="514494" y="115641"/>
                    <a:pt x="514494" y="111050"/>
                  </a:cubicBezTo>
                  <a:lnTo>
                    <a:pt x="514511" y="0"/>
                  </a:lnTo>
                  <a:lnTo>
                    <a:pt x="43564" y="0"/>
                  </a:lnTo>
                  <a:close/>
                </a:path>
              </a:pathLst>
            </a:custGeom>
            <a:solidFill>
              <a:schemeClr val="bg1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70A1A9E5-FDF1-FDEE-D28B-33E6C1ECE3E9}"/>
                </a:ext>
              </a:extLst>
            </p:cNvPr>
            <p:cNvSpPr/>
            <p:nvPr userDrawn="1"/>
          </p:nvSpPr>
          <p:spPr>
            <a:xfrm>
              <a:off x="11180146" y="6513177"/>
              <a:ext cx="516913" cy="156999"/>
            </a:xfrm>
            <a:custGeom>
              <a:avLst/>
              <a:gdLst>
                <a:gd name="csX0" fmla="*/ 0 w 516913"/>
                <a:gd name="csY0" fmla="*/ 156999 h 156999"/>
                <a:gd name="csX1" fmla="*/ 0 w 516913"/>
                <a:gd name="csY1" fmla="*/ 44765 h 156999"/>
                <a:gd name="csX2" fmla="*/ 5423 w 516913"/>
                <a:gd name="csY2" fmla="*/ 31671 h 156999"/>
                <a:gd name="csX3" fmla="*/ 31671 w 516913"/>
                <a:gd name="csY3" fmla="*/ 5423 h 156999"/>
                <a:gd name="csX4" fmla="*/ 44765 w 516913"/>
                <a:gd name="csY4" fmla="*/ 0 h 156999"/>
                <a:gd name="csX5" fmla="*/ 516913 w 516913"/>
                <a:gd name="csY5" fmla="*/ 0 h 156999"/>
                <a:gd name="csX6" fmla="*/ 516896 w 516913"/>
                <a:gd name="csY6" fmla="*/ 112251 h 156999"/>
                <a:gd name="csX7" fmla="*/ 511473 w 516913"/>
                <a:gd name="csY7" fmla="*/ 125345 h 156999"/>
                <a:gd name="csX8" fmla="*/ 485517 w 516913"/>
                <a:gd name="csY8" fmla="*/ 151302 h 156999"/>
                <a:gd name="csX9" fmla="*/ 472423 w 516913"/>
                <a:gd name="csY9" fmla="*/ 156725 h 156999"/>
                <a:gd name="csX10" fmla="*/ 0 w 516913"/>
                <a:gd name="csY10" fmla="*/ 156999 h 156999"/>
                <a:gd name="csX11" fmla="*/ 44765 w 516913"/>
                <a:gd name="csY11" fmla="*/ 2403 h 156999"/>
                <a:gd name="csX12" fmla="*/ 33370 w 516913"/>
                <a:gd name="csY12" fmla="*/ 7122 h 156999"/>
                <a:gd name="csX13" fmla="*/ 7122 w 516913"/>
                <a:gd name="csY13" fmla="*/ 33370 h 156999"/>
                <a:gd name="csX14" fmla="*/ 2403 w 516913"/>
                <a:gd name="csY14" fmla="*/ 44765 h 156999"/>
                <a:gd name="csX15" fmla="*/ 2403 w 516913"/>
                <a:gd name="csY15" fmla="*/ 154597 h 156999"/>
                <a:gd name="csX16" fmla="*/ 472423 w 516913"/>
                <a:gd name="csY16" fmla="*/ 154322 h 156999"/>
                <a:gd name="csX17" fmla="*/ 483818 w 516913"/>
                <a:gd name="csY17" fmla="*/ 149603 h 156999"/>
                <a:gd name="csX18" fmla="*/ 509774 w 516913"/>
                <a:gd name="csY18" fmla="*/ 123646 h 156999"/>
                <a:gd name="csX19" fmla="*/ 514494 w 516913"/>
                <a:gd name="csY19" fmla="*/ 112251 h 156999"/>
                <a:gd name="csX20" fmla="*/ 514511 w 516913"/>
                <a:gd name="csY20" fmla="*/ 2403 h 156999"/>
                <a:gd name="csX21" fmla="*/ 44765 w 516913"/>
                <a:gd name="csY21" fmla="*/ 2403 h 156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516913" h="156999">
                  <a:moveTo>
                    <a:pt x="0" y="156999"/>
                  </a:moveTo>
                  <a:lnTo>
                    <a:pt x="0" y="44765"/>
                  </a:lnTo>
                  <a:cubicBezTo>
                    <a:pt x="0" y="39891"/>
                    <a:pt x="1974" y="35120"/>
                    <a:pt x="5423" y="31671"/>
                  </a:cubicBezTo>
                  <a:lnTo>
                    <a:pt x="31671" y="5423"/>
                  </a:lnTo>
                  <a:cubicBezTo>
                    <a:pt x="35120" y="1974"/>
                    <a:pt x="39891" y="0"/>
                    <a:pt x="44765" y="0"/>
                  </a:cubicBezTo>
                  <a:lnTo>
                    <a:pt x="516913" y="0"/>
                  </a:lnTo>
                  <a:lnTo>
                    <a:pt x="516896" y="112251"/>
                  </a:lnTo>
                  <a:cubicBezTo>
                    <a:pt x="516896" y="117125"/>
                    <a:pt x="514923" y="121905"/>
                    <a:pt x="511473" y="125345"/>
                  </a:cubicBezTo>
                  <a:lnTo>
                    <a:pt x="485517" y="151302"/>
                  </a:lnTo>
                  <a:cubicBezTo>
                    <a:pt x="482068" y="154751"/>
                    <a:pt x="477297" y="156725"/>
                    <a:pt x="472423" y="156725"/>
                  </a:cubicBezTo>
                  <a:lnTo>
                    <a:pt x="0" y="156999"/>
                  </a:lnTo>
                  <a:close/>
                  <a:moveTo>
                    <a:pt x="44765" y="2403"/>
                  </a:moveTo>
                  <a:cubicBezTo>
                    <a:pt x="40518" y="2403"/>
                    <a:pt x="36365" y="4119"/>
                    <a:pt x="33370" y="7122"/>
                  </a:cubicBezTo>
                  <a:lnTo>
                    <a:pt x="7122" y="33370"/>
                  </a:lnTo>
                  <a:cubicBezTo>
                    <a:pt x="4119" y="36373"/>
                    <a:pt x="2403" y="40526"/>
                    <a:pt x="2403" y="44765"/>
                  </a:cubicBezTo>
                  <a:lnTo>
                    <a:pt x="2403" y="154597"/>
                  </a:lnTo>
                  <a:lnTo>
                    <a:pt x="472423" y="154322"/>
                  </a:lnTo>
                  <a:cubicBezTo>
                    <a:pt x="476670" y="154322"/>
                    <a:pt x="480823" y="152606"/>
                    <a:pt x="483818" y="149603"/>
                  </a:cubicBezTo>
                  <a:lnTo>
                    <a:pt x="509774" y="123646"/>
                  </a:lnTo>
                  <a:cubicBezTo>
                    <a:pt x="512778" y="120643"/>
                    <a:pt x="514494" y="116490"/>
                    <a:pt x="514494" y="112251"/>
                  </a:cubicBezTo>
                  <a:lnTo>
                    <a:pt x="514511" y="2403"/>
                  </a:lnTo>
                  <a:lnTo>
                    <a:pt x="44765" y="2403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14" name="Graphic 3">
              <a:extLst>
                <a:ext uri="{FF2B5EF4-FFF2-40B4-BE49-F238E27FC236}">
                  <a16:creationId xmlns:a16="http://schemas.microsoft.com/office/drawing/2014/main" id="{D5915BA5-E4C9-0887-EBD8-8FD84356517B}"/>
                </a:ext>
              </a:extLst>
            </p:cNvPr>
            <p:cNvGrpSpPr/>
            <p:nvPr userDrawn="1"/>
          </p:nvGrpSpPr>
          <p:grpSpPr>
            <a:xfrm>
              <a:off x="11217977" y="6552879"/>
              <a:ext cx="432093" cy="77405"/>
              <a:chOff x="11217977" y="6552879"/>
              <a:chExt cx="432093" cy="77405"/>
            </a:xfrm>
            <a:solidFill>
              <a:srgbClr val="FFFFFF"/>
            </a:solidFill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049ED37F-714C-E0EE-7BCC-53659B30F527}"/>
                  </a:ext>
                </a:extLst>
              </p:cNvPr>
              <p:cNvSpPr/>
              <p:nvPr/>
            </p:nvSpPr>
            <p:spPr>
              <a:xfrm>
                <a:off x="11217977" y="6554492"/>
                <a:ext cx="84553" cy="74230"/>
              </a:xfrm>
              <a:custGeom>
                <a:avLst/>
                <a:gdLst>
                  <a:gd name="csX0" fmla="*/ 35549 w 84553"/>
                  <a:gd name="csY0" fmla="*/ 74231 h 74230"/>
                  <a:gd name="csX1" fmla="*/ 0 w 84553"/>
                  <a:gd name="csY1" fmla="*/ 0 h 74230"/>
                  <a:gd name="csX2" fmla="*/ 16020 w 84553"/>
                  <a:gd name="csY2" fmla="*/ 0 h 74230"/>
                  <a:gd name="csX3" fmla="*/ 42045 w 84553"/>
                  <a:gd name="csY3" fmla="*/ 55825 h 74230"/>
                  <a:gd name="csX4" fmla="*/ 42354 w 84553"/>
                  <a:gd name="csY4" fmla="*/ 55825 h 74230"/>
                  <a:gd name="csX5" fmla="*/ 68379 w 84553"/>
                  <a:gd name="csY5" fmla="*/ 0 h 74230"/>
                  <a:gd name="csX6" fmla="*/ 84553 w 84553"/>
                  <a:gd name="csY6" fmla="*/ 0 h 74230"/>
                  <a:gd name="csX7" fmla="*/ 49004 w 84553"/>
                  <a:gd name="csY7" fmla="*/ 74231 h 74230"/>
                  <a:gd name="csX8" fmla="*/ 35532 w 84553"/>
                  <a:gd name="csY8" fmla="*/ 74231 h 74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4553" h="74230">
                    <a:moveTo>
                      <a:pt x="35549" y="74231"/>
                    </a:moveTo>
                    <a:lnTo>
                      <a:pt x="0" y="0"/>
                    </a:lnTo>
                    <a:lnTo>
                      <a:pt x="16020" y="0"/>
                    </a:lnTo>
                    <a:cubicBezTo>
                      <a:pt x="16020" y="0"/>
                      <a:pt x="41427" y="53140"/>
                      <a:pt x="42045" y="55825"/>
                    </a:cubicBezTo>
                    <a:lnTo>
                      <a:pt x="42354" y="55825"/>
                    </a:lnTo>
                    <a:cubicBezTo>
                      <a:pt x="42989" y="53131"/>
                      <a:pt x="68379" y="0"/>
                      <a:pt x="68379" y="0"/>
                    </a:cubicBezTo>
                    <a:lnTo>
                      <a:pt x="84553" y="0"/>
                    </a:lnTo>
                    <a:lnTo>
                      <a:pt x="49004" y="74231"/>
                    </a:lnTo>
                    <a:lnTo>
                      <a:pt x="35532" y="74231"/>
                    </a:ln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0C744267-BB2E-1FAE-5423-86CB86D30D3C}"/>
                  </a:ext>
                </a:extLst>
              </p:cNvPr>
              <p:cNvSpPr/>
              <p:nvPr/>
            </p:nvSpPr>
            <p:spPr>
              <a:xfrm>
                <a:off x="11298755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27" y="20791"/>
                      <a:pt x="15222" y="3236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0DD74C3-1082-FF23-379E-7B10005A1006}"/>
                  </a:ext>
                </a:extLst>
              </p:cNvPr>
              <p:cNvSpPr/>
              <p:nvPr/>
            </p:nvSpPr>
            <p:spPr>
              <a:xfrm>
                <a:off x="11377723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44" y="20791"/>
                      <a:pt x="15222" y="3236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BEE5FA69-6540-B5A2-ACD7-AAE838829AD7}"/>
                  </a:ext>
                </a:extLst>
              </p:cNvPr>
              <p:cNvSpPr/>
              <p:nvPr/>
            </p:nvSpPr>
            <p:spPr>
              <a:xfrm>
                <a:off x="11456536" y="6552888"/>
                <a:ext cx="74556" cy="77397"/>
              </a:xfrm>
              <a:custGeom>
                <a:avLst/>
                <a:gdLst>
                  <a:gd name="csX0" fmla="*/ 74557 w 74556"/>
                  <a:gd name="csY0" fmla="*/ 38699 h 77397"/>
                  <a:gd name="csX1" fmla="*/ 74557 w 74556"/>
                  <a:gd name="csY1" fmla="*/ 75810 h 77397"/>
                  <a:gd name="csX2" fmla="*/ 61712 w 74556"/>
                  <a:gd name="csY2" fmla="*/ 75810 h 77397"/>
                  <a:gd name="csX3" fmla="*/ 60433 w 74556"/>
                  <a:gd name="csY3" fmla="*/ 64234 h 77397"/>
                  <a:gd name="csX4" fmla="*/ 35687 w 74556"/>
                  <a:gd name="csY4" fmla="*/ 77397 h 77397"/>
                  <a:gd name="csX5" fmla="*/ 0 w 74556"/>
                  <a:gd name="csY5" fmla="*/ 38699 h 77397"/>
                  <a:gd name="csX6" fmla="*/ 37583 w 74556"/>
                  <a:gd name="csY6" fmla="*/ 0 h 77397"/>
                  <a:gd name="csX7" fmla="*/ 74557 w 74556"/>
                  <a:gd name="csY7" fmla="*/ 38699 h 77397"/>
                  <a:gd name="csX8" fmla="*/ 59953 w 74556"/>
                  <a:gd name="csY8" fmla="*/ 38699 h 77397"/>
                  <a:gd name="csX9" fmla="*/ 37583 w 74556"/>
                  <a:gd name="csY9" fmla="*/ 13326 h 77397"/>
                  <a:gd name="csX10" fmla="*/ 14596 w 74556"/>
                  <a:gd name="csY10" fmla="*/ 38699 h 77397"/>
                  <a:gd name="csX11" fmla="*/ 37583 w 74556"/>
                  <a:gd name="csY11" fmla="*/ 64071 h 77397"/>
                  <a:gd name="csX12" fmla="*/ 59953 w 74556"/>
                  <a:gd name="csY12" fmla="*/ 38699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74556" h="77397">
                    <a:moveTo>
                      <a:pt x="74557" y="38699"/>
                    </a:moveTo>
                    <a:lnTo>
                      <a:pt x="74557" y="75810"/>
                    </a:lnTo>
                    <a:lnTo>
                      <a:pt x="61712" y="75810"/>
                    </a:lnTo>
                    <a:lnTo>
                      <a:pt x="60433" y="64234"/>
                    </a:lnTo>
                    <a:cubicBezTo>
                      <a:pt x="54727" y="72806"/>
                      <a:pt x="44739" y="77397"/>
                      <a:pt x="35687" y="77397"/>
                    </a:cubicBezTo>
                    <a:cubicBezTo>
                      <a:pt x="15385" y="77397"/>
                      <a:pt x="0" y="61223"/>
                      <a:pt x="0" y="38699"/>
                    </a:cubicBezTo>
                    <a:cubicBezTo>
                      <a:pt x="0" y="16174"/>
                      <a:pt x="16492" y="0"/>
                      <a:pt x="37583" y="0"/>
                    </a:cubicBezTo>
                    <a:cubicBezTo>
                      <a:pt x="56950" y="0"/>
                      <a:pt x="74557" y="13952"/>
                      <a:pt x="74557" y="38699"/>
                    </a:cubicBezTo>
                    <a:close/>
                    <a:moveTo>
                      <a:pt x="59953" y="38699"/>
                    </a:moveTo>
                    <a:cubicBezTo>
                      <a:pt x="59953" y="22370"/>
                      <a:pt x="49176" y="13326"/>
                      <a:pt x="37583" y="13326"/>
                    </a:cubicBezTo>
                    <a:cubicBezTo>
                      <a:pt x="24892" y="13326"/>
                      <a:pt x="14596" y="23485"/>
                      <a:pt x="14596" y="38699"/>
                    </a:cubicBezTo>
                    <a:cubicBezTo>
                      <a:pt x="14596" y="53912"/>
                      <a:pt x="24120" y="64071"/>
                      <a:pt x="37583" y="64071"/>
                    </a:cubicBezTo>
                    <a:cubicBezTo>
                      <a:pt x="49021" y="64071"/>
                      <a:pt x="59953" y="54547"/>
                      <a:pt x="59953" y="3869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E463D09-5EB9-241F-532C-2F96DB8E35B5}"/>
                  </a:ext>
                </a:extLst>
              </p:cNvPr>
              <p:cNvSpPr/>
              <p:nvPr/>
            </p:nvSpPr>
            <p:spPr>
              <a:xfrm>
                <a:off x="11540926" y="6552913"/>
                <a:ext cx="109145" cy="75946"/>
              </a:xfrm>
              <a:custGeom>
                <a:avLst/>
                <a:gdLst>
                  <a:gd name="csX0" fmla="*/ 0 w 109145"/>
                  <a:gd name="csY0" fmla="*/ 75792 h 75946"/>
                  <a:gd name="csX1" fmla="*/ 0 w 109145"/>
                  <a:gd name="csY1" fmla="*/ 31868 h 75946"/>
                  <a:gd name="csX2" fmla="*/ 30461 w 109145"/>
                  <a:gd name="csY2" fmla="*/ 0 h 75946"/>
                  <a:gd name="csX3" fmla="*/ 54418 w 109145"/>
                  <a:gd name="csY3" fmla="*/ 13489 h 75946"/>
                  <a:gd name="csX4" fmla="*/ 54727 w 109145"/>
                  <a:gd name="csY4" fmla="*/ 13489 h 75946"/>
                  <a:gd name="csX5" fmla="*/ 78684 w 109145"/>
                  <a:gd name="csY5" fmla="*/ 0 h 75946"/>
                  <a:gd name="csX6" fmla="*/ 109145 w 109145"/>
                  <a:gd name="csY6" fmla="*/ 31868 h 75946"/>
                  <a:gd name="csX7" fmla="*/ 109145 w 109145"/>
                  <a:gd name="csY7" fmla="*/ 75792 h 75946"/>
                  <a:gd name="csX8" fmla="*/ 94558 w 109145"/>
                  <a:gd name="csY8" fmla="*/ 75792 h 75946"/>
                  <a:gd name="csX9" fmla="*/ 94558 w 109145"/>
                  <a:gd name="csY9" fmla="*/ 32967 h 75946"/>
                  <a:gd name="csX10" fmla="*/ 78229 w 109145"/>
                  <a:gd name="csY10" fmla="*/ 13617 h 75946"/>
                  <a:gd name="csX11" fmla="*/ 61901 w 109145"/>
                  <a:gd name="csY11" fmla="*/ 33276 h 75946"/>
                  <a:gd name="csX12" fmla="*/ 61901 w 109145"/>
                  <a:gd name="csY12" fmla="*/ 75947 h 75946"/>
                  <a:gd name="csX13" fmla="*/ 47314 w 109145"/>
                  <a:gd name="csY13" fmla="*/ 75947 h 75946"/>
                  <a:gd name="csX14" fmla="*/ 47314 w 109145"/>
                  <a:gd name="csY14" fmla="*/ 33276 h 75946"/>
                  <a:gd name="csX15" fmla="*/ 30985 w 109145"/>
                  <a:gd name="csY15" fmla="*/ 13617 h 75946"/>
                  <a:gd name="csX16" fmla="*/ 14656 w 109145"/>
                  <a:gd name="csY16" fmla="*/ 32967 h 75946"/>
                  <a:gd name="csX17" fmla="*/ 14656 w 109145"/>
                  <a:gd name="csY17" fmla="*/ 75792 h 75946"/>
                  <a:gd name="csX18" fmla="*/ 34 w 109145"/>
                  <a:gd name="csY18" fmla="*/ 75792 h 759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109145" h="75946">
                    <a:moveTo>
                      <a:pt x="0" y="75792"/>
                    </a:moveTo>
                    <a:lnTo>
                      <a:pt x="0" y="31868"/>
                    </a:lnTo>
                    <a:cubicBezTo>
                      <a:pt x="0" y="13309"/>
                      <a:pt x="11901" y="0"/>
                      <a:pt x="30461" y="0"/>
                    </a:cubicBezTo>
                    <a:cubicBezTo>
                      <a:pt x="45366" y="0"/>
                      <a:pt x="53294" y="9988"/>
                      <a:pt x="54418" y="13489"/>
                    </a:cubicBezTo>
                    <a:lnTo>
                      <a:pt x="54727" y="13489"/>
                    </a:lnTo>
                    <a:cubicBezTo>
                      <a:pt x="55834" y="10005"/>
                      <a:pt x="63763" y="0"/>
                      <a:pt x="78684" y="0"/>
                    </a:cubicBezTo>
                    <a:cubicBezTo>
                      <a:pt x="97244" y="0"/>
                      <a:pt x="109145" y="13317"/>
                      <a:pt x="109145" y="31868"/>
                    </a:cubicBezTo>
                    <a:lnTo>
                      <a:pt x="109145" y="75792"/>
                    </a:lnTo>
                    <a:lnTo>
                      <a:pt x="94558" y="75792"/>
                    </a:lnTo>
                    <a:lnTo>
                      <a:pt x="94558" y="32967"/>
                    </a:lnTo>
                    <a:cubicBezTo>
                      <a:pt x="94558" y="20911"/>
                      <a:pt x="89161" y="13617"/>
                      <a:pt x="78229" y="13617"/>
                    </a:cubicBezTo>
                    <a:cubicBezTo>
                      <a:pt x="67298" y="13617"/>
                      <a:pt x="61901" y="20911"/>
                      <a:pt x="61901" y="33276"/>
                    </a:cubicBezTo>
                    <a:lnTo>
                      <a:pt x="61901" y="75947"/>
                    </a:lnTo>
                    <a:lnTo>
                      <a:pt x="47314" y="75947"/>
                    </a:lnTo>
                    <a:lnTo>
                      <a:pt x="47314" y="33276"/>
                    </a:lnTo>
                    <a:cubicBezTo>
                      <a:pt x="47314" y="20911"/>
                      <a:pt x="41916" y="13617"/>
                      <a:pt x="30985" y="13617"/>
                    </a:cubicBezTo>
                    <a:cubicBezTo>
                      <a:pt x="20053" y="13617"/>
                      <a:pt x="14656" y="20911"/>
                      <a:pt x="14656" y="32967"/>
                    </a:cubicBezTo>
                    <a:lnTo>
                      <a:pt x="14656" y="75792"/>
                    </a:lnTo>
                    <a:lnTo>
                      <a:pt x="34" y="75792"/>
                    </a:ln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01438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Dar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88CB83-21CF-4C05-47D9-A33CF522EB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861AD86-A9D9-99CC-7BBD-968A353747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5600" y="2302439"/>
            <a:ext cx="8940800" cy="2492830"/>
          </a:xfrm>
        </p:spPr>
        <p:txBody>
          <a:bodyPr anchor="t">
            <a:noAutofit/>
          </a:bodyPr>
          <a:lstStyle>
            <a:lvl1pPr algn="ctr">
              <a:lnSpc>
                <a:spcPct val="84000"/>
              </a:lnSpc>
              <a:defRPr sz="5400" b="1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8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quote </a:t>
            </a:r>
            <a:br>
              <a:rPr lang="ru-RU"/>
            </a:br>
            <a:r>
              <a:rPr lang="en-US"/>
              <a:t>or call-out title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E010D90-B395-0958-A5ED-F521BDDD1046}"/>
              </a:ext>
            </a:extLst>
          </p:cNvPr>
          <p:cNvGrpSpPr/>
          <p:nvPr userDrawn="1"/>
        </p:nvGrpSpPr>
        <p:grpSpPr>
          <a:xfrm>
            <a:off x="11180146" y="6513177"/>
            <a:ext cx="516913" cy="156999"/>
            <a:chOff x="11180146" y="6513177"/>
            <a:chExt cx="516913" cy="156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08034616-2F40-FAE5-CFF1-B9122A5AF8F9}"/>
                </a:ext>
              </a:extLst>
            </p:cNvPr>
            <p:cNvSpPr/>
            <p:nvPr userDrawn="1"/>
          </p:nvSpPr>
          <p:spPr>
            <a:xfrm>
              <a:off x="11181347" y="6514378"/>
              <a:ext cx="514510" cy="154596"/>
            </a:xfrm>
            <a:custGeom>
              <a:avLst/>
              <a:gdLst>
                <a:gd name="csX0" fmla="*/ 43564 w 514510"/>
                <a:gd name="csY0" fmla="*/ 0 h 154596"/>
                <a:gd name="csX1" fmla="*/ 31319 w 514510"/>
                <a:gd name="csY1" fmla="*/ 5071 h 154596"/>
                <a:gd name="csX2" fmla="*/ 5071 w 514510"/>
                <a:gd name="csY2" fmla="*/ 31319 h 154596"/>
                <a:gd name="csX3" fmla="*/ 0 w 514510"/>
                <a:gd name="csY3" fmla="*/ 43564 h 154596"/>
                <a:gd name="csX4" fmla="*/ 0 w 514510"/>
                <a:gd name="csY4" fmla="*/ 154597 h 154596"/>
                <a:gd name="csX5" fmla="*/ 471222 w 514510"/>
                <a:gd name="csY5" fmla="*/ 154322 h 154596"/>
                <a:gd name="csX6" fmla="*/ 483466 w 514510"/>
                <a:gd name="csY6" fmla="*/ 149251 h 154596"/>
                <a:gd name="csX7" fmla="*/ 509423 w 514510"/>
                <a:gd name="csY7" fmla="*/ 123295 h 154596"/>
                <a:gd name="csX8" fmla="*/ 514494 w 514510"/>
                <a:gd name="csY8" fmla="*/ 111050 h 154596"/>
                <a:gd name="csX9" fmla="*/ 514511 w 514510"/>
                <a:gd name="csY9" fmla="*/ 0 h 154596"/>
                <a:gd name="csX10" fmla="*/ 43564 w 514510"/>
                <a:gd name="csY10" fmla="*/ 0 h 1545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14510" h="154596">
                  <a:moveTo>
                    <a:pt x="43564" y="0"/>
                  </a:moveTo>
                  <a:cubicBezTo>
                    <a:pt x="38973" y="0"/>
                    <a:pt x="34563" y="1828"/>
                    <a:pt x="31319" y="5071"/>
                  </a:cubicBezTo>
                  <a:lnTo>
                    <a:pt x="5071" y="31319"/>
                  </a:lnTo>
                  <a:cubicBezTo>
                    <a:pt x="1828" y="34563"/>
                    <a:pt x="0" y="38973"/>
                    <a:pt x="0" y="43564"/>
                  </a:cubicBezTo>
                  <a:lnTo>
                    <a:pt x="0" y="154597"/>
                  </a:lnTo>
                  <a:lnTo>
                    <a:pt x="471222" y="154322"/>
                  </a:lnTo>
                  <a:cubicBezTo>
                    <a:pt x="475812" y="154322"/>
                    <a:pt x="480223" y="152494"/>
                    <a:pt x="483466" y="149251"/>
                  </a:cubicBezTo>
                  <a:lnTo>
                    <a:pt x="509423" y="123295"/>
                  </a:lnTo>
                  <a:cubicBezTo>
                    <a:pt x="512666" y="120051"/>
                    <a:pt x="514494" y="115641"/>
                    <a:pt x="514494" y="111050"/>
                  </a:cubicBezTo>
                  <a:lnTo>
                    <a:pt x="514511" y="0"/>
                  </a:lnTo>
                  <a:lnTo>
                    <a:pt x="43564" y="0"/>
                  </a:lnTo>
                  <a:close/>
                </a:path>
              </a:pathLst>
            </a:custGeom>
            <a:solidFill>
              <a:schemeClr val="bg1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5BAB49C-6180-08D5-7412-D344C9BAAB8A}"/>
                </a:ext>
              </a:extLst>
            </p:cNvPr>
            <p:cNvSpPr/>
            <p:nvPr userDrawn="1"/>
          </p:nvSpPr>
          <p:spPr>
            <a:xfrm>
              <a:off x="11180146" y="6513177"/>
              <a:ext cx="516913" cy="156999"/>
            </a:xfrm>
            <a:custGeom>
              <a:avLst/>
              <a:gdLst>
                <a:gd name="csX0" fmla="*/ 0 w 516913"/>
                <a:gd name="csY0" fmla="*/ 156999 h 156999"/>
                <a:gd name="csX1" fmla="*/ 0 w 516913"/>
                <a:gd name="csY1" fmla="*/ 44765 h 156999"/>
                <a:gd name="csX2" fmla="*/ 5423 w 516913"/>
                <a:gd name="csY2" fmla="*/ 31671 h 156999"/>
                <a:gd name="csX3" fmla="*/ 31671 w 516913"/>
                <a:gd name="csY3" fmla="*/ 5423 h 156999"/>
                <a:gd name="csX4" fmla="*/ 44765 w 516913"/>
                <a:gd name="csY4" fmla="*/ 0 h 156999"/>
                <a:gd name="csX5" fmla="*/ 516913 w 516913"/>
                <a:gd name="csY5" fmla="*/ 0 h 156999"/>
                <a:gd name="csX6" fmla="*/ 516896 w 516913"/>
                <a:gd name="csY6" fmla="*/ 112251 h 156999"/>
                <a:gd name="csX7" fmla="*/ 511473 w 516913"/>
                <a:gd name="csY7" fmla="*/ 125345 h 156999"/>
                <a:gd name="csX8" fmla="*/ 485517 w 516913"/>
                <a:gd name="csY8" fmla="*/ 151302 h 156999"/>
                <a:gd name="csX9" fmla="*/ 472423 w 516913"/>
                <a:gd name="csY9" fmla="*/ 156725 h 156999"/>
                <a:gd name="csX10" fmla="*/ 0 w 516913"/>
                <a:gd name="csY10" fmla="*/ 156999 h 156999"/>
                <a:gd name="csX11" fmla="*/ 44765 w 516913"/>
                <a:gd name="csY11" fmla="*/ 2403 h 156999"/>
                <a:gd name="csX12" fmla="*/ 33370 w 516913"/>
                <a:gd name="csY12" fmla="*/ 7122 h 156999"/>
                <a:gd name="csX13" fmla="*/ 7122 w 516913"/>
                <a:gd name="csY13" fmla="*/ 33370 h 156999"/>
                <a:gd name="csX14" fmla="*/ 2403 w 516913"/>
                <a:gd name="csY14" fmla="*/ 44765 h 156999"/>
                <a:gd name="csX15" fmla="*/ 2403 w 516913"/>
                <a:gd name="csY15" fmla="*/ 154597 h 156999"/>
                <a:gd name="csX16" fmla="*/ 472423 w 516913"/>
                <a:gd name="csY16" fmla="*/ 154322 h 156999"/>
                <a:gd name="csX17" fmla="*/ 483818 w 516913"/>
                <a:gd name="csY17" fmla="*/ 149603 h 156999"/>
                <a:gd name="csX18" fmla="*/ 509774 w 516913"/>
                <a:gd name="csY18" fmla="*/ 123646 h 156999"/>
                <a:gd name="csX19" fmla="*/ 514494 w 516913"/>
                <a:gd name="csY19" fmla="*/ 112251 h 156999"/>
                <a:gd name="csX20" fmla="*/ 514511 w 516913"/>
                <a:gd name="csY20" fmla="*/ 2403 h 156999"/>
                <a:gd name="csX21" fmla="*/ 44765 w 516913"/>
                <a:gd name="csY21" fmla="*/ 2403 h 156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516913" h="156999">
                  <a:moveTo>
                    <a:pt x="0" y="156999"/>
                  </a:moveTo>
                  <a:lnTo>
                    <a:pt x="0" y="44765"/>
                  </a:lnTo>
                  <a:cubicBezTo>
                    <a:pt x="0" y="39891"/>
                    <a:pt x="1974" y="35120"/>
                    <a:pt x="5423" y="31671"/>
                  </a:cubicBezTo>
                  <a:lnTo>
                    <a:pt x="31671" y="5423"/>
                  </a:lnTo>
                  <a:cubicBezTo>
                    <a:pt x="35120" y="1974"/>
                    <a:pt x="39891" y="0"/>
                    <a:pt x="44765" y="0"/>
                  </a:cubicBezTo>
                  <a:lnTo>
                    <a:pt x="516913" y="0"/>
                  </a:lnTo>
                  <a:lnTo>
                    <a:pt x="516896" y="112251"/>
                  </a:lnTo>
                  <a:cubicBezTo>
                    <a:pt x="516896" y="117125"/>
                    <a:pt x="514923" y="121905"/>
                    <a:pt x="511473" y="125345"/>
                  </a:cubicBezTo>
                  <a:lnTo>
                    <a:pt x="485517" y="151302"/>
                  </a:lnTo>
                  <a:cubicBezTo>
                    <a:pt x="482068" y="154751"/>
                    <a:pt x="477297" y="156725"/>
                    <a:pt x="472423" y="156725"/>
                  </a:cubicBezTo>
                  <a:lnTo>
                    <a:pt x="0" y="156999"/>
                  </a:lnTo>
                  <a:close/>
                  <a:moveTo>
                    <a:pt x="44765" y="2403"/>
                  </a:moveTo>
                  <a:cubicBezTo>
                    <a:pt x="40518" y="2403"/>
                    <a:pt x="36365" y="4119"/>
                    <a:pt x="33370" y="7122"/>
                  </a:cubicBezTo>
                  <a:lnTo>
                    <a:pt x="7122" y="33370"/>
                  </a:lnTo>
                  <a:cubicBezTo>
                    <a:pt x="4119" y="36373"/>
                    <a:pt x="2403" y="40526"/>
                    <a:pt x="2403" y="44765"/>
                  </a:cubicBezTo>
                  <a:lnTo>
                    <a:pt x="2403" y="154597"/>
                  </a:lnTo>
                  <a:lnTo>
                    <a:pt x="472423" y="154322"/>
                  </a:lnTo>
                  <a:cubicBezTo>
                    <a:pt x="476670" y="154322"/>
                    <a:pt x="480823" y="152606"/>
                    <a:pt x="483818" y="149603"/>
                  </a:cubicBezTo>
                  <a:lnTo>
                    <a:pt x="509774" y="123646"/>
                  </a:lnTo>
                  <a:cubicBezTo>
                    <a:pt x="512778" y="120643"/>
                    <a:pt x="514494" y="116490"/>
                    <a:pt x="514494" y="112251"/>
                  </a:cubicBezTo>
                  <a:lnTo>
                    <a:pt x="514511" y="2403"/>
                  </a:lnTo>
                  <a:lnTo>
                    <a:pt x="44765" y="2403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6" name="Graphic 3">
              <a:extLst>
                <a:ext uri="{FF2B5EF4-FFF2-40B4-BE49-F238E27FC236}">
                  <a16:creationId xmlns:a16="http://schemas.microsoft.com/office/drawing/2014/main" id="{9FBE3085-E1B3-1BAC-CFB2-3FEBC1E9203D}"/>
                </a:ext>
              </a:extLst>
            </p:cNvPr>
            <p:cNvGrpSpPr/>
            <p:nvPr userDrawn="1"/>
          </p:nvGrpSpPr>
          <p:grpSpPr>
            <a:xfrm>
              <a:off x="11217977" y="6552879"/>
              <a:ext cx="432093" cy="77405"/>
              <a:chOff x="11217977" y="6552879"/>
              <a:chExt cx="432093" cy="77405"/>
            </a:xfrm>
            <a:solidFill>
              <a:srgbClr val="FFFFFF"/>
            </a:solidFill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165F05D2-EDB2-F3B1-7877-B2DDA26A8526}"/>
                  </a:ext>
                </a:extLst>
              </p:cNvPr>
              <p:cNvSpPr/>
              <p:nvPr/>
            </p:nvSpPr>
            <p:spPr>
              <a:xfrm>
                <a:off x="11217977" y="6554492"/>
                <a:ext cx="84553" cy="74230"/>
              </a:xfrm>
              <a:custGeom>
                <a:avLst/>
                <a:gdLst>
                  <a:gd name="csX0" fmla="*/ 35549 w 84553"/>
                  <a:gd name="csY0" fmla="*/ 74231 h 74230"/>
                  <a:gd name="csX1" fmla="*/ 0 w 84553"/>
                  <a:gd name="csY1" fmla="*/ 0 h 74230"/>
                  <a:gd name="csX2" fmla="*/ 16020 w 84553"/>
                  <a:gd name="csY2" fmla="*/ 0 h 74230"/>
                  <a:gd name="csX3" fmla="*/ 42045 w 84553"/>
                  <a:gd name="csY3" fmla="*/ 55825 h 74230"/>
                  <a:gd name="csX4" fmla="*/ 42354 w 84553"/>
                  <a:gd name="csY4" fmla="*/ 55825 h 74230"/>
                  <a:gd name="csX5" fmla="*/ 68379 w 84553"/>
                  <a:gd name="csY5" fmla="*/ 0 h 74230"/>
                  <a:gd name="csX6" fmla="*/ 84553 w 84553"/>
                  <a:gd name="csY6" fmla="*/ 0 h 74230"/>
                  <a:gd name="csX7" fmla="*/ 49004 w 84553"/>
                  <a:gd name="csY7" fmla="*/ 74231 h 74230"/>
                  <a:gd name="csX8" fmla="*/ 35532 w 84553"/>
                  <a:gd name="csY8" fmla="*/ 74231 h 74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4553" h="74230">
                    <a:moveTo>
                      <a:pt x="35549" y="74231"/>
                    </a:moveTo>
                    <a:lnTo>
                      <a:pt x="0" y="0"/>
                    </a:lnTo>
                    <a:lnTo>
                      <a:pt x="16020" y="0"/>
                    </a:lnTo>
                    <a:cubicBezTo>
                      <a:pt x="16020" y="0"/>
                      <a:pt x="41427" y="53140"/>
                      <a:pt x="42045" y="55825"/>
                    </a:cubicBezTo>
                    <a:lnTo>
                      <a:pt x="42354" y="55825"/>
                    </a:lnTo>
                    <a:cubicBezTo>
                      <a:pt x="42989" y="53131"/>
                      <a:pt x="68379" y="0"/>
                      <a:pt x="68379" y="0"/>
                    </a:cubicBezTo>
                    <a:lnTo>
                      <a:pt x="84553" y="0"/>
                    </a:lnTo>
                    <a:lnTo>
                      <a:pt x="49004" y="74231"/>
                    </a:lnTo>
                    <a:lnTo>
                      <a:pt x="35532" y="74231"/>
                    </a:ln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A678C58E-EB2D-4F43-1A54-14A69C6285DD}"/>
                  </a:ext>
                </a:extLst>
              </p:cNvPr>
              <p:cNvSpPr/>
              <p:nvPr/>
            </p:nvSpPr>
            <p:spPr>
              <a:xfrm>
                <a:off x="11298755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27" y="20791"/>
                      <a:pt x="15222" y="3236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FC37360D-9444-FB07-6184-E0531A0447D1}"/>
                  </a:ext>
                </a:extLst>
              </p:cNvPr>
              <p:cNvSpPr/>
              <p:nvPr/>
            </p:nvSpPr>
            <p:spPr>
              <a:xfrm>
                <a:off x="11377723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44" y="20791"/>
                      <a:pt x="15222" y="3236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8D8AA9BC-EC07-39DF-2021-A92F31061644}"/>
                  </a:ext>
                </a:extLst>
              </p:cNvPr>
              <p:cNvSpPr/>
              <p:nvPr/>
            </p:nvSpPr>
            <p:spPr>
              <a:xfrm>
                <a:off x="11456536" y="6552888"/>
                <a:ext cx="74556" cy="77397"/>
              </a:xfrm>
              <a:custGeom>
                <a:avLst/>
                <a:gdLst>
                  <a:gd name="csX0" fmla="*/ 74557 w 74556"/>
                  <a:gd name="csY0" fmla="*/ 38699 h 77397"/>
                  <a:gd name="csX1" fmla="*/ 74557 w 74556"/>
                  <a:gd name="csY1" fmla="*/ 75810 h 77397"/>
                  <a:gd name="csX2" fmla="*/ 61712 w 74556"/>
                  <a:gd name="csY2" fmla="*/ 75810 h 77397"/>
                  <a:gd name="csX3" fmla="*/ 60433 w 74556"/>
                  <a:gd name="csY3" fmla="*/ 64234 h 77397"/>
                  <a:gd name="csX4" fmla="*/ 35687 w 74556"/>
                  <a:gd name="csY4" fmla="*/ 77397 h 77397"/>
                  <a:gd name="csX5" fmla="*/ 0 w 74556"/>
                  <a:gd name="csY5" fmla="*/ 38699 h 77397"/>
                  <a:gd name="csX6" fmla="*/ 37583 w 74556"/>
                  <a:gd name="csY6" fmla="*/ 0 h 77397"/>
                  <a:gd name="csX7" fmla="*/ 74557 w 74556"/>
                  <a:gd name="csY7" fmla="*/ 38699 h 77397"/>
                  <a:gd name="csX8" fmla="*/ 59953 w 74556"/>
                  <a:gd name="csY8" fmla="*/ 38699 h 77397"/>
                  <a:gd name="csX9" fmla="*/ 37583 w 74556"/>
                  <a:gd name="csY9" fmla="*/ 13326 h 77397"/>
                  <a:gd name="csX10" fmla="*/ 14596 w 74556"/>
                  <a:gd name="csY10" fmla="*/ 38699 h 77397"/>
                  <a:gd name="csX11" fmla="*/ 37583 w 74556"/>
                  <a:gd name="csY11" fmla="*/ 64071 h 77397"/>
                  <a:gd name="csX12" fmla="*/ 59953 w 74556"/>
                  <a:gd name="csY12" fmla="*/ 38699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74556" h="77397">
                    <a:moveTo>
                      <a:pt x="74557" y="38699"/>
                    </a:moveTo>
                    <a:lnTo>
                      <a:pt x="74557" y="75810"/>
                    </a:lnTo>
                    <a:lnTo>
                      <a:pt x="61712" y="75810"/>
                    </a:lnTo>
                    <a:lnTo>
                      <a:pt x="60433" y="64234"/>
                    </a:lnTo>
                    <a:cubicBezTo>
                      <a:pt x="54727" y="72806"/>
                      <a:pt x="44739" y="77397"/>
                      <a:pt x="35687" y="77397"/>
                    </a:cubicBezTo>
                    <a:cubicBezTo>
                      <a:pt x="15385" y="77397"/>
                      <a:pt x="0" y="61223"/>
                      <a:pt x="0" y="38699"/>
                    </a:cubicBezTo>
                    <a:cubicBezTo>
                      <a:pt x="0" y="16174"/>
                      <a:pt x="16492" y="0"/>
                      <a:pt x="37583" y="0"/>
                    </a:cubicBezTo>
                    <a:cubicBezTo>
                      <a:pt x="56950" y="0"/>
                      <a:pt x="74557" y="13952"/>
                      <a:pt x="74557" y="38699"/>
                    </a:cubicBezTo>
                    <a:close/>
                    <a:moveTo>
                      <a:pt x="59953" y="38699"/>
                    </a:moveTo>
                    <a:cubicBezTo>
                      <a:pt x="59953" y="22370"/>
                      <a:pt x="49176" y="13326"/>
                      <a:pt x="37583" y="13326"/>
                    </a:cubicBezTo>
                    <a:cubicBezTo>
                      <a:pt x="24892" y="13326"/>
                      <a:pt x="14596" y="23485"/>
                      <a:pt x="14596" y="38699"/>
                    </a:cubicBezTo>
                    <a:cubicBezTo>
                      <a:pt x="14596" y="53912"/>
                      <a:pt x="24120" y="64071"/>
                      <a:pt x="37583" y="64071"/>
                    </a:cubicBezTo>
                    <a:cubicBezTo>
                      <a:pt x="49021" y="64071"/>
                      <a:pt x="59953" y="54547"/>
                      <a:pt x="59953" y="3869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E4F2988D-5BBC-93BC-A059-9B63BEC15498}"/>
                  </a:ext>
                </a:extLst>
              </p:cNvPr>
              <p:cNvSpPr/>
              <p:nvPr/>
            </p:nvSpPr>
            <p:spPr>
              <a:xfrm>
                <a:off x="11540926" y="6552913"/>
                <a:ext cx="109145" cy="75946"/>
              </a:xfrm>
              <a:custGeom>
                <a:avLst/>
                <a:gdLst>
                  <a:gd name="csX0" fmla="*/ 0 w 109145"/>
                  <a:gd name="csY0" fmla="*/ 75792 h 75946"/>
                  <a:gd name="csX1" fmla="*/ 0 w 109145"/>
                  <a:gd name="csY1" fmla="*/ 31868 h 75946"/>
                  <a:gd name="csX2" fmla="*/ 30461 w 109145"/>
                  <a:gd name="csY2" fmla="*/ 0 h 75946"/>
                  <a:gd name="csX3" fmla="*/ 54418 w 109145"/>
                  <a:gd name="csY3" fmla="*/ 13489 h 75946"/>
                  <a:gd name="csX4" fmla="*/ 54727 w 109145"/>
                  <a:gd name="csY4" fmla="*/ 13489 h 75946"/>
                  <a:gd name="csX5" fmla="*/ 78684 w 109145"/>
                  <a:gd name="csY5" fmla="*/ 0 h 75946"/>
                  <a:gd name="csX6" fmla="*/ 109145 w 109145"/>
                  <a:gd name="csY6" fmla="*/ 31868 h 75946"/>
                  <a:gd name="csX7" fmla="*/ 109145 w 109145"/>
                  <a:gd name="csY7" fmla="*/ 75792 h 75946"/>
                  <a:gd name="csX8" fmla="*/ 94558 w 109145"/>
                  <a:gd name="csY8" fmla="*/ 75792 h 75946"/>
                  <a:gd name="csX9" fmla="*/ 94558 w 109145"/>
                  <a:gd name="csY9" fmla="*/ 32967 h 75946"/>
                  <a:gd name="csX10" fmla="*/ 78229 w 109145"/>
                  <a:gd name="csY10" fmla="*/ 13617 h 75946"/>
                  <a:gd name="csX11" fmla="*/ 61901 w 109145"/>
                  <a:gd name="csY11" fmla="*/ 33276 h 75946"/>
                  <a:gd name="csX12" fmla="*/ 61901 w 109145"/>
                  <a:gd name="csY12" fmla="*/ 75947 h 75946"/>
                  <a:gd name="csX13" fmla="*/ 47314 w 109145"/>
                  <a:gd name="csY13" fmla="*/ 75947 h 75946"/>
                  <a:gd name="csX14" fmla="*/ 47314 w 109145"/>
                  <a:gd name="csY14" fmla="*/ 33276 h 75946"/>
                  <a:gd name="csX15" fmla="*/ 30985 w 109145"/>
                  <a:gd name="csY15" fmla="*/ 13617 h 75946"/>
                  <a:gd name="csX16" fmla="*/ 14656 w 109145"/>
                  <a:gd name="csY16" fmla="*/ 32967 h 75946"/>
                  <a:gd name="csX17" fmla="*/ 14656 w 109145"/>
                  <a:gd name="csY17" fmla="*/ 75792 h 75946"/>
                  <a:gd name="csX18" fmla="*/ 34 w 109145"/>
                  <a:gd name="csY18" fmla="*/ 75792 h 759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109145" h="75946">
                    <a:moveTo>
                      <a:pt x="0" y="75792"/>
                    </a:moveTo>
                    <a:lnTo>
                      <a:pt x="0" y="31868"/>
                    </a:lnTo>
                    <a:cubicBezTo>
                      <a:pt x="0" y="13309"/>
                      <a:pt x="11901" y="0"/>
                      <a:pt x="30461" y="0"/>
                    </a:cubicBezTo>
                    <a:cubicBezTo>
                      <a:pt x="45366" y="0"/>
                      <a:pt x="53294" y="9988"/>
                      <a:pt x="54418" y="13489"/>
                    </a:cubicBezTo>
                    <a:lnTo>
                      <a:pt x="54727" y="13489"/>
                    </a:lnTo>
                    <a:cubicBezTo>
                      <a:pt x="55834" y="10005"/>
                      <a:pt x="63763" y="0"/>
                      <a:pt x="78684" y="0"/>
                    </a:cubicBezTo>
                    <a:cubicBezTo>
                      <a:pt x="97244" y="0"/>
                      <a:pt x="109145" y="13317"/>
                      <a:pt x="109145" y="31868"/>
                    </a:cubicBezTo>
                    <a:lnTo>
                      <a:pt x="109145" y="75792"/>
                    </a:lnTo>
                    <a:lnTo>
                      <a:pt x="94558" y="75792"/>
                    </a:lnTo>
                    <a:lnTo>
                      <a:pt x="94558" y="32967"/>
                    </a:lnTo>
                    <a:cubicBezTo>
                      <a:pt x="94558" y="20911"/>
                      <a:pt x="89161" y="13617"/>
                      <a:pt x="78229" y="13617"/>
                    </a:cubicBezTo>
                    <a:cubicBezTo>
                      <a:pt x="67298" y="13617"/>
                      <a:pt x="61901" y="20911"/>
                      <a:pt x="61901" y="33276"/>
                    </a:cubicBezTo>
                    <a:lnTo>
                      <a:pt x="61901" y="75947"/>
                    </a:lnTo>
                    <a:lnTo>
                      <a:pt x="47314" y="75947"/>
                    </a:lnTo>
                    <a:lnTo>
                      <a:pt x="47314" y="33276"/>
                    </a:lnTo>
                    <a:cubicBezTo>
                      <a:pt x="47314" y="20911"/>
                      <a:pt x="41916" y="13617"/>
                      <a:pt x="30985" y="13617"/>
                    </a:cubicBezTo>
                    <a:cubicBezTo>
                      <a:pt x="20053" y="13617"/>
                      <a:pt x="14656" y="20911"/>
                      <a:pt x="14656" y="32967"/>
                    </a:cubicBezTo>
                    <a:lnTo>
                      <a:pt x="14656" y="75792"/>
                    </a:lnTo>
                    <a:lnTo>
                      <a:pt x="34" y="75792"/>
                    </a:lnTo>
                    <a:close/>
                  </a:path>
                </a:pathLst>
              </a:custGeom>
              <a:solidFill>
                <a:schemeClr val="accent2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61998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L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72EA1C-D89A-4D66-B85E-9F258292F9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4A3F2B53-0FB8-5AC7-9C50-AA54EBC56314}"/>
              </a:ext>
            </a:extLst>
          </p:cNvPr>
          <p:cNvSpPr/>
          <p:nvPr userDrawn="1"/>
        </p:nvSpPr>
        <p:spPr>
          <a:xfrm>
            <a:off x="526128" y="1947004"/>
            <a:ext cx="543873" cy="543873"/>
          </a:xfrm>
          <a:custGeom>
            <a:avLst/>
            <a:gdLst/>
            <a:ahLst/>
            <a:cxnLst/>
            <a:rect l="l" t="t" r="r" b="b"/>
            <a:pathLst>
              <a:path w="828675" h="828675">
                <a:moveTo>
                  <a:pt x="828121" y="0"/>
                </a:moveTo>
                <a:lnTo>
                  <a:pt x="511712" y="565"/>
                </a:lnTo>
                <a:lnTo>
                  <a:pt x="468206" y="4936"/>
                </a:lnTo>
                <a:lnTo>
                  <a:pt x="426776" y="17574"/>
                </a:lnTo>
                <a:lnTo>
                  <a:pt x="388579" y="37999"/>
                </a:lnTo>
                <a:lnTo>
                  <a:pt x="354774" y="65736"/>
                </a:lnTo>
                <a:lnTo>
                  <a:pt x="65736" y="354774"/>
                </a:lnTo>
                <a:lnTo>
                  <a:pt x="38004" y="388579"/>
                </a:lnTo>
                <a:lnTo>
                  <a:pt x="17577" y="426774"/>
                </a:lnTo>
                <a:lnTo>
                  <a:pt x="4938" y="468201"/>
                </a:lnTo>
                <a:lnTo>
                  <a:pt x="565" y="511701"/>
                </a:lnTo>
                <a:lnTo>
                  <a:pt x="0" y="828110"/>
                </a:lnTo>
                <a:lnTo>
                  <a:pt x="235553" y="828110"/>
                </a:lnTo>
                <a:lnTo>
                  <a:pt x="236087" y="280776"/>
                </a:lnTo>
                <a:lnTo>
                  <a:pt x="239616" y="263356"/>
                </a:lnTo>
                <a:lnTo>
                  <a:pt x="249213" y="249132"/>
                </a:lnTo>
                <a:lnTo>
                  <a:pt x="263438" y="239540"/>
                </a:lnTo>
                <a:lnTo>
                  <a:pt x="280850" y="236013"/>
                </a:lnTo>
                <a:lnTo>
                  <a:pt x="828121" y="235553"/>
                </a:lnTo>
                <a:lnTo>
                  <a:pt x="828121" y="0"/>
                </a:lnTo>
                <a:close/>
              </a:path>
            </a:pathLst>
          </a:custGeom>
          <a:solidFill>
            <a:srgbClr val="00D15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4F5860"/>
              </a:solidFill>
              <a:effectLst/>
              <a:uLnTx/>
              <a:uFillTx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4A7BD86-C062-B7E3-645F-3323966F15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599" y="2286673"/>
            <a:ext cx="8940800" cy="2492830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5400" b="1">
                <a:solidFill>
                  <a:srgbClr val="002060"/>
                </a:solidFill>
                <a:effectLst/>
              </a:defRPr>
            </a:lvl1pPr>
          </a:lstStyle>
          <a:p>
            <a:r>
              <a:rPr lang="en-US"/>
              <a:t>Click to edit quote </a:t>
            </a:r>
            <a:br>
              <a:rPr lang="ru-RU"/>
            </a:br>
            <a:r>
              <a:rPr lang="en-US"/>
              <a:t>or call-out title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C169289-505B-2F65-3358-DBB98C7E68E3}"/>
              </a:ext>
            </a:extLst>
          </p:cNvPr>
          <p:cNvGrpSpPr/>
          <p:nvPr userDrawn="1"/>
        </p:nvGrpSpPr>
        <p:grpSpPr>
          <a:xfrm>
            <a:off x="11180146" y="6513177"/>
            <a:ext cx="516913" cy="156999"/>
            <a:chOff x="11180146" y="6513177"/>
            <a:chExt cx="516913" cy="156999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40F9A10B-AFC7-217D-B995-06C7AA6899AE}"/>
                </a:ext>
              </a:extLst>
            </p:cNvPr>
            <p:cNvSpPr/>
            <p:nvPr userDrawn="1"/>
          </p:nvSpPr>
          <p:spPr>
            <a:xfrm>
              <a:off x="11181347" y="6514378"/>
              <a:ext cx="514510" cy="154596"/>
            </a:xfrm>
            <a:custGeom>
              <a:avLst/>
              <a:gdLst>
                <a:gd name="csX0" fmla="*/ 43564 w 514510"/>
                <a:gd name="csY0" fmla="*/ 0 h 154596"/>
                <a:gd name="csX1" fmla="*/ 31319 w 514510"/>
                <a:gd name="csY1" fmla="*/ 5071 h 154596"/>
                <a:gd name="csX2" fmla="*/ 5071 w 514510"/>
                <a:gd name="csY2" fmla="*/ 31319 h 154596"/>
                <a:gd name="csX3" fmla="*/ 0 w 514510"/>
                <a:gd name="csY3" fmla="*/ 43564 h 154596"/>
                <a:gd name="csX4" fmla="*/ 0 w 514510"/>
                <a:gd name="csY4" fmla="*/ 154597 h 154596"/>
                <a:gd name="csX5" fmla="*/ 471222 w 514510"/>
                <a:gd name="csY5" fmla="*/ 154322 h 154596"/>
                <a:gd name="csX6" fmla="*/ 483466 w 514510"/>
                <a:gd name="csY6" fmla="*/ 149251 h 154596"/>
                <a:gd name="csX7" fmla="*/ 509423 w 514510"/>
                <a:gd name="csY7" fmla="*/ 123295 h 154596"/>
                <a:gd name="csX8" fmla="*/ 514494 w 514510"/>
                <a:gd name="csY8" fmla="*/ 111050 h 154596"/>
                <a:gd name="csX9" fmla="*/ 514511 w 514510"/>
                <a:gd name="csY9" fmla="*/ 0 h 154596"/>
                <a:gd name="csX10" fmla="*/ 43564 w 514510"/>
                <a:gd name="csY10" fmla="*/ 0 h 1545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14510" h="154596">
                  <a:moveTo>
                    <a:pt x="43564" y="0"/>
                  </a:moveTo>
                  <a:cubicBezTo>
                    <a:pt x="38973" y="0"/>
                    <a:pt x="34563" y="1828"/>
                    <a:pt x="31319" y="5071"/>
                  </a:cubicBezTo>
                  <a:lnTo>
                    <a:pt x="5071" y="31319"/>
                  </a:lnTo>
                  <a:cubicBezTo>
                    <a:pt x="1828" y="34563"/>
                    <a:pt x="0" y="38973"/>
                    <a:pt x="0" y="43564"/>
                  </a:cubicBezTo>
                  <a:lnTo>
                    <a:pt x="0" y="154597"/>
                  </a:lnTo>
                  <a:lnTo>
                    <a:pt x="471222" y="154322"/>
                  </a:lnTo>
                  <a:cubicBezTo>
                    <a:pt x="475812" y="154322"/>
                    <a:pt x="480223" y="152494"/>
                    <a:pt x="483466" y="149251"/>
                  </a:cubicBezTo>
                  <a:lnTo>
                    <a:pt x="509423" y="123295"/>
                  </a:lnTo>
                  <a:cubicBezTo>
                    <a:pt x="512666" y="120051"/>
                    <a:pt x="514494" y="115641"/>
                    <a:pt x="514494" y="111050"/>
                  </a:cubicBezTo>
                  <a:lnTo>
                    <a:pt x="514511" y="0"/>
                  </a:lnTo>
                  <a:lnTo>
                    <a:pt x="43564" y="0"/>
                  </a:lnTo>
                  <a:close/>
                </a:path>
              </a:pathLst>
            </a:custGeom>
            <a:solidFill>
              <a:srgbClr val="00D15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DE4D447-C77B-872C-C199-BC46663AEC92}"/>
                </a:ext>
              </a:extLst>
            </p:cNvPr>
            <p:cNvSpPr/>
            <p:nvPr userDrawn="1"/>
          </p:nvSpPr>
          <p:spPr>
            <a:xfrm>
              <a:off x="11180146" y="6513177"/>
              <a:ext cx="516913" cy="156999"/>
            </a:xfrm>
            <a:custGeom>
              <a:avLst/>
              <a:gdLst>
                <a:gd name="csX0" fmla="*/ 0 w 516913"/>
                <a:gd name="csY0" fmla="*/ 156999 h 156999"/>
                <a:gd name="csX1" fmla="*/ 0 w 516913"/>
                <a:gd name="csY1" fmla="*/ 44765 h 156999"/>
                <a:gd name="csX2" fmla="*/ 5423 w 516913"/>
                <a:gd name="csY2" fmla="*/ 31671 h 156999"/>
                <a:gd name="csX3" fmla="*/ 31671 w 516913"/>
                <a:gd name="csY3" fmla="*/ 5423 h 156999"/>
                <a:gd name="csX4" fmla="*/ 44765 w 516913"/>
                <a:gd name="csY4" fmla="*/ 0 h 156999"/>
                <a:gd name="csX5" fmla="*/ 516913 w 516913"/>
                <a:gd name="csY5" fmla="*/ 0 h 156999"/>
                <a:gd name="csX6" fmla="*/ 516896 w 516913"/>
                <a:gd name="csY6" fmla="*/ 112251 h 156999"/>
                <a:gd name="csX7" fmla="*/ 511473 w 516913"/>
                <a:gd name="csY7" fmla="*/ 125345 h 156999"/>
                <a:gd name="csX8" fmla="*/ 485517 w 516913"/>
                <a:gd name="csY8" fmla="*/ 151302 h 156999"/>
                <a:gd name="csX9" fmla="*/ 472423 w 516913"/>
                <a:gd name="csY9" fmla="*/ 156725 h 156999"/>
                <a:gd name="csX10" fmla="*/ 0 w 516913"/>
                <a:gd name="csY10" fmla="*/ 156999 h 156999"/>
                <a:gd name="csX11" fmla="*/ 44765 w 516913"/>
                <a:gd name="csY11" fmla="*/ 2403 h 156999"/>
                <a:gd name="csX12" fmla="*/ 33370 w 516913"/>
                <a:gd name="csY12" fmla="*/ 7122 h 156999"/>
                <a:gd name="csX13" fmla="*/ 7122 w 516913"/>
                <a:gd name="csY13" fmla="*/ 33370 h 156999"/>
                <a:gd name="csX14" fmla="*/ 2403 w 516913"/>
                <a:gd name="csY14" fmla="*/ 44765 h 156999"/>
                <a:gd name="csX15" fmla="*/ 2403 w 516913"/>
                <a:gd name="csY15" fmla="*/ 154597 h 156999"/>
                <a:gd name="csX16" fmla="*/ 472423 w 516913"/>
                <a:gd name="csY16" fmla="*/ 154322 h 156999"/>
                <a:gd name="csX17" fmla="*/ 483818 w 516913"/>
                <a:gd name="csY17" fmla="*/ 149603 h 156999"/>
                <a:gd name="csX18" fmla="*/ 509774 w 516913"/>
                <a:gd name="csY18" fmla="*/ 123646 h 156999"/>
                <a:gd name="csX19" fmla="*/ 514494 w 516913"/>
                <a:gd name="csY19" fmla="*/ 112251 h 156999"/>
                <a:gd name="csX20" fmla="*/ 514511 w 516913"/>
                <a:gd name="csY20" fmla="*/ 2403 h 156999"/>
                <a:gd name="csX21" fmla="*/ 44765 w 516913"/>
                <a:gd name="csY21" fmla="*/ 2403 h 156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516913" h="156999">
                  <a:moveTo>
                    <a:pt x="0" y="156999"/>
                  </a:moveTo>
                  <a:lnTo>
                    <a:pt x="0" y="44765"/>
                  </a:lnTo>
                  <a:cubicBezTo>
                    <a:pt x="0" y="39891"/>
                    <a:pt x="1974" y="35120"/>
                    <a:pt x="5423" y="31671"/>
                  </a:cubicBezTo>
                  <a:lnTo>
                    <a:pt x="31671" y="5423"/>
                  </a:lnTo>
                  <a:cubicBezTo>
                    <a:pt x="35120" y="1974"/>
                    <a:pt x="39891" y="0"/>
                    <a:pt x="44765" y="0"/>
                  </a:cubicBezTo>
                  <a:lnTo>
                    <a:pt x="516913" y="0"/>
                  </a:lnTo>
                  <a:lnTo>
                    <a:pt x="516896" y="112251"/>
                  </a:lnTo>
                  <a:cubicBezTo>
                    <a:pt x="516896" y="117125"/>
                    <a:pt x="514923" y="121905"/>
                    <a:pt x="511473" y="125345"/>
                  </a:cubicBezTo>
                  <a:lnTo>
                    <a:pt x="485517" y="151302"/>
                  </a:lnTo>
                  <a:cubicBezTo>
                    <a:pt x="482068" y="154751"/>
                    <a:pt x="477297" y="156725"/>
                    <a:pt x="472423" y="156725"/>
                  </a:cubicBezTo>
                  <a:lnTo>
                    <a:pt x="0" y="156999"/>
                  </a:lnTo>
                  <a:close/>
                  <a:moveTo>
                    <a:pt x="44765" y="2403"/>
                  </a:moveTo>
                  <a:cubicBezTo>
                    <a:pt x="40518" y="2403"/>
                    <a:pt x="36365" y="4119"/>
                    <a:pt x="33370" y="7122"/>
                  </a:cubicBezTo>
                  <a:lnTo>
                    <a:pt x="7122" y="33370"/>
                  </a:lnTo>
                  <a:cubicBezTo>
                    <a:pt x="4119" y="36373"/>
                    <a:pt x="2403" y="40526"/>
                    <a:pt x="2403" y="44765"/>
                  </a:cubicBezTo>
                  <a:lnTo>
                    <a:pt x="2403" y="154597"/>
                  </a:lnTo>
                  <a:lnTo>
                    <a:pt x="472423" y="154322"/>
                  </a:lnTo>
                  <a:cubicBezTo>
                    <a:pt x="476670" y="154322"/>
                    <a:pt x="480823" y="152606"/>
                    <a:pt x="483818" y="149603"/>
                  </a:cubicBezTo>
                  <a:lnTo>
                    <a:pt x="509774" y="123646"/>
                  </a:lnTo>
                  <a:cubicBezTo>
                    <a:pt x="512778" y="120643"/>
                    <a:pt x="514494" y="116490"/>
                    <a:pt x="514494" y="112251"/>
                  </a:cubicBezTo>
                  <a:lnTo>
                    <a:pt x="514511" y="2403"/>
                  </a:lnTo>
                  <a:lnTo>
                    <a:pt x="44765" y="2403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8" name="Graphic 3">
              <a:extLst>
                <a:ext uri="{FF2B5EF4-FFF2-40B4-BE49-F238E27FC236}">
                  <a16:creationId xmlns:a16="http://schemas.microsoft.com/office/drawing/2014/main" id="{F1696B8F-04AE-B555-15F5-9BAA4F3EC0D8}"/>
                </a:ext>
              </a:extLst>
            </p:cNvPr>
            <p:cNvGrpSpPr/>
            <p:nvPr userDrawn="1"/>
          </p:nvGrpSpPr>
          <p:grpSpPr>
            <a:xfrm>
              <a:off x="11217977" y="6552879"/>
              <a:ext cx="432093" cy="77405"/>
              <a:chOff x="11217977" y="6552879"/>
              <a:chExt cx="432093" cy="77405"/>
            </a:xfrm>
            <a:solidFill>
              <a:srgbClr val="FFFFFF"/>
            </a:solidFill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67937ED1-9F4E-4B0C-D7DC-DE447C9AAE1D}"/>
                  </a:ext>
                </a:extLst>
              </p:cNvPr>
              <p:cNvSpPr/>
              <p:nvPr/>
            </p:nvSpPr>
            <p:spPr>
              <a:xfrm>
                <a:off x="11217977" y="6554492"/>
                <a:ext cx="84553" cy="74230"/>
              </a:xfrm>
              <a:custGeom>
                <a:avLst/>
                <a:gdLst>
                  <a:gd name="csX0" fmla="*/ 35549 w 84553"/>
                  <a:gd name="csY0" fmla="*/ 74231 h 74230"/>
                  <a:gd name="csX1" fmla="*/ 0 w 84553"/>
                  <a:gd name="csY1" fmla="*/ 0 h 74230"/>
                  <a:gd name="csX2" fmla="*/ 16020 w 84553"/>
                  <a:gd name="csY2" fmla="*/ 0 h 74230"/>
                  <a:gd name="csX3" fmla="*/ 42045 w 84553"/>
                  <a:gd name="csY3" fmla="*/ 55825 h 74230"/>
                  <a:gd name="csX4" fmla="*/ 42354 w 84553"/>
                  <a:gd name="csY4" fmla="*/ 55825 h 74230"/>
                  <a:gd name="csX5" fmla="*/ 68379 w 84553"/>
                  <a:gd name="csY5" fmla="*/ 0 h 74230"/>
                  <a:gd name="csX6" fmla="*/ 84553 w 84553"/>
                  <a:gd name="csY6" fmla="*/ 0 h 74230"/>
                  <a:gd name="csX7" fmla="*/ 49004 w 84553"/>
                  <a:gd name="csY7" fmla="*/ 74231 h 74230"/>
                  <a:gd name="csX8" fmla="*/ 35532 w 84553"/>
                  <a:gd name="csY8" fmla="*/ 74231 h 74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4553" h="74230">
                    <a:moveTo>
                      <a:pt x="35549" y="74231"/>
                    </a:moveTo>
                    <a:lnTo>
                      <a:pt x="0" y="0"/>
                    </a:lnTo>
                    <a:lnTo>
                      <a:pt x="16020" y="0"/>
                    </a:lnTo>
                    <a:cubicBezTo>
                      <a:pt x="16020" y="0"/>
                      <a:pt x="41427" y="53140"/>
                      <a:pt x="42045" y="55825"/>
                    </a:cubicBezTo>
                    <a:lnTo>
                      <a:pt x="42354" y="55825"/>
                    </a:lnTo>
                    <a:cubicBezTo>
                      <a:pt x="42989" y="53131"/>
                      <a:pt x="68379" y="0"/>
                      <a:pt x="68379" y="0"/>
                    </a:cubicBezTo>
                    <a:lnTo>
                      <a:pt x="84553" y="0"/>
                    </a:lnTo>
                    <a:lnTo>
                      <a:pt x="49004" y="74231"/>
                    </a:lnTo>
                    <a:lnTo>
                      <a:pt x="35532" y="74231"/>
                    </a:ln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438A67C1-6C41-D844-950E-8CDF4D6128B2}"/>
                  </a:ext>
                </a:extLst>
              </p:cNvPr>
              <p:cNvSpPr/>
              <p:nvPr/>
            </p:nvSpPr>
            <p:spPr>
              <a:xfrm>
                <a:off x="11298755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27" y="20791"/>
                      <a:pt x="15222" y="323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A10682FD-24F3-D345-2B00-DE4CA384CD01}"/>
                  </a:ext>
                </a:extLst>
              </p:cNvPr>
              <p:cNvSpPr/>
              <p:nvPr/>
            </p:nvSpPr>
            <p:spPr>
              <a:xfrm>
                <a:off x="11377723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44" y="20791"/>
                      <a:pt x="15222" y="323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B4ADCBCA-BF44-3A75-6F9B-917067835D87}"/>
                  </a:ext>
                </a:extLst>
              </p:cNvPr>
              <p:cNvSpPr/>
              <p:nvPr/>
            </p:nvSpPr>
            <p:spPr>
              <a:xfrm>
                <a:off x="11456536" y="6552888"/>
                <a:ext cx="74556" cy="77397"/>
              </a:xfrm>
              <a:custGeom>
                <a:avLst/>
                <a:gdLst>
                  <a:gd name="csX0" fmla="*/ 74557 w 74556"/>
                  <a:gd name="csY0" fmla="*/ 38699 h 77397"/>
                  <a:gd name="csX1" fmla="*/ 74557 w 74556"/>
                  <a:gd name="csY1" fmla="*/ 75810 h 77397"/>
                  <a:gd name="csX2" fmla="*/ 61712 w 74556"/>
                  <a:gd name="csY2" fmla="*/ 75810 h 77397"/>
                  <a:gd name="csX3" fmla="*/ 60433 w 74556"/>
                  <a:gd name="csY3" fmla="*/ 64234 h 77397"/>
                  <a:gd name="csX4" fmla="*/ 35687 w 74556"/>
                  <a:gd name="csY4" fmla="*/ 77397 h 77397"/>
                  <a:gd name="csX5" fmla="*/ 0 w 74556"/>
                  <a:gd name="csY5" fmla="*/ 38699 h 77397"/>
                  <a:gd name="csX6" fmla="*/ 37583 w 74556"/>
                  <a:gd name="csY6" fmla="*/ 0 h 77397"/>
                  <a:gd name="csX7" fmla="*/ 74557 w 74556"/>
                  <a:gd name="csY7" fmla="*/ 38699 h 77397"/>
                  <a:gd name="csX8" fmla="*/ 59953 w 74556"/>
                  <a:gd name="csY8" fmla="*/ 38699 h 77397"/>
                  <a:gd name="csX9" fmla="*/ 37583 w 74556"/>
                  <a:gd name="csY9" fmla="*/ 13326 h 77397"/>
                  <a:gd name="csX10" fmla="*/ 14596 w 74556"/>
                  <a:gd name="csY10" fmla="*/ 38699 h 77397"/>
                  <a:gd name="csX11" fmla="*/ 37583 w 74556"/>
                  <a:gd name="csY11" fmla="*/ 64071 h 77397"/>
                  <a:gd name="csX12" fmla="*/ 59953 w 74556"/>
                  <a:gd name="csY12" fmla="*/ 38699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74556" h="77397">
                    <a:moveTo>
                      <a:pt x="74557" y="38699"/>
                    </a:moveTo>
                    <a:lnTo>
                      <a:pt x="74557" y="75810"/>
                    </a:lnTo>
                    <a:lnTo>
                      <a:pt x="61712" y="75810"/>
                    </a:lnTo>
                    <a:lnTo>
                      <a:pt x="60433" y="64234"/>
                    </a:lnTo>
                    <a:cubicBezTo>
                      <a:pt x="54727" y="72806"/>
                      <a:pt x="44739" y="77397"/>
                      <a:pt x="35687" y="77397"/>
                    </a:cubicBezTo>
                    <a:cubicBezTo>
                      <a:pt x="15385" y="77397"/>
                      <a:pt x="0" y="61223"/>
                      <a:pt x="0" y="38699"/>
                    </a:cubicBezTo>
                    <a:cubicBezTo>
                      <a:pt x="0" y="16174"/>
                      <a:pt x="16492" y="0"/>
                      <a:pt x="37583" y="0"/>
                    </a:cubicBezTo>
                    <a:cubicBezTo>
                      <a:pt x="56950" y="0"/>
                      <a:pt x="74557" y="13952"/>
                      <a:pt x="74557" y="38699"/>
                    </a:cubicBezTo>
                    <a:close/>
                    <a:moveTo>
                      <a:pt x="59953" y="38699"/>
                    </a:moveTo>
                    <a:cubicBezTo>
                      <a:pt x="59953" y="22370"/>
                      <a:pt x="49176" y="13326"/>
                      <a:pt x="37583" y="13326"/>
                    </a:cubicBezTo>
                    <a:cubicBezTo>
                      <a:pt x="24892" y="13326"/>
                      <a:pt x="14596" y="23485"/>
                      <a:pt x="14596" y="38699"/>
                    </a:cubicBezTo>
                    <a:cubicBezTo>
                      <a:pt x="14596" y="53912"/>
                      <a:pt x="24120" y="64071"/>
                      <a:pt x="37583" y="64071"/>
                    </a:cubicBezTo>
                    <a:cubicBezTo>
                      <a:pt x="49021" y="64071"/>
                      <a:pt x="59953" y="54547"/>
                      <a:pt x="59953" y="38699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D272C6FD-D81F-C67C-3C08-C3583B97A580}"/>
                  </a:ext>
                </a:extLst>
              </p:cNvPr>
              <p:cNvSpPr/>
              <p:nvPr/>
            </p:nvSpPr>
            <p:spPr>
              <a:xfrm>
                <a:off x="11540926" y="6552913"/>
                <a:ext cx="109145" cy="75946"/>
              </a:xfrm>
              <a:custGeom>
                <a:avLst/>
                <a:gdLst>
                  <a:gd name="csX0" fmla="*/ 0 w 109145"/>
                  <a:gd name="csY0" fmla="*/ 75792 h 75946"/>
                  <a:gd name="csX1" fmla="*/ 0 w 109145"/>
                  <a:gd name="csY1" fmla="*/ 31868 h 75946"/>
                  <a:gd name="csX2" fmla="*/ 30461 w 109145"/>
                  <a:gd name="csY2" fmla="*/ 0 h 75946"/>
                  <a:gd name="csX3" fmla="*/ 54418 w 109145"/>
                  <a:gd name="csY3" fmla="*/ 13489 h 75946"/>
                  <a:gd name="csX4" fmla="*/ 54727 w 109145"/>
                  <a:gd name="csY4" fmla="*/ 13489 h 75946"/>
                  <a:gd name="csX5" fmla="*/ 78684 w 109145"/>
                  <a:gd name="csY5" fmla="*/ 0 h 75946"/>
                  <a:gd name="csX6" fmla="*/ 109145 w 109145"/>
                  <a:gd name="csY6" fmla="*/ 31868 h 75946"/>
                  <a:gd name="csX7" fmla="*/ 109145 w 109145"/>
                  <a:gd name="csY7" fmla="*/ 75792 h 75946"/>
                  <a:gd name="csX8" fmla="*/ 94558 w 109145"/>
                  <a:gd name="csY8" fmla="*/ 75792 h 75946"/>
                  <a:gd name="csX9" fmla="*/ 94558 w 109145"/>
                  <a:gd name="csY9" fmla="*/ 32967 h 75946"/>
                  <a:gd name="csX10" fmla="*/ 78229 w 109145"/>
                  <a:gd name="csY10" fmla="*/ 13617 h 75946"/>
                  <a:gd name="csX11" fmla="*/ 61901 w 109145"/>
                  <a:gd name="csY11" fmla="*/ 33276 h 75946"/>
                  <a:gd name="csX12" fmla="*/ 61901 w 109145"/>
                  <a:gd name="csY12" fmla="*/ 75947 h 75946"/>
                  <a:gd name="csX13" fmla="*/ 47314 w 109145"/>
                  <a:gd name="csY13" fmla="*/ 75947 h 75946"/>
                  <a:gd name="csX14" fmla="*/ 47314 w 109145"/>
                  <a:gd name="csY14" fmla="*/ 33276 h 75946"/>
                  <a:gd name="csX15" fmla="*/ 30985 w 109145"/>
                  <a:gd name="csY15" fmla="*/ 13617 h 75946"/>
                  <a:gd name="csX16" fmla="*/ 14656 w 109145"/>
                  <a:gd name="csY16" fmla="*/ 32967 h 75946"/>
                  <a:gd name="csX17" fmla="*/ 14656 w 109145"/>
                  <a:gd name="csY17" fmla="*/ 75792 h 75946"/>
                  <a:gd name="csX18" fmla="*/ 34 w 109145"/>
                  <a:gd name="csY18" fmla="*/ 75792 h 759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109145" h="75946">
                    <a:moveTo>
                      <a:pt x="0" y="75792"/>
                    </a:moveTo>
                    <a:lnTo>
                      <a:pt x="0" y="31868"/>
                    </a:lnTo>
                    <a:cubicBezTo>
                      <a:pt x="0" y="13309"/>
                      <a:pt x="11901" y="0"/>
                      <a:pt x="30461" y="0"/>
                    </a:cubicBezTo>
                    <a:cubicBezTo>
                      <a:pt x="45366" y="0"/>
                      <a:pt x="53294" y="9988"/>
                      <a:pt x="54418" y="13489"/>
                    </a:cubicBezTo>
                    <a:lnTo>
                      <a:pt x="54727" y="13489"/>
                    </a:lnTo>
                    <a:cubicBezTo>
                      <a:pt x="55834" y="10005"/>
                      <a:pt x="63763" y="0"/>
                      <a:pt x="78684" y="0"/>
                    </a:cubicBezTo>
                    <a:cubicBezTo>
                      <a:pt x="97244" y="0"/>
                      <a:pt x="109145" y="13317"/>
                      <a:pt x="109145" y="31868"/>
                    </a:cubicBezTo>
                    <a:lnTo>
                      <a:pt x="109145" y="75792"/>
                    </a:lnTo>
                    <a:lnTo>
                      <a:pt x="94558" y="75792"/>
                    </a:lnTo>
                    <a:lnTo>
                      <a:pt x="94558" y="32967"/>
                    </a:lnTo>
                    <a:cubicBezTo>
                      <a:pt x="94558" y="20911"/>
                      <a:pt x="89161" y="13617"/>
                      <a:pt x="78229" y="13617"/>
                    </a:cubicBezTo>
                    <a:cubicBezTo>
                      <a:pt x="67298" y="13617"/>
                      <a:pt x="61901" y="20911"/>
                      <a:pt x="61901" y="33276"/>
                    </a:cubicBezTo>
                    <a:lnTo>
                      <a:pt x="61901" y="75947"/>
                    </a:lnTo>
                    <a:lnTo>
                      <a:pt x="47314" y="75947"/>
                    </a:lnTo>
                    <a:lnTo>
                      <a:pt x="47314" y="33276"/>
                    </a:lnTo>
                    <a:cubicBezTo>
                      <a:pt x="47314" y="20911"/>
                      <a:pt x="41916" y="13617"/>
                      <a:pt x="30985" y="13617"/>
                    </a:cubicBezTo>
                    <a:cubicBezTo>
                      <a:pt x="20053" y="13617"/>
                      <a:pt x="14656" y="20911"/>
                      <a:pt x="14656" y="32967"/>
                    </a:cubicBezTo>
                    <a:lnTo>
                      <a:pt x="14656" y="75792"/>
                    </a:lnTo>
                    <a:lnTo>
                      <a:pt x="34" y="75792"/>
                    </a:ln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482809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4F7037-981C-9665-D1D7-7B2F9AFC6E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861AD86-A9D9-99CC-7BBD-968A353747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5600" y="2302439"/>
            <a:ext cx="8940800" cy="2492830"/>
          </a:xfrm>
        </p:spPr>
        <p:txBody>
          <a:bodyPr anchor="t">
            <a:noAutofit/>
          </a:bodyPr>
          <a:lstStyle>
            <a:lvl1pPr algn="ctr">
              <a:lnSpc>
                <a:spcPct val="84000"/>
              </a:lnSpc>
              <a:defRPr sz="5400" b="1">
                <a:solidFill>
                  <a:srgbClr val="002060"/>
                </a:solidFill>
                <a:effectLst/>
              </a:defRPr>
            </a:lvl1pPr>
          </a:lstStyle>
          <a:p>
            <a:r>
              <a:rPr lang="en-US"/>
              <a:t>Click to edit quote </a:t>
            </a:r>
            <a:br>
              <a:rPr lang="ru-RU"/>
            </a:br>
            <a:r>
              <a:rPr lang="en-US"/>
              <a:t>or call-out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B0D1728-E64D-1033-87EB-BC2D90F540AB}"/>
              </a:ext>
            </a:extLst>
          </p:cNvPr>
          <p:cNvGrpSpPr/>
          <p:nvPr userDrawn="1"/>
        </p:nvGrpSpPr>
        <p:grpSpPr>
          <a:xfrm>
            <a:off x="11180146" y="6513177"/>
            <a:ext cx="516913" cy="156999"/>
            <a:chOff x="11180146" y="6513177"/>
            <a:chExt cx="516913" cy="156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56E2FE4D-CE17-F2E0-280A-C4BB4D453F19}"/>
                </a:ext>
              </a:extLst>
            </p:cNvPr>
            <p:cNvSpPr/>
            <p:nvPr userDrawn="1"/>
          </p:nvSpPr>
          <p:spPr>
            <a:xfrm>
              <a:off x="11181347" y="6514378"/>
              <a:ext cx="514510" cy="154596"/>
            </a:xfrm>
            <a:custGeom>
              <a:avLst/>
              <a:gdLst>
                <a:gd name="csX0" fmla="*/ 43564 w 514510"/>
                <a:gd name="csY0" fmla="*/ 0 h 154596"/>
                <a:gd name="csX1" fmla="*/ 31319 w 514510"/>
                <a:gd name="csY1" fmla="*/ 5071 h 154596"/>
                <a:gd name="csX2" fmla="*/ 5071 w 514510"/>
                <a:gd name="csY2" fmla="*/ 31319 h 154596"/>
                <a:gd name="csX3" fmla="*/ 0 w 514510"/>
                <a:gd name="csY3" fmla="*/ 43564 h 154596"/>
                <a:gd name="csX4" fmla="*/ 0 w 514510"/>
                <a:gd name="csY4" fmla="*/ 154597 h 154596"/>
                <a:gd name="csX5" fmla="*/ 471222 w 514510"/>
                <a:gd name="csY5" fmla="*/ 154322 h 154596"/>
                <a:gd name="csX6" fmla="*/ 483466 w 514510"/>
                <a:gd name="csY6" fmla="*/ 149251 h 154596"/>
                <a:gd name="csX7" fmla="*/ 509423 w 514510"/>
                <a:gd name="csY7" fmla="*/ 123295 h 154596"/>
                <a:gd name="csX8" fmla="*/ 514494 w 514510"/>
                <a:gd name="csY8" fmla="*/ 111050 h 154596"/>
                <a:gd name="csX9" fmla="*/ 514511 w 514510"/>
                <a:gd name="csY9" fmla="*/ 0 h 154596"/>
                <a:gd name="csX10" fmla="*/ 43564 w 514510"/>
                <a:gd name="csY10" fmla="*/ 0 h 1545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14510" h="154596">
                  <a:moveTo>
                    <a:pt x="43564" y="0"/>
                  </a:moveTo>
                  <a:cubicBezTo>
                    <a:pt x="38973" y="0"/>
                    <a:pt x="34563" y="1828"/>
                    <a:pt x="31319" y="5071"/>
                  </a:cubicBezTo>
                  <a:lnTo>
                    <a:pt x="5071" y="31319"/>
                  </a:lnTo>
                  <a:cubicBezTo>
                    <a:pt x="1828" y="34563"/>
                    <a:pt x="0" y="38973"/>
                    <a:pt x="0" y="43564"/>
                  </a:cubicBezTo>
                  <a:lnTo>
                    <a:pt x="0" y="154597"/>
                  </a:lnTo>
                  <a:lnTo>
                    <a:pt x="471222" y="154322"/>
                  </a:lnTo>
                  <a:cubicBezTo>
                    <a:pt x="475812" y="154322"/>
                    <a:pt x="480223" y="152494"/>
                    <a:pt x="483466" y="149251"/>
                  </a:cubicBezTo>
                  <a:lnTo>
                    <a:pt x="509423" y="123295"/>
                  </a:lnTo>
                  <a:cubicBezTo>
                    <a:pt x="512666" y="120051"/>
                    <a:pt x="514494" y="115641"/>
                    <a:pt x="514494" y="111050"/>
                  </a:cubicBezTo>
                  <a:lnTo>
                    <a:pt x="514511" y="0"/>
                  </a:lnTo>
                  <a:lnTo>
                    <a:pt x="43564" y="0"/>
                  </a:lnTo>
                  <a:close/>
                </a:path>
              </a:pathLst>
            </a:custGeom>
            <a:solidFill>
              <a:srgbClr val="00D15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A211F901-1DFB-368A-A3D8-001AC318145A}"/>
                </a:ext>
              </a:extLst>
            </p:cNvPr>
            <p:cNvSpPr/>
            <p:nvPr userDrawn="1"/>
          </p:nvSpPr>
          <p:spPr>
            <a:xfrm>
              <a:off x="11180146" y="6513177"/>
              <a:ext cx="516913" cy="156999"/>
            </a:xfrm>
            <a:custGeom>
              <a:avLst/>
              <a:gdLst>
                <a:gd name="csX0" fmla="*/ 0 w 516913"/>
                <a:gd name="csY0" fmla="*/ 156999 h 156999"/>
                <a:gd name="csX1" fmla="*/ 0 w 516913"/>
                <a:gd name="csY1" fmla="*/ 44765 h 156999"/>
                <a:gd name="csX2" fmla="*/ 5423 w 516913"/>
                <a:gd name="csY2" fmla="*/ 31671 h 156999"/>
                <a:gd name="csX3" fmla="*/ 31671 w 516913"/>
                <a:gd name="csY3" fmla="*/ 5423 h 156999"/>
                <a:gd name="csX4" fmla="*/ 44765 w 516913"/>
                <a:gd name="csY4" fmla="*/ 0 h 156999"/>
                <a:gd name="csX5" fmla="*/ 516913 w 516913"/>
                <a:gd name="csY5" fmla="*/ 0 h 156999"/>
                <a:gd name="csX6" fmla="*/ 516896 w 516913"/>
                <a:gd name="csY6" fmla="*/ 112251 h 156999"/>
                <a:gd name="csX7" fmla="*/ 511473 w 516913"/>
                <a:gd name="csY7" fmla="*/ 125345 h 156999"/>
                <a:gd name="csX8" fmla="*/ 485517 w 516913"/>
                <a:gd name="csY8" fmla="*/ 151302 h 156999"/>
                <a:gd name="csX9" fmla="*/ 472423 w 516913"/>
                <a:gd name="csY9" fmla="*/ 156725 h 156999"/>
                <a:gd name="csX10" fmla="*/ 0 w 516913"/>
                <a:gd name="csY10" fmla="*/ 156999 h 156999"/>
                <a:gd name="csX11" fmla="*/ 44765 w 516913"/>
                <a:gd name="csY11" fmla="*/ 2403 h 156999"/>
                <a:gd name="csX12" fmla="*/ 33370 w 516913"/>
                <a:gd name="csY12" fmla="*/ 7122 h 156999"/>
                <a:gd name="csX13" fmla="*/ 7122 w 516913"/>
                <a:gd name="csY13" fmla="*/ 33370 h 156999"/>
                <a:gd name="csX14" fmla="*/ 2403 w 516913"/>
                <a:gd name="csY14" fmla="*/ 44765 h 156999"/>
                <a:gd name="csX15" fmla="*/ 2403 w 516913"/>
                <a:gd name="csY15" fmla="*/ 154597 h 156999"/>
                <a:gd name="csX16" fmla="*/ 472423 w 516913"/>
                <a:gd name="csY16" fmla="*/ 154322 h 156999"/>
                <a:gd name="csX17" fmla="*/ 483818 w 516913"/>
                <a:gd name="csY17" fmla="*/ 149603 h 156999"/>
                <a:gd name="csX18" fmla="*/ 509774 w 516913"/>
                <a:gd name="csY18" fmla="*/ 123646 h 156999"/>
                <a:gd name="csX19" fmla="*/ 514494 w 516913"/>
                <a:gd name="csY19" fmla="*/ 112251 h 156999"/>
                <a:gd name="csX20" fmla="*/ 514511 w 516913"/>
                <a:gd name="csY20" fmla="*/ 2403 h 156999"/>
                <a:gd name="csX21" fmla="*/ 44765 w 516913"/>
                <a:gd name="csY21" fmla="*/ 2403 h 156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516913" h="156999">
                  <a:moveTo>
                    <a:pt x="0" y="156999"/>
                  </a:moveTo>
                  <a:lnTo>
                    <a:pt x="0" y="44765"/>
                  </a:lnTo>
                  <a:cubicBezTo>
                    <a:pt x="0" y="39891"/>
                    <a:pt x="1974" y="35120"/>
                    <a:pt x="5423" y="31671"/>
                  </a:cubicBezTo>
                  <a:lnTo>
                    <a:pt x="31671" y="5423"/>
                  </a:lnTo>
                  <a:cubicBezTo>
                    <a:pt x="35120" y="1974"/>
                    <a:pt x="39891" y="0"/>
                    <a:pt x="44765" y="0"/>
                  </a:cubicBezTo>
                  <a:lnTo>
                    <a:pt x="516913" y="0"/>
                  </a:lnTo>
                  <a:lnTo>
                    <a:pt x="516896" y="112251"/>
                  </a:lnTo>
                  <a:cubicBezTo>
                    <a:pt x="516896" y="117125"/>
                    <a:pt x="514923" y="121905"/>
                    <a:pt x="511473" y="125345"/>
                  </a:cubicBezTo>
                  <a:lnTo>
                    <a:pt x="485517" y="151302"/>
                  </a:lnTo>
                  <a:cubicBezTo>
                    <a:pt x="482068" y="154751"/>
                    <a:pt x="477297" y="156725"/>
                    <a:pt x="472423" y="156725"/>
                  </a:cubicBezTo>
                  <a:lnTo>
                    <a:pt x="0" y="156999"/>
                  </a:lnTo>
                  <a:close/>
                  <a:moveTo>
                    <a:pt x="44765" y="2403"/>
                  </a:moveTo>
                  <a:cubicBezTo>
                    <a:pt x="40518" y="2403"/>
                    <a:pt x="36365" y="4119"/>
                    <a:pt x="33370" y="7122"/>
                  </a:cubicBezTo>
                  <a:lnTo>
                    <a:pt x="7122" y="33370"/>
                  </a:lnTo>
                  <a:cubicBezTo>
                    <a:pt x="4119" y="36373"/>
                    <a:pt x="2403" y="40526"/>
                    <a:pt x="2403" y="44765"/>
                  </a:cubicBezTo>
                  <a:lnTo>
                    <a:pt x="2403" y="154597"/>
                  </a:lnTo>
                  <a:lnTo>
                    <a:pt x="472423" y="154322"/>
                  </a:lnTo>
                  <a:cubicBezTo>
                    <a:pt x="476670" y="154322"/>
                    <a:pt x="480823" y="152606"/>
                    <a:pt x="483818" y="149603"/>
                  </a:cubicBezTo>
                  <a:lnTo>
                    <a:pt x="509774" y="123646"/>
                  </a:lnTo>
                  <a:cubicBezTo>
                    <a:pt x="512778" y="120643"/>
                    <a:pt x="514494" y="116490"/>
                    <a:pt x="514494" y="112251"/>
                  </a:cubicBezTo>
                  <a:lnTo>
                    <a:pt x="514511" y="2403"/>
                  </a:lnTo>
                  <a:lnTo>
                    <a:pt x="44765" y="2403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6" name="Graphic 3">
              <a:extLst>
                <a:ext uri="{FF2B5EF4-FFF2-40B4-BE49-F238E27FC236}">
                  <a16:creationId xmlns:a16="http://schemas.microsoft.com/office/drawing/2014/main" id="{226C0A78-17D6-07B9-93A8-0264A24DA17D}"/>
                </a:ext>
              </a:extLst>
            </p:cNvPr>
            <p:cNvGrpSpPr/>
            <p:nvPr userDrawn="1"/>
          </p:nvGrpSpPr>
          <p:grpSpPr>
            <a:xfrm>
              <a:off x="11217977" y="6552879"/>
              <a:ext cx="432093" cy="77405"/>
              <a:chOff x="11217977" y="6552879"/>
              <a:chExt cx="432093" cy="77405"/>
            </a:xfrm>
            <a:solidFill>
              <a:srgbClr val="FFFFFF"/>
            </a:solidFill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4CC34113-B919-E041-D81D-E60653A87DFE}"/>
                  </a:ext>
                </a:extLst>
              </p:cNvPr>
              <p:cNvSpPr/>
              <p:nvPr/>
            </p:nvSpPr>
            <p:spPr>
              <a:xfrm>
                <a:off x="11217977" y="6554492"/>
                <a:ext cx="84553" cy="74230"/>
              </a:xfrm>
              <a:custGeom>
                <a:avLst/>
                <a:gdLst>
                  <a:gd name="csX0" fmla="*/ 35549 w 84553"/>
                  <a:gd name="csY0" fmla="*/ 74231 h 74230"/>
                  <a:gd name="csX1" fmla="*/ 0 w 84553"/>
                  <a:gd name="csY1" fmla="*/ 0 h 74230"/>
                  <a:gd name="csX2" fmla="*/ 16020 w 84553"/>
                  <a:gd name="csY2" fmla="*/ 0 h 74230"/>
                  <a:gd name="csX3" fmla="*/ 42045 w 84553"/>
                  <a:gd name="csY3" fmla="*/ 55825 h 74230"/>
                  <a:gd name="csX4" fmla="*/ 42354 w 84553"/>
                  <a:gd name="csY4" fmla="*/ 55825 h 74230"/>
                  <a:gd name="csX5" fmla="*/ 68379 w 84553"/>
                  <a:gd name="csY5" fmla="*/ 0 h 74230"/>
                  <a:gd name="csX6" fmla="*/ 84553 w 84553"/>
                  <a:gd name="csY6" fmla="*/ 0 h 74230"/>
                  <a:gd name="csX7" fmla="*/ 49004 w 84553"/>
                  <a:gd name="csY7" fmla="*/ 74231 h 74230"/>
                  <a:gd name="csX8" fmla="*/ 35532 w 84553"/>
                  <a:gd name="csY8" fmla="*/ 74231 h 74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4553" h="74230">
                    <a:moveTo>
                      <a:pt x="35549" y="74231"/>
                    </a:moveTo>
                    <a:lnTo>
                      <a:pt x="0" y="0"/>
                    </a:lnTo>
                    <a:lnTo>
                      <a:pt x="16020" y="0"/>
                    </a:lnTo>
                    <a:cubicBezTo>
                      <a:pt x="16020" y="0"/>
                      <a:pt x="41427" y="53140"/>
                      <a:pt x="42045" y="55825"/>
                    </a:cubicBezTo>
                    <a:lnTo>
                      <a:pt x="42354" y="55825"/>
                    </a:lnTo>
                    <a:cubicBezTo>
                      <a:pt x="42989" y="53131"/>
                      <a:pt x="68379" y="0"/>
                      <a:pt x="68379" y="0"/>
                    </a:cubicBezTo>
                    <a:lnTo>
                      <a:pt x="84553" y="0"/>
                    </a:lnTo>
                    <a:lnTo>
                      <a:pt x="49004" y="74231"/>
                    </a:lnTo>
                    <a:lnTo>
                      <a:pt x="35532" y="74231"/>
                    </a:ln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B20CC6E-0E43-E0C2-F917-D74F360A6CE0}"/>
                  </a:ext>
                </a:extLst>
              </p:cNvPr>
              <p:cNvSpPr/>
              <p:nvPr/>
            </p:nvSpPr>
            <p:spPr>
              <a:xfrm>
                <a:off x="11298755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27" y="20791"/>
                      <a:pt x="15222" y="323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C2F33F41-1692-573D-1E47-08A1AA40FCA6}"/>
                  </a:ext>
                </a:extLst>
              </p:cNvPr>
              <p:cNvSpPr/>
              <p:nvPr/>
            </p:nvSpPr>
            <p:spPr>
              <a:xfrm>
                <a:off x="11377723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44" y="20791"/>
                      <a:pt x="15222" y="323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076F6635-FC31-0FA4-188E-DDD1DCF93CF5}"/>
                  </a:ext>
                </a:extLst>
              </p:cNvPr>
              <p:cNvSpPr/>
              <p:nvPr/>
            </p:nvSpPr>
            <p:spPr>
              <a:xfrm>
                <a:off x="11456536" y="6552888"/>
                <a:ext cx="74556" cy="77397"/>
              </a:xfrm>
              <a:custGeom>
                <a:avLst/>
                <a:gdLst>
                  <a:gd name="csX0" fmla="*/ 74557 w 74556"/>
                  <a:gd name="csY0" fmla="*/ 38699 h 77397"/>
                  <a:gd name="csX1" fmla="*/ 74557 w 74556"/>
                  <a:gd name="csY1" fmla="*/ 75810 h 77397"/>
                  <a:gd name="csX2" fmla="*/ 61712 w 74556"/>
                  <a:gd name="csY2" fmla="*/ 75810 h 77397"/>
                  <a:gd name="csX3" fmla="*/ 60433 w 74556"/>
                  <a:gd name="csY3" fmla="*/ 64234 h 77397"/>
                  <a:gd name="csX4" fmla="*/ 35687 w 74556"/>
                  <a:gd name="csY4" fmla="*/ 77397 h 77397"/>
                  <a:gd name="csX5" fmla="*/ 0 w 74556"/>
                  <a:gd name="csY5" fmla="*/ 38699 h 77397"/>
                  <a:gd name="csX6" fmla="*/ 37583 w 74556"/>
                  <a:gd name="csY6" fmla="*/ 0 h 77397"/>
                  <a:gd name="csX7" fmla="*/ 74557 w 74556"/>
                  <a:gd name="csY7" fmla="*/ 38699 h 77397"/>
                  <a:gd name="csX8" fmla="*/ 59953 w 74556"/>
                  <a:gd name="csY8" fmla="*/ 38699 h 77397"/>
                  <a:gd name="csX9" fmla="*/ 37583 w 74556"/>
                  <a:gd name="csY9" fmla="*/ 13326 h 77397"/>
                  <a:gd name="csX10" fmla="*/ 14596 w 74556"/>
                  <a:gd name="csY10" fmla="*/ 38699 h 77397"/>
                  <a:gd name="csX11" fmla="*/ 37583 w 74556"/>
                  <a:gd name="csY11" fmla="*/ 64071 h 77397"/>
                  <a:gd name="csX12" fmla="*/ 59953 w 74556"/>
                  <a:gd name="csY12" fmla="*/ 38699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74556" h="77397">
                    <a:moveTo>
                      <a:pt x="74557" y="38699"/>
                    </a:moveTo>
                    <a:lnTo>
                      <a:pt x="74557" y="75810"/>
                    </a:lnTo>
                    <a:lnTo>
                      <a:pt x="61712" y="75810"/>
                    </a:lnTo>
                    <a:lnTo>
                      <a:pt x="60433" y="64234"/>
                    </a:lnTo>
                    <a:cubicBezTo>
                      <a:pt x="54727" y="72806"/>
                      <a:pt x="44739" y="77397"/>
                      <a:pt x="35687" y="77397"/>
                    </a:cubicBezTo>
                    <a:cubicBezTo>
                      <a:pt x="15385" y="77397"/>
                      <a:pt x="0" y="61223"/>
                      <a:pt x="0" y="38699"/>
                    </a:cubicBezTo>
                    <a:cubicBezTo>
                      <a:pt x="0" y="16174"/>
                      <a:pt x="16492" y="0"/>
                      <a:pt x="37583" y="0"/>
                    </a:cubicBezTo>
                    <a:cubicBezTo>
                      <a:pt x="56950" y="0"/>
                      <a:pt x="74557" y="13952"/>
                      <a:pt x="74557" y="38699"/>
                    </a:cubicBezTo>
                    <a:close/>
                    <a:moveTo>
                      <a:pt x="59953" y="38699"/>
                    </a:moveTo>
                    <a:cubicBezTo>
                      <a:pt x="59953" y="22370"/>
                      <a:pt x="49176" y="13326"/>
                      <a:pt x="37583" y="13326"/>
                    </a:cubicBezTo>
                    <a:cubicBezTo>
                      <a:pt x="24892" y="13326"/>
                      <a:pt x="14596" y="23485"/>
                      <a:pt x="14596" y="38699"/>
                    </a:cubicBezTo>
                    <a:cubicBezTo>
                      <a:pt x="14596" y="53912"/>
                      <a:pt x="24120" y="64071"/>
                      <a:pt x="37583" y="64071"/>
                    </a:cubicBezTo>
                    <a:cubicBezTo>
                      <a:pt x="49021" y="64071"/>
                      <a:pt x="59953" y="54547"/>
                      <a:pt x="59953" y="38699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4B260FE8-AECC-D8C3-45EE-9675233E9D56}"/>
                  </a:ext>
                </a:extLst>
              </p:cNvPr>
              <p:cNvSpPr/>
              <p:nvPr/>
            </p:nvSpPr>
            <p:spPr>
              <a:xfrm>
                <a:off x="11540926" y="6552913"/>
                <a:ext cx="109145" cy="75946"/>
              </a:xfrm>
              <a:custGeom>
                <a:avLst/>
                <a:gdLst>
                  <a:gd name="csX0" fmla="*/ 0 w 109145"/>
                  <a:gd name="csY0" fmla="*/ 75792 h 75946"/>
                  <a:gd name="csX1" fmla="*/ 0 w 109145"/>
                  <a:gd name="csY1" fmla="*/ 31868 h 75946"/>
                  <a:gd name="csX2" fmla="*/ 30461 w 109145"/>
                  <a:gd name="csY2" fmla="*/ 0 h 75946"/>
                  <a:gd name="csX3" fmla="*/ 54418 w 109145"/>
                  <a:gd name="csY3" fmla="*/ 13489 h 75946"/>
                  <a:gd name="csX4" fmla="*/ 54727 w 109145"/>
                  <a:gd name="csY4" fmla="*/ 13489 h 75946"/>
                  <a:gd name="csX5" fmla="*/ 78684 w 109145"/>
                  <a:gd name="csY5" fmla="*/ 0 h 75946"/>
                  <a:gd name="csX6" fmla="*/ 109145 w 109145"/>
                  <a:gd name="csY6" fmla="*/ 31868 h 75946"/>
                  <a:gd name="csX7" fmla="*/ 109145 w 109145"/>
                  <a:gd name="csY7" fmla="*/ 75792 h 75946"/>
                  <a:gd name="csX8" fmla="*/ 94558 w 109145"/>
                  <a:gd name="csY8" fmla="*/ 75792 h 75946"/>
                  <a:gd name="csX9" fmla="*/ 94558 w 109145"/>
                  <a:gd name="csY9" fmla="*/ 32967 h 75946"/>
                  <a:gd name="csX10" fmla="*/ 78229 w 109145"/>
                  <a:gd name="csY10" fmla="*/ 13617 h 75946"/>
                  <a:gd name="csX11" fmla="*/ 61901 w 109145"/>
                  <a:gd name="csY11" fmla="*/ 33276 h 75946"/>
                  <a:gd name="csX12" fmla="*/ 61901 w 109145"/>
                  <a:gd name="csY12" fmla="*/ 75947 h 75946"/>
                  <a:gd name="csX13" fmla="*/ 47314 w 109145"/>
                  <a:gd name="csY13" fmla="*/ 75947 h 75946"/>
                  <a:gd name="csX14" fmla="*/ 47314 w 109145"/>
                  <a:gd name="csY14" fmla="*/ 33276 h 75946"/>
                  <a:gd name="csX15" fmla="*/ 30985 w 109145"/>
                  <a:gd name="csY15" fmla="*/ 13617 h 75946"/>
                  <a:gd name="csX16" fmla="*/ 14656 w 109145"/>
                  <a:gd name="csY16" fmla="*/ 32967 h 75946"/>
                  <a:gd name="csX17" fmla="*/ 14656 w 109145"/>
                  <a:gd name="csY17" fmla="*/ 75792 h 75946"/>
                  <a:gd name="csX18" fmla="*/ 34 w 109145"/>
                  <a:gd name="csY18" fmla="*/ 75792 h 759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109145" h="75946">
                    <a:moveTo>
                      <a:pt x="0" y="75792"/>
                    </a:moveTo>
                    <a:lnTo>
                      <a:pt x="0" y="31868"/>
                    </a:lnTo>
                    <a:cubicBezTo>
                      <a:pt x="0" y="13309"/>
                      <a:pt x="11901" y="0"/>
                      <a:pt x="30461" y="0"/>
                    </a:cubicBezTo>
                    <a:cubicBezTo>
                      <a:pt x="45366" y="0"/>
                      <a:pt x="53294" y="9988"/>
                      <a:pt x="54418" y="13489"/>
                    </a:cubicBezTo>
                    <a:lnTo>
                      <a:pt x="54727" y="13489"/>
                    </a:lnTo>
                    <a:cubicBezTo>
                      <a:pt x="55834" y="10005"/>
                      <a:pt x="63763" y="0"/>
                      <a:pt x="78684" y="0"/>
                    </a:cubicBezTo>
                    <a:cubicBezTo>
                      <a:pt x="97244" y="0"/>
                      <a:pt x="109145" y="13317"/>
                      <a:pt x="109145" y="31868"/>
                    </a:cubicBezTo>
                    <a:lnTo>
                      <a:pt x="109145" y="75792"/>
                    </a:lnTo>
                    <a:lnTo>
                      <a:pt x="94558" y="75792"/>
                    </a:lnTo>
                    <a:lnTo>
                      <a:pt x="94558" y="32967"/>
                    </a:lnTo>
                    <a:cubicBezTo>
                      <a:pt x="94558" y="20911"/>
                      <a:pt x="89161" y="13617"/>
                      <a:pt x="78229" y="13617"/>
                    </a:cubicBezTo>
                    <a:cubicBezTo>
                      <a:pt x="67298" y="13617"/>
                      <a:pt x="61901" y="20911"/>
                      <a:pt x="61901" y="33276"/>
                    </a:cubicBezTo>
                    <a:lnTo>
                      <a:pt x="61901" y="75947"/>
                    </a:lnTo>
                    <a:lnTo>
                      <a:pt x="47314" y="75947"/>
                    </a:lnTo>
                    <a:lnTo>
                      <a:pt x="47314" y="33276"/>
                    </a:lnTo>
                    <a:cubicBezTo>
                      <a:pt x="47314" y="20911"/>
                      <a:pt x="41916" y="13617"/>
                      <a:pt x="30985" y="13617"/>
                    </a:cubicBezTo>
                    <a:cubicBezTo>
                      <a:pt x="20053" y="13617"/>
                      <a:pt x="14656" y="20911"/>
                      <a:pt x="14656" y="32967"/>
                    </a:cubicBezTo>
                    <a:lnTo>
                      <a:pt x="14656" y="75792"/>
                    </a:lnTo>
                    <a:lnTo>
                      <a:pt x="34" y="75792"/>
                    </a:ln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549553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9A6319-2CCA-308D-05AD-C096AFA679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915"/>
          <a:stretch>
            <a:fillRect/>
          </a:stretch>
        </p:blipFill>
        <p:spPr>
          <a:xfrm>
            <a:off x="-31750" y="0"/>
            <a:ext cx="6010398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D0C2672-616F-7E48-D192-190D79314B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2251" y="696686"/>
            <a:ext cx="5121312" cy="54646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87000"/>
              </a:lnSpc>
              <a:spcBef>
                <a:spcPts val="900"/>
              </a:spcBef>
              <a:spcAft>
                <a:spcPts val="900"/>
              </a:spcAft>
              <a:buClr>
                <a:srgbClr val="8E71F4"/>
              </a:buClr>
              <a:buFont typeface="ES Build Neutral" pitchFamily="50" charset="0"/>
              <a:buChar char="​"/>
              <a:defRPr sz="3400">
                <a:solidFill>
                  <a:schemeClr val="tx1"/>
                </a:solidFill>
              </a:defRPr>
            </a:lvl1pPr>
            <a:lvl2pPr marL="7938" indent="-7938"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  <a:lvl6pPr marL="27432" indent="0">
              <a:lnSpc>
                <a:spcPct val="67000"/>
              </a:lnSpc>
              <a:spcBef>
                <a:spcPts val="600"/>
              </a:spcBef>
              <a:spcAft>
                <a:spcPts val="0"/>
              </a:spcAft>
              <a:buFont typeface="ES Build Neutral" pitchFamily="50" charset="0"/>
              <a:buNone/>
              <a:tabLst/>
              <a:defRPr sz="2800" b="0">
                <a:solidFill>
                  <a:schemeClr val="tx1"/>
                </a:solidFill>
                <a:latin typeface="ES Build Neutral" pitchFamily="2" charset="77"/>
                <a:ea typeface="ES Build Neutral" pitchFamily="2" charset="77"/>
              </a:defRPr>
            </a:lvl6pPr>
            <a:lvl7pPr marL="571500" indent="-57150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1B0FE"/>
              </a:buClr>
              <a:buFont typeface="Arial" panose="020B0604020202020204" pitchFamily="34" charset="0"/>
              <a:buChar char="•"/>
              <a:defRPr sz="2000" spc="0" baseline="0">
                <a:solidFill>
                  <a:schemeClr val="tx1"/>
                </a:solidFill>
                <a:latin typeface="ES Build Neutral" pitchFamily="2" charset="77"/>
                <a:ea typeface="ES Build Neutral" pitchFamily="2" charset="77"/>
              </a:defRPr>
            </a:lvl7pPr>
            <a:lvl8pPr marL="27432">
              <a:spcBef>
                <a:spcPts val="0"/>
              </a:spcBef>
              <a:defRPr sz="2800" spc="0">
                <a:solidFill>
                  <a:schemeClr val="tx1"/>
                </a:solidFill>
                <a:latin typeface="ES Build Neutral" pitchFamily="2" charset="77"/>
                <a:ea typeface="ES Build Neutral" pitchFamily="2" charset="77"/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6"/>
            <a:r>
              <a:rPr lang="en-US"/>
              <a:t>Edit text</a:t>
            </a:r>
          </a:p>
          <a:p>
            <a:pPr lvl="6"/>
            <a:r>
              <a:rPr lang="en-US"/>
              <a:t>Edit text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3FD9ED4-BA90-90F1-F275-C79B3743B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9408" y="2712844"/>
            <a:ext cx="4430065" cy="1232645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l">
              <a:defRPr sz="6600" b="1" spc="0" baseline="0">
                <a:solidFill>
                  <a:schemeClr val="bg1"/>
                </a:solidFill>
                <a:latin typeface="ES Build" pitchFamily="2" charset="77"/>
                <a:ea typeface="ES Build" pitchFamily="2" charset="77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2FED11-5DDF-6BBB-EDA3-08E180744A71}"/>
              </a:ext>
            </a:extLst>
          </p:cNvPr>
          <p:cNvSpPr txBox="1"/>
          <p:nvPr userDrawn="1"/>
        </p:nvSpPr>
        <p:spPr>
          <a:xfrm>
            <a:off x="493288" y="6562481"/>
            <a:ext cx="50292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700">
                <a:solidFill>
                  <a:schemeClr val="bg1">
                    <a:alpha val="50000"/>
                  </a:schemeClr>
                </a:solidFill>
              </a:rPr>
              <a:t>© 2026 Veeam Software. Confidential information. All rights reserved. All trademarks are the property of their respective owners. </a:t>
            </a:r>
          </a:p>
        </p:txBody>
      </p:sp>
    </p:spTree>
    <p:extLst>
      <p:ext uri="{BB962C8B-B14F-4D97-AF65-F5344CB8AC3E}">
        <p14:creationId xmlns:p14="http://schemas.microsoft.com/office/powerpoint/2010/main" val="40810617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73106F-F93B-902D-7A55-A8FDD340EC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0"/>
            <a:ext cx="5987845" cy="6857999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D0C2672-616F-7E48-D192-190D79314B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2251" y="696686"/>
            <a:ext cx="5121312" cy="54646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87000"/>
              </a:lnSpc>
              <a:spcBef>
                <a:spcPts val="900"/>
              </a:spcBef>
              <a:spcAft>
                <a:spcPts val="900"/>
              </a:spcAft>
              <a:buClr>
                <a:srgbClr val="8E71F4"/>
              </a:buClr>
              <a:buFont typeface="ES Build Neutral" pitchFamily="50" charset="0"/>
              <a:buChar char="​"/>
              <a:defRPr sz="3400">
                <a:solidFill>
                  <a:schemeClr val="tx1"/>
                </a:solidFill>
              </a:defRPr>
            </a:lvl1pPr>
            <a:lvl2pPr marL="7938" indent="-7938"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  <a:lvl6pPr marL="27432" indent="0">
              <a:lnSpc>
                <a:spcPct val="67000"/>
              </a:lnSpc>
              <a:spcBef>
                <a:spcPts val="600"/>
              </a:spcBef>
              <a:spcAft>
                <a:spcPts val="0"/>
              </a:spcAft>
              <a:buFont typeface="ES Build Neutral" pitchFamily="50" charset="0"/>
              <a:buNone/>
              <a:tabLst/>
              <a:defRPr sz="2800" b="0">
                <a:solidFill>
                  <a:schemeClr val="tx1"/>
                </a:solidFill>
                <a:latin typeface="ES Build Neutral" pitchFamily="2" charset="77"/>
                <a:ea typeface="ES Build Neutral" pitchFamily="2" charset="77"/>
              </a:defRPr>
            </a:lvl6pPr>
            <a:lvl7pPr marL="571500" indent="-57150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1B0FE"/>
              </a:buClr>
              <a:buFont typeface="Arial" panose="020B0604020202020204" pitchFamily="34" charset="0"/>
              <a:buChar char="•"/>
              <a:defRPr sz="2000" spc="0" baseline="0">
                <a:solidFill>
                  <a:schemeClr val="tx1"/>
                </a:solidFill>
                <a:latin typeface="ES Build Neutral" pitchFamily="2" charset="77"/>
                <a:ea typeface="ES Build Neutral" pitchFamily="2" charset="77"/>
              </a:defRPr>
            </a:lvl7pPr>
            <a:lvl8pPr marL="27432">
              <a:spcBef>
                <a:spcPts val="0"/>
              </a:spcBef>
              <a:defRPr sz="2800" spc="0">
                <a:solidFill>
                  <a:schemeClr val="tx1"/>
                </a:solidFill>
                <a:latin typeface="ES Build Neutral" pitchFamily="2" charset="77"/>
                <a:ea typeface="ES Build Neutral" pitchFamily="2" charset="77"/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6"/>
            <a:r>
              <a:rPr lang="en-US"/>
              <a:t>Edit text</a:t>
            </a:r>
          </a:p>
          <a:p>
            <a:pPr lvl="6"/>
            <a:r>
              <a:rPr lang="en-US"/>
              <a:t>Edit text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126E1ED-6A15-3779-289A-915AB5FD00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9408" y="2712844"/>
            <a:ext cx="4430065" cy="1232645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l">
              <a:defRPr sz="6600" b="1" spc="0" baseline="0">
                <a:solidFill>
                  <a:schemeClr val="bg1"/>
                </a:solidFill>
                <a:latin typeface="ES Build" pitchFamily="2" charset="77"/>
                <a:ea typeface="ES Build" pitchFamily="2" charset="77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BD1FCF-91AA-0498-2488-AA519A0759F7}"/>
              </a:ext>
            </a:extLst>
          </p:cNvPr>
          <p:cNvSpPr txBox="1"/>
          <p:nvPr userDrawn="1"/>
        </p:nvSpPr>
        <p:spPr>
          <a:xfrm>
            <a:off x="493288" y="6562481"/>
            <a:ext cx="50292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700">
                <a:solidFill>
                  <a:schemeClr val="bg1">
                    <a:alpha val="50000"/>
                  </a:schemeClr>
                </a:solidFill>
              </a:rPr>
              <a:t>© 2026 Veeam Software. Confidential information. All rights reserved. All trademarks are the property of their respective owners. </a:t>
            </a:r>
          </a:p>
        </p:txBody>
      </p:sp>
    </p:spTree>
    <p:extLst>
      <p:ext uri="{BB962C8B-B14F-4D97-AF65-F5344CB8AC3E}">
        <p14:creationId xmlns:p14="http://schemas.microsoft.com/office/powerpoint/2010/main" val="41122656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B65F72-82C4-0D49-112D-0341D18692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12" y="342900"/>
            <a:ext cx="11202987" cy="682625"/>
          </a:xfrm>
        </p:spPr>
        <p:txBody>
          <a:bodyPr/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ACA5E8C-63C8-8AD4-F044-CD266DE5C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179" y="1032607"/>
            <a:ext cx="11194511" cy="338993"/>
          </a:xfrm>
        </p:spPr>
        <p:txBody>
          <a:bodyPr anchor="t"/>
          <a:lstStyle>
            <a:lvl1pPr marL="0" indent="0" algn="l">
              <a:buNone/>
              <a:defRPr sz="2000" b="0" i="0">
                <a:solidFill>
                  <a:schemeClr val="tx1"/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Content Placeholder 18">
            <a:extLst>
              <a:ext uri="{FF2B5EF4-FFF2-40B4-BE49-F238E27FC236}">
                <a16:creationId xmlns:a16="http://schemas.microsoft.com/office/drawing/2014/main" id="{DD860FCA-A322-E028-A3B7-EEC65595DE3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3287" y="1719645"/>
            <a:ext cx="11203413" cy="4449380"/>
          </a:xfrm>
        </p:spPr>
        <p:txBody>
          <a:bodyPr/>
          <a:lstStyle>
            <a:lvl1pPr>
              <a:buNone/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44612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1611F1-2D40-4E7A-C8ED-70354AC11D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0B65F72-82C4-0D49-112D-0341D18692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12" y="342900"/>
            <a:ext cx="11202987" cy="682625"/>
          </a:xfrm>
        </p:spPr>
        <p:txBody>
          <a:bodyPr/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ACA5E8C-63C8-8AD4-F044-CD266DE5C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179" y="1032607"/>
            <a:ext cx="11194511" cy="338993"/>
          </a:xfrm>
        </p:spPr>
        <p:txBody>
          <a:bodyPr anchor="t"/>
          <a:lstStyle>
            <a:lvl1pPr marL="0" indent="0" algn="l">
              <a:buNone/>
              <a:defRPr sz="2000" b="0" i="0">
                <a:solidFill>
                  <a:schemeClr val="tx1"/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Content Placeholder 18">
            <a:extLst>
              <a:ext uri="{FF2B5EF4-FFF2-40B4-BE49-F238E27FC236}">
                <a16:creationId xmlns:a16="http://schemas.microsoft.com/office/drawing/2014/main" id="{DD860FCA-A322-E028-A3B7-EEC65595DE3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3287" y="1719645"/>
            <a:ext cx="11203413" cy="4449380"/>
          </a:xfrm>
        </p:spPr>
        <p:txBody>
          <a:bodyPr/>
          <a:lstStyle>
            <a:lvl1pPr>
              <a:buNone/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72B3423-A48B-95A4-10B0-883489B8811D}"/>
              </a:ext>
            </a:extLst>
          </p:cNvPr>
          <p:cNvSpPr/>
          <p:nvPr userDrawn="1"/>
        </p:nvSpPr>
        <p:spPr>
          <a:xfrm>
            <a:off x="11181347" y="6514378"/>
            <a:ext cx="514510" cy="154596"/>
          </a:xfrm>
          <a:custGeom>
            <a:avLst/>
            <a:gdLst>
              <a:gd name="csX0" fmla="*/ 43564 w 514510"/>
              <a:gd name="csY0" fmla="*/ 0 h 154596"/>
              <a:gd name="csX1" fmla="*/ 31319 w 514510"/>
              <a:gd name="csY1" fmla="*/ 5071 h 154596"/>
              <a:gd name="csX2" fmla="*/ 5071 w 514510"/>
              <a:gd name="csY2" fmla="*/ 31319 h 154596"/>
              <a:gd name="csX3" fmla="*/ 0 w 514510"/>
              <a:gd name="csY3" fmla="*/ 43564 h 154596"/>
              <a:gd name="csX4" fmla="*/ 0 w 514510"/>
              <a:gd name="csY4" fmla="*/ 154597 h 154596"/>
              <a:gd name="csX5" fmla="*/ 471222 w 514510"/>
              <a:gd name="csY5" fmla="*/ 154322 h 154596"/>
              <a:gd name="csX6" fmla="*/ 483466 w 514510"/>
              <a:gd name="csY6" fmla="*/ 149251 h 154596"/>
              <a:gd name="csX7" fmla="*/ 509423 w 514510"/>
              <a:gd name="csY7" fmla="*/ 123295 h 154596"/>
              <a:gd name="csX8" fmla="*/ 514494 w 514510"/>
              <a:gd name="csY8" fmla="*/ 111050 h 154596"/>
              <a:gd name="csX9" fmla="*/ 514511 w 514510"/>
              <a:gd name="csY9" fmla="*/ 0 h 154596"/>
              <a:gd name="csX10" fmla="*/ 43564 w 514510"/>
              <a:gd name="csY10" fmla="*/ 0 h 154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14510" h="154596">
                <a:moveTo>
                  <a:pt x="43564" y="0"/>
                </a:moveTo>
                <a:cubicBezTo>
                  <a:pt x="38973" y="0"/>
                  <a:pt x="34563" y="1828"/>
                  <a:pt x="31319" y="5071"/>
                </a:cubicBezTo>
                <a:lnTo>
                  <a:pt x="5071" y="31319"/>
                </a:lnTo>
                <a:cubicBezTo>
                  <a:pt x="1828" y="34563"/>
                  <a:pt x="0" y="38973"/>
                  <a:pt x="0" y="43564"/>
                </a:cubicBezTo>
                <a:lnTo>
                  <a:pt x="0" y="154597"/>
                </a:lnTo>
                <a:lnTo>
                  <a:pt x="471222" y="154322"/>
                </a:lnTo>
                <a:cubicBezTo>
                  <a:pt x="475812" y="154322"/>
                  <a:pt x="480223" y="152494"/>
                  <a:pt x="483466" y="149251"/>
                </a:cubicBezTo>
                <a:lnTo>
                  <a:pt x="509423" y="123295"/>
                </a:lnTo>
                <a:cubicBezTo>
                  <a:pt x="512666" y="120051"/>
                  <a:pt x="514494" y="115641"/>
                  <a:pt x="514494" y="111050"/>
                </a:cubicBezTo>
                <a:lnTo>
                  <a:pt x="514511" y="0"/>
                </a:lnTo>
                <a:lnTo>
                  <a:pt x="43564" y="0"/>
                </a:lnTo>
                <a:close/>
              </a:path>
            </a:pathLst>
          </a:custGeom>
          <a:solidFill>
            <a:srgbClr val="00D15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E7C667C5-4CFD-A118-916E-E91517277235}"/>
              </a:ext>
            </a:extLst>
          </p:cNvPr>
          <p:cNvSpPr/>
          <p:nvPr userDrawn="1"/>
        </p:nvSpPr>
        <p:spPr>
          <a:xfrm>
            <a:off x="11180146" y="6513177"/>
            <a:ext cx="516913" cy="156999"/>
          </a:xfrm>
          <a:custGeom>
            <a:avLst/>
            <a:gdLst>
              <a:gd name="csX0" fmla="*/ 0 w 516913"/>
              <a:gd name="csY0" fmla="*/ 156999 h 156999"/>
              <a:gd name="csX1" fmla="*/ 0 w 516913"/>
              <a:gd name="csY1" fmla="*/ 44765 h 156999"/>
              <a:gd name="csX2" fmla="*/ 5423 w 516913"/>
              <a:gd name="csY2" fmla="*/ 31671 h 156999"/>
              <a:gd name="csX3" fmla="*/ 31671 w 516913"/>
              <a:gd name="csY3" fmla="*/ 5423 h 156999"/>
              <a:gd name="csX4" fmla="*/ 44765 w 516913"/>
              <a:gd name="csY4" fmla="*/ 0 h 156999"/>
              <a:gd name="csX5" fmla="*/ 516913 w 516913"/>
              <a:gd name="csY5" fmla="*/ 0 h 156999"/>
              <a:gd name="csX6" fmla="*/ 516896 w 516913"/>
              <a:gd name="csY6" fmla="*/ 112251 h 156999"/>
              <a:gd name="csX7" fmla="*/ 511473 w 516913"/>
              <a:gd name="csY7" fmla="*/ 125345 h 156999"/>
              <a:gd name="csX8" fmla="*/ 485517 w 516913"/>
              <a:gd name="csY8" fmla="*/ 151302 h 156999"/>
              <a:gd name="csX9" fmla="*/ 472423 w 516913"/>
              <a:gd name="csY9" fmla="*/ 156725 h 156999"/>
              <a:gd name="csX10" fmla="*/ 0 w 516913"/>
              <a:gd name="csY10" fmla="*/ 156999 h 156999"/>
              <a:gd name="csX11" fmla="*/ 44765 w 516913"/>
              <a:gd name="csY11" fmla="*/ 2403 h 156999"/>
              <a:gd name="csX12" fmla="*/ 33370 w 516913"/>
              <a:gd name="csY12" fmla="*/ 7122 h 156999"/>
              <a:gd name="csX13" fmla="*/ 7122 w 516913"/>
              <a:gd name="csY13" fmla="*/ 33370 h 156999"/>
              <a:gd name="csX14" fmla="*/ 2403 w 516913"/>
              <a:gd name="csY14" fmla="*/ 44765 h 156999"/>
              <a:gd name="csX15" fmla="*/ 2403 w 516913"/>
              <a:gd name="csY15" fmla="*/ 154597 h 156999"/>
              <a:gd name="csX16" fmla="*/ 472423 w 516913"/>
              <a:gd name="csY16" fmla="*/ 154322 h 156999"/>
              <a:gd name="csX17" fmla="*/ 483818 w 516913"/>
              <a:gd name="csY17" fmla="*/ 149603 h 156999"/>
              <a:gd name="csX18" fmla="*/ 509774 w 516913"/>
              <a:gd name="csY18" fmla="*/ 123646 h 156999"/>
              <a:gd name="csX19" fmla="*/ 514494 w 516913"/>
              <a:gd name="csY19" fmla="*/ 112251 h 156999"/>
              <a:gd name="csX20" fmla="*/ 514511 w 516913"/>
              <a:gd name="csY20" fmla="*/ 2403 h 156999"/>
              <a:gd name="csX21" fmla="*/ 44765 w 516913"/>
              <a:gd name="csY21" fmla="*/ 2403 h 156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913" h="156999">
                <a:moveTo>
                  <a:pt x="0" y="156999"/>
                </a:moveTo>
                <a:lnTo>
                  <a:pt x="0" y="44765"/>
                </a:lnTo>
                <a:cubicBezTo>
                  <a:pt x="0" y="39891"/>
                  <a:pt x="1974" y="35120"/>
                  <a:pt x="5423" y="31671"/>
                </a:cubicBezTo>
                <a:lnTo>
                  <a:pt x="31671" y="5423"/>
                </a:lnTo>
                <a:cubicBezTo>
                  <a:pt x="35120" y="1974"/>
                  <a:pt x="39891" y="0"/>
                  <a:pt x="44765" y="0"/>
                </a:cubicBezTo>
                <a:lnTo>
                  <a:pt x="516913" y="0"/>
                </a:lnTo>
                <a:lnTo>
                  <a:pt x="516896" y="112251"/>
                </a:lnTo>
                <a:cubicBezTo>
                  <a:pt x="516896" y="117125"/>
                  <a:pt x="514923" y="121905"/>
                  <a:pt x="511473" y="125345"/>
                </a:cubicBezTo>
                <a:lnTo>
                  <a:pt x="485517" y="151302"/>
                </a:lnTo>
                <a:cubicBezTo>
                  <a:pt x="482068" y="154751"/>
                  <a:pt x="477297" y="156725"/>
                  <a:pt x="472423" y="156725"/>
                </a:cubicBezTo>
                <a:lnTo>
                  <a:pt x="0" y="156999"/>
                </a:lnTo>
                <a:close/>
                <a:moveTo>
                  <a:pt x="44765" y="2403"/>
                </a:moveTo>
                <a:cubicBezTo>
                  <a:pt x="40518" y="2403"/>
                  <a:pt x="36365" y="4119"/>
                  <a:pt x="33370" y="7122"/>
                </a:cubicBezTo>
                <a:lnTo>
                  <a:pt x="7122" y="33370"/>
                </a:lnTo>
                <a:cubicBezTo>
                  <a:pt x="4119" y="36373"/>
                  <a:pt x="2403" y="40526"/>
                  <a:pt x="2403" y="44765"/>
                </a:cubicBezTo>
                <a:lnTo>
                  <a:pt x="2403" y="154597"/>
                </a:lnTo>
                <a:lnTo>
                  <a:pt x="472423" y="154322"/>
                </a:lnTo>
                <a:cubicBezTo>
                  <a:pt x="476670" y="154322"/>
                  <a:pt x="480823" y="152606"/>
                  <a:pt x="483818" y="149603"/>
                </a:cubicBezTo>
                <a:lnTo>
                  <a:pt x="509774" y="123646"/>
                </a:lnTo>
                <a:cubicBezTo>
                  <a:pt x="512778" y="120643"/>
                  <a:pt x="514494" y="116490"/>
                  <a:pt x="514494" y="112251"/>
                </a:cubicBezTo>
                <a:lnTo>
                  <a:pt x="514511" y="2403"/>
                </a:lnTo>
                <a:lnTo>
                  <a:pt x="44765" y="2403"/>
                </a:lnTo>
                <a:close/>
              </a:path>
            </a:pathLst>
          </a:custGeom>
          <a:solidFill>
            <a:srgbClr val="FFFFF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grpSp>
        <p:nvGrpSpPr>
          <p:cNvPr id="7" name="Graphic 3">
            <a:extLst>
              <a:ext uri="{FF2B5EF4-FFF2-40B4-BE49-F238E27FC236}">
                <a16:creationId xmlns:a16="http://schemas.microsoft.com/office/drawing/2014/main" id="{4318B51C-6CB7-0A10-5356-02DB406DECDD}"/>
              </a:ext>
            </a:extLst>
          </p:cNvPr>
          <p:cNvGrpSpPr/>
          <p:nvPr userDrawn="1"/>
        </p:nvGrpSpPr>
        <p:grpSpPr>
          <a:xfrm>
            <a:off x="11217977" y="6552879"/>
            <a:ext cx="432093" cy="77405"/>
            <a:chOff x="11217977" y="6552879"/>
            <a:chExt cx="432093" cy="77405"/>
          </a:xfrm>
          <a:solidFill>
            <a:srgbClr val="FFFFFF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20FF948-D8E1-C79A-17CF-672E6680B3BB}"/>
                </a:ext>
              </a:extLst>
            </p:cNvPr>
            <p:cNvSpPr/>
            <p:nvPr/>
          </p:nvSpPr>
          <p:spPr>
            <a:xfrm>
              <a:off x="11217977" y="6554492"/>
              <a:ext cx="84553" cy="74230"/>
            </a:xfrm>
            <a:custGeom>
              <a:avLst/>
              <a:gdLst>
                <a:gd name="csX0" fmla="*/ 35549 w 84553"/>
                <a:gd name="csY0" fmla="*/ 74231 h 74230"/>
                <a:gd name="csX1" fmla="*/ 0 w 84553"/>
                <a:gd name="csY1" fmla="*/ 0 h 74230"/>
                <a:gd name="csX2" fmla="*/ 16020 w 84553"/>
                <a:gd name="csY2" fmla="*/ 0 h 74230"/>
                <a:gd name="csX3" fmla="*/ 42045 w 84553"/>
                <a:gd name="csY3" fmla="*/ 55825 h 74230"/>
                <a:gd name="csX4" fmla="*/ 42354 w 84553"/>
                <a:gd name="csY4" fmla="*/ 55825 h 74230"/>
                <a:gd name="csX5" fmla="*/ 68379 w 84553"/>
                <a:gd name="csY5" fmla="*/ 0 h 74230"/>
                <a:gd name="csX6" fmla="*/ 84553 w 84553"/>
                <a:gd name="csY6" fmla="*/ 0 h 74230"/>
                <a:gd name="csX7" fmla="*/ 49004 w 84553"/>
                <a:gd name="csY7" fmla="*/ 74231 h 74230"/>
                <a:gd name="csX8" fmla="*/ 35532 w 84553"/>
                <a:gd name="csY8" fmla="*/ 74231 h 74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4553" h="74230">
                  <a:moveTo>
                    <a:pt x="35549" y="74231"/>
                  </a:moveTo>
                  <a:lnTo>
                    <a:pt x="0" y="0"/>
                  </a:lnTo>
                  <a:lnTo>
                    <a:pt x="16020" y="0"/>
                  </a:lnTo>
                  <a:cubicBezTo>
                    <a:pt x="16020" y="0"/>
                    <a:pt x="41427" y="53140"/>
                    <a:pt x="42045" y="55825"/>
                  </a:cubicBezTo>
                  <a:lnTo>
                    <a:pt x="42354" y="55825"/>
                  </a:lnTo>
                  <a:cubicBezTo>
                    <a:pt x="42989" y="53131"/>
                    <a:pt x="68379" y="0"/>
                    <a:pt x="68379" y="0"/>
                  </a:cubicBezTo>
                  <a:lnTo>
                    <a:pt x="84553" y="0"/>
                  </a:lnTo>
                  <a:lnTo>
                    <a:pt x="49004" y="74231"/>
                  </a:lnTo>
                  <a:lnTo>
                    <a:pt x="35532" y="74231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F98BBF1-C287-750F-014F-D81605531F60}"/>
                </a:ext>
              </a:extLst>
            </p:cNvPr>
            <p:cNvSpPr/>
            <p:nvPr/>
          </p:nvSpPr>
          <p:spPr>
            <a:xfrm>
              <a:off x="11298755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27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581D321-BFAF-08F3-6D53-187F52B6BDDC}"/>
                </a:ext>
              </a:extLst>
            </p:cNvPr>
            <p:cNvSpPr/>
            <p:nvPr/>
          </p:nvSpPr>
          <p:spPr>
            <a:xfrm>
              <a:off x="11377723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44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DC756FF-5A82-8DA1-4737-03AC1C529890}"/>
                </a:ext>
              </a:extLst>
            </p:cNvPr>
            <p:cNvSpPr/>
            <p:nvPr/>
          </p:nvSpPr>
          <p:spPr>
            <a:xfrm>
              <a:off x="11456536" y="6552888"/>
              <a:ext cx="74556" cy="77397"/>
            </a:xfrm>
            <a:custGeom>
              <a:avLst/>
              <a:gdLst>
                <a:gd name="csX0" fmla="*/ 74557 w 74556"/>
                <a:gd name="csY0" fmla="*/ 38699 h 77397"/>
                <a:gd name="csX1" fmla="*/ 74557 w 74556"/>
                <a:gd name="csY1" fmla="*/ 75810 h 77397"/>
                <a:gd name="csX2" fmla="*/ 61712 w 74556"/>
                <a:gd name="csY2" fmla="*/ 75810 h 77397"/>
                <a:gd name="csX3" fmla="*/ 60433 w 74556"/>
                <a:gd name="csY3" fmla="*/ 64234 h 77397"/>
                <a:gd name="csX4" fmla="*/ 35687 w 74556"/>
                <a:gd name="csY4" fmla="*/ 77397 h 77397"/>
                <a:gd name="csX5" fmla="*/ 0 w 74556"/>
                <a:gd name="csY5" fmla="*/ 38699 h 77397"/>
                <a:gd name="csX6" fmla="*/ 37583 w 74556"/>
                <a:gd name="csY6" fmla="*/ 0 h 77397"/>
                <a:gd name="csX7" fmla="*/ 74557 w 74556"/>
                <a:gd name="csY7" fmla="*/ 38699 h 77397"/>
                <a:gd name="csX8" fmla="*/ 59953 w 74556"/>
                <a:gd name="csY8" fmla="*/ 38699 h 77397"/>
                <a:gd name="csX9" fmla="*/ 37583 w 74556"/>
                <a:gd name="csY9" fmla="*/ 13326 h 77397"/>
                <a:gd name="csX10" fmla="*/ 14596 w 74556"/>
                <a:gd name="csY10" fmla="*/ 38699 h 77397"/>
                <a:gd name="csX11" fmla="*/ 37583 w 74556"/>
                <a:gd name="csY11" fmla="*/ 64071 h 77397"/>
                <a:gd name="csX12" fmla="*/ 59953 w 74556"/>
                <a:gd name="csY12" fmla="*/ 38699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4556" h="77397">
                  <a:moveTo>
                    <a:pt x="74557" y="38699"/>
                  </a:moveTo>
                  <a:lnTo>
                    <a:pt x="74557" y="75810"/>
                  </a:lnTo>
                  <a:lnTo>
                    <a:pt x="61712" y="75810"/>
                  </a:lnTo>
                  <a:lnTo>
                    <a:pt x="60433" y="64234"/>
                  </a:lnTo>
                  <a:cubicBezTo>
                    <a:pt x="54727" y="72806"/>
                    <a:pt x="44739" y="77397"/>
                    <a:pt x="35687" y="77397"/>
                  </a:cubicBezTo>
                  <a:cubicBezTo>
                    <a:pt x="15385" y="77397"/>
                    <a:pt x="0" y="61223"/>
                    <a:pt x="0" y="38699"/>
                  </a:cubicBezTo>
                  <a:cubicBezTo>
                    <a:pt x="0" y="16174"/>
                    <a:pt x="16492" y="0"/>
                    <a:pt x="37583" y="0"/>
                  </a:cubicBezTo>
                  <a:cubicBezTo>
                    <a:pt x="56950" y="0"/>
                    <a:pt x="74557" y="13952"/>
                    <a:pt x="74557" y="38699"/>
                  </a:cubicBezTo>
                  <a:close/>
                  <a:moveTo>
                    <a:pt x="59953" y="38699"/>
                  </a:moveTo>
                  <a:cubicBezTo>
                    <a:pt x="59953" y="22370"/>
                    <a:pt x="49176" y="13326"/>
                    <a:pt x="37583" y="13326"/>
                  </a:cubicBezTo>
                  <a:cubicBezTo>
                    <a:pt x="24892" y="13326"/>
                    <a:pt x="14596" y="23485"/>
                    <a:pt x="14596" y="38699"/>
                  </a:cubicBezTo>
                  <a:cubicBezTo>
                    <a:pt x="14596" y="53912"/>
                    <a:pt x="24120" y="64071"/>
                    <a:pt x="37583" y="64071"/>
                  </a:cubicBezTo>
                  <a:cubicBezTo>
                    <a:pt x="49021" y="64071"/>
                    <a:pt x="59953" y="54547"/>
                    <a:pt x="59953" y="38699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5BF3E438-CCC5-FCFD-243A-F5394D4F055B}"/>
                </a:ext>
              </a:extLst>
            </p:cNvPr>
            <p:cNvSpPr/>
            <p:nvPr/>
          </p:nvSpPr>
          <p:spPr>
            <a:xfrm>
              <a:off x="11540926" y="6552913"/>
              <a:ext cx="109145" cy="75946"/>
            </a:xfrm>
            <a:custGeom>
              <a:avLst/>
              <a:gdLst>
                <a:gd name="csX0" fmla="*/ 0 w 109145"/>
                <a:gd name="csY0" fmla="*/ 75792 h 75946"/>
                <a:gd name="csX1" fmla="*/ 0 w 109145"/>
                <a:gd name="csY1" fmla="*/ 31868 h 75946"/>
                <a:gd name="csX2" fmla="*/ 30461 w 109145"/>
                <a:gd name="csY2" fmla="*/ 0 h 75946"/>
                <a:gd name="csX3" fmla="*/ 54418 w 109145"/>
                <a:gd name="csY3" fmla="*/ 13489 h 75946"/>
                <a:gd name="csX4" fmla="*/ 54727 w 109145"/>
                <a:gd name="csY4" fmla="*/ 13489 h 75946"/>
                <a:gd name="csX5" fmla="*/ 78684 w 109145"/>
                <a:gd name="csY5" fmla="*/ 0 h 75946"/>
                <a:gd name="csX6" fmla="*/ 109145 w 109145"/>
                <a:gd name="csY6" fmla="*/ 31868 h 75946"/>
                <a:gd name="csX7" fmla="*/ 109145 w 109145"/>
                <a:gd name="csY7" fmla="*/ 75792 h 75946"/>
                <a:gd name="csX8" fmla="*/ 94558 w 109145"/>
                <a:gd name="csY8" fmla="*/ 75792 h 75946"/>
                <a:gd name="csX9" fmla="*/ 94558 w 109145"/>
                <a:gd name="csY9" fmla="*/ 32967 h 75946"/>
                <a:gd name="csX10" fmla="*/ 78229 w 109145"/>
                <a:gd name="csY10" fmla="*/ 13617 h 75946"/>
                <a:gd name="csX11" fmla="*/ 61901 w 109145"/>
                <a:gd name="csY11" fmla="*/ 33276 h 75946"/>
                <a:gd name="csX12" fmla="*/ 61901 w 109145"/>
                <a:gd name="csY12" fmla="*/ 75947 h 75946"/>
                <a:gd name="csX13" fmla="*/ 47314 w 109145"/>
                <a:gd name="csY13" fmla="*/ 75947 h 75946"/>
                <a:gd name="csX14" fmla="*/ 47314 w 109145"/>
                <a:gd name="csY14" fmla="*/ 33276 h 75946"/>
                <a:gd name="csX15" fmla="*/ 30985 w 109145"/>
                <a:gd name="csY15" fmla="*/ 13617 h 75946"/>
                <a:gd name="csX16" fmla="*/ 14656 w 109145"/>
                <a:gd name="csY16" fmla="*/ 32967 h 75946"/>
                <a:gd name="csX17" fmla="*/ 14656 w 109145"/>
                <a:gd name="csY17" fmla="*/ 75792 h 75946"/>
                <a:gd name="csX18" fmla="*/ 34 w 109145"/>
                <a:gd name="csY18" fmla="*/ 75792 h 75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09145" h="75946">
                  <a:moveTo>
                    <a:pt x="0" y="75792"/>
                  </a:moveTo>
                  <a:lnTo>
                    <a:pt x="0" y="31868"/>
                  </a:lnTo>
                  <a:cubicBezTo>
                    <a:pt x="0" y="13309"/>
                    <a:pt x="11901" y="0"/>
                    <a:pt x="30461" y="0"/>
                  </a:cubicBezTo>
                  <a:cubicBezTo>
                    <a:pt x="45366" y="0"/>
                    <a:pt x="53294" y="9988"/>
                    <a:pt x="54418" y="13489"/>
                  </a:cubicBezTo>
                  <a:lnTo>
                    <a:pt x="54727" y="13489"/>
                  </a:lnTo>
                  <a:cubicBezTo>
                    <a:pt x="55834" y="10005"/>
                    <a:pt x="63763" y="0"/>
                    <a:pt x="78684" y="0"/>
                  </a:cubicBezTo>
                  <a:cubicBezTo>
                    <a:pt x="97244" y="0"/>
                    <a:pt x="109145" y="13317"/>
                    <a:pt x="109145" y="31868"/>
                  </a:cubicBezTo>
                  <a:lnTo>
                    <a:pt x="109145" y="75792"/>
                  </a:lnTo>
                  <a:lnTo>
                    <a:pt x="94558" y="75792"/>
                  </a:lnTo>
                  <a:lnTo>
                    <a:pt x="94558" y="32967"/>
                  </a:lnTo>
                  <a:cubicBezTo>
                    <a:pt x="94558" y="20911"/>
                    <a:pt x="89161" y="13617"/>
                    <a:pt x="78229" y="13617"/>
                  </a:cubicBezTo>
                  <a:cubicBezTo>
                    <a:pt x="67298" y="13617"/>
                    <a:pt x="61901" y="20911"/>
                    <a:pt x="61901" y="33276"/>
                  </a:cubicBezTo>
                  <a:lnTo>
                    <a:pt x="61901" y="75947"/>
                  </a:lnTo>
                  <a:lnTo>
                    <a:pt x="47314" y="75947"/>
                  </a:lnTo>
                  <a:lnTo>
                    <a:pt x="47314" y="33276"/>
                  </a:lnTo>
                  <a:cubicBezTo>
                    <a:pt x="47314" y="20911"/>
                    <a:pt x="41916" y="13617"/>
                    <a:pt x="30985" y="13617"/>
                  </a:cubicBezTo>
                  <a:cubicBezTo>
                    <a:pt x="20053" y="13617"/>
                    <a:pt x="14656" y="20911"/>
                    <a:pt x="14656" y="32967"/>
                  </a:cubicBezTo>
                  <a:lnTo>
                    <a:pt x="14656" y="75792"/>
                  </a:lnTo>
                  <a:lnTo>
                    <a:pt x="34" y="75792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256AFCF-B0EB-4DC1-61C3-EC52C02A6AA3}"/>
              </a:ext>
            </a:extLst>
          </p:cNvPr>
          <p:cNvSpPr txBox="1"/>
          <p:nvPr userDrawn="1"/>
        </p:nvSpPr>
        <p:spPr>
          <a:xfrm>
            <a:off x="493288" y="6562481"/>
            <a:ext cx="50292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700">
                <a:solidFill>
                  <a:schemeClr val="tx2"/>
                </a:solidFill>
              </a:rPr>
              <a:t>© 2026 Veeam Software. Confidential information. All rights reserved. All trademarks are the property of their respective owners. </a:t>
            </a:r>
          </a:p>
        </p:txBody>
      </p:sp>
    </p:spTree>
    <p:extLst>
      <p:ext uri="{BB962C8B-B14F-4D97-AF65-F5344CB8AC3E}">
        <p14:creationId xmlns:p14="http://schemas.microsoft.com/office/powerpoint/2010/main" val="10281562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B65F72-82C4-0D49-112D-0341D18692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12" y="342900"/>
            <a:ext cx="11202987" cy="682625"/>
          </a:xfrm>
        </p:spPr>
        <p:txBody>
          <a:bodyPr/>
          <a:lstStyle>
            <a:lvl1pPr>
              <a:defRPr sz="2800" b="1">
                <a:solidFill>
                  <a:srgbClr val="0E0D7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DAA575-456A-DDA3-4F5D-73A64AC056EB}"/>
              </a:ext>
            </a:extLst>
          </p:cNvPr>
          <p:cNvSpPr/>
          <p:nvPr userDrawn="1"/>
        </p:nvSpPr>
        <p:spPr>
          <a:xfrm>
            <a:off x="385011" y="6400800"/>
            <a:ext cx="5213684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6000"/>
              </a:lnSpc>
            </a:pPr>
            <a:endParaRPr lang="en-RO" b="0" i="0">
              <a:solidFill>
                <a:schemeClr val="bg1"/>
              </a:solidFill>
              <a:latin typeface="ES Build Neutral" pitchFamily="2" charset="77"/>
              <a:cs typeface="Microsoft Sans Serif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70EF036-038A-C507-F3F9-0763276CCB57}"/>
              </a:ext>
            </a:extLst>
          </p:cNvPr>
          <p:cNvGrpSpPr/>
          <p:nvPr userDrawn="1"/>
        </p:nvGrpSpPr>
        <p:grpSpPr>
          <a:xfrm>
            <a:off x="11180146" y="6513177"/>
            <a:ext cx="516913" cy="156999"/>
            <a:chOff x="11180146" y="6513177"/>
            <a:chExt cx="516913" cy="156999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9CFAA040-6E18-AB43-10A5-7027CD76ADA0}"/>
                </a:ext>
              </a:extLst>
            </p:cNvPr>
            <p:cNvSpPr/>
            <p:nvPr/>
          </p:nvSpPr>
          <p:spPr>
            <a:xfrm>
              <a:off x="11181347" y="6514378"/>
              <a:ext cx="514510" cy="154596"/>
            </a:xfrm>
            <a:custGeom>
              <a:avLst/>
              <a:gdLst>
                <a:gd name="csX0" fmla="*/ 43564 w 514510"/>
                <a:gd name="csY0" fmla="*/ 0 h 154596"/>
                <a:gd name="csX1" fmla="*/ 31319 w 514510"/>
                <a:gd name="csY1" fmla="*/ 5071 h 154596"/>
                <a:gd name="csX2" fmla="*/ 5071 w 514510"/>
                <a:gd name="csY2" fmla="*/ 31319 h 154596"/>
                <a:gd name="csX3" fmla="*/ 0 w 514510"/>
                <a:gd name="csY3" fmla="*/ 43564 h 154596"/>
                <a:gd name="csX4" fmla="*/ 0 w 514510"/>
                <a:gd name="csY4" fmla="*/ 154597 h 154596"/>
                <a:gd name="csX5" fmla="*/ 471222 w 514510"/>
                <a:gd name="csY5" fmla="*/ 154322 h 154596"/>
                <a:gd name="csX6" fmla="*/ 483466 w 514510"/>
                <a:gd name="csY6" fmla="*/ 149251 h 154596"/>
                <a:gd name="csX7" fmla="*/ 509423 w 514510"/>
                <a:gd name="csY7" fmla="*/ 123295 h 154596"/>
                <a:gd name="csX8" fmla="*/ 514494 w 514510"/>
                <a:gd name="csY8" fmla="*/ 111050 h 154596"/>
                <a:gd name="csX9" fmla="*/ 514511 w 514510"/>
                <a:gd name="csY9" fmla="*/ 0 h 154596"/>
                <a:gd name="csX10" fmla="*/ 43564 w 514510"/>
                <a:gd name="csY10" fmla="*/ 0 h 1545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14510" h="154596">
                  <a:moveTo>
                    <a:pt x="43564" y="0"/>
                  </a:moveTo>
                  <a:cubicBezTo>
                    <a:pt x="38973" y="0"/>
                    <a:pt x="34563" y="1828"/>
                    <a:pt x="31319" y="5071"/>
                  </a:cubicBezTo>
                  <a:lnTo>
                    <a:pt x="5071" y="31319"/>
                  </a:lnTo>
                  <a:cubicBezTo>
                    <a:pt x="1828" y="34563"/>
                    <a:pt x="0" y="38973"/>
                    <a:pt x="0" y="43564"/>
                  </a:cubicBezTo>
                  <a:lnTo>
                    <a:pt x="0" y="154597"/>
                  </a:lnTo>
                  <a:lnTo>
                    <a:pt x="471222" y="154322"/>
                  </a:lnTo>
                  <a:cubicBezTo>
                    <a:pt x="475812" y="154322"/>
                    <a:pt x="480223" y="152494"/>
                    <a:pt x="483466" y="149251"/>
                  </a:cubicBezTo>
                  <a:lnTo>
                    <a:pt x="509423" y="123295"/>
                  </a:lnTo>
                  <a:cubicBezTo>
                    <a:pt x="512666" y="120051"/>
                    <a:pt x="514494" y="115641"/>
                    <a:pt x="514494" y="111050"/>
                  </a:cubicBezTo>
                  <a:lnTo>
                    <a:pt x="514511" y="0"/>
                  </a:lnTo>
                  <a:lnTo>
                    <a:pt x="43564" y="0"/>
                  </a:lnTo>
                  <a:close/>
                </a:path>
              </a:pathLst>
            </a:custGeom>
            <a:solidFill>
              <a:srgbClr val="00D15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A5501F3-5179-3555-529D-F0BEF05EA4F7}"/>
                </a:ext>
              </a:extLst>
            </p:cNvPr>
            <p:cNvSpPr/>
            <p:nvPr/>
          </p:nvSpPr>
          <p:spPr>
            <a:xfrm>
              <a:off x="11180146" y="6513177"/>
              <a:ext cx="516913" cy="156999"/>
            </a:xfrm>
            <a:custGeom>
              <a:avLst/>
              <a:gdLst>
                <a:gd name="csX0" fmla="*/ 0 w 516913"/>
                <a:gd name="csY0" fmla="*/ 156999 h 156999"/>
                <a:gd name="csX1" fmla="*/ 0 w 516913"/>
                <a:gd name="csY1" fmla="*/ 44765 h 156999"/>
                <a:gd name="csX2" fmla="*/ 5423 w 516913"/>
                <a:gd name="csY2" fmla="*/ 31671 h 156999"/>
                <a:gd name="csX3" fmla="*/ 31671 w 516913"/>
                <a:gd name="csY3" fmla="*/ 5423 h 156999"/>
                <a:gd name="csX4" fmla="*/ 44765 w 516913"/>
                <a:gd name="csY4" fmla="*/ 0 h 156999"/>
                <a:gd name="csX5" fmla="*/ 516913 w 516913"/>
                <a:gd name="csY5" fmla="*/ 0 h 156999"/>
                <a:gd name="csX6" fmla="*/ 516896 w 516913"/>
                <a:gd name="csY6" fmla="*/ 112251 h 156999"/>
                <a:gd name="csX7" fmla="*/ 511473 w 516913"/>
                <a:gd name="csY7" fmla="*/ 125345 h 156999"/>
                <a:gd name="csX8" fmla="*/ 485517 w 516913"/>
                <a:gd name="csY8" fmla="*/ 151302 h 156999"/>
                <a:gd name="csX9" fmla="*/ 472423 w 516913"/>
                <a:gd name="csY9" fmla="*/ 156725 h 156999"/>
                <a:gd name="csX10" fmla="*/ 0 w 516913"/>
                <a:gd name="csY10" fmla="*/ 156999 h 156999"/>
                <a:gd name="csX11" fmla="*/ 44765 w 516913"/>
                <a:gd name="csY11" fmla="*/ 2403 h 156999"/>
                <a:gd name="csX12" fmla="*/ 33370 w 516913"/>
                <a:gd name="csY12" fmla="*/ 7122 h 156999"/>
                <a:gd name="csX13" fmla="*/ 7122 w 516913"/>
                <a:gd name="csY13" fmla="*/ 33370 h 156999"/>
                <a:gd name="csX14" fmla="*/ 2403 w 516913"/>
                <a:gd name="csY14" fmla="*/ 44765 h 156999"/>
                <a:gd name="csX15" fmla="*/ 2403 w 516913"/>
                <a:gd name="csY15" fmla="*/ 154597 h 156999"/>
                <a:gd name="csX16" fmla="*/ 472423 w 516913"/>
                <a:gd name="csY16" fmla="*/ 154322 h 156999"/>
                <a:gd name="csX17" fmla="*/ 483818 w 516913"/>
                <a:gd name="csY17" fmla="*/ 149603 h 156999"/>
                <a:gd name="csX18" fmla="*/ 509774 w 516913"/>
                <a:gd name="csY18" fmla="*/ 123646 h 156999"/>
                <a:gd name="csX19" fmla="*/ 514494 w 516913"/>
                <a:gd name="csY19" fmla="*/ 112251 h 156999"/>
                <a:gd name="csX20" fmla="*/ 514511 w 516913"/>
                <a:gd name="csY20" fmla="*/ 2403 h 156999"/>
                <a:gd name="csX21" fmla="*/ 44765 w 516913"/>
                <a:gd name="csY21" fmla="*/ 2403 h 156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516913" h="156999">
                  <a:moveTo>
                    <a:pt x="0" y="156999"/>
                  </a:moveTo>
                  <a:lnTo>
                    <a:pt x="0" y="44765"/>
                  </a:lnTo>
                  <a:cubicBezTo>
                    <a:pt x="0" y="39891"/>
                    <a:pt x="1974" y="35120"/>
                    <a:pt x="5423" y="31671"/>
                  </a:cubicBezTo>
                  <a:lnTo>
                    <a:pt x="31671" y="5423"/>
                  </a:lnTo>
                  <a:cubicBezTo>
                    <a:pt x="35120" y="1974"/>
                    <a:pt x="39891" y="0"/>
                    <a:pt x="44765" y="0"/>
                  </a:cubicBezTo>
                  <a:lnTo>
                    <a:pt x="516913" y="0"/>
                  </a:lnTo>
                  <a:lnTo>
                    <a:pt x="516896" y="112251"/>
                  </a:lnTo>
                  <a:cubicBezTo>
                    <a:pt x="516896" y="117125"/>
                    <a:pt x="514923" y="121905"/>
                    <a:pt x="511473" y="125345"/>
                  </a:cubicBezTo>
                  <a:lnTo>
                    <a:pt x="485517" y="151302"/>
                  </a:lnTo>
                  <a:cubicBezTo>
                    <a:pt x="482068" y="154751"/>
                    <a:pt x="477297" y="156725"/>
                    <a:pt x="472423" y="156725"/>
                  </a:cubicBezTo>
                  <a:lnTo>
                    <a:pt x="0" y="156999"/>
                  </a:lnTo>
                  <a:close/>
                  <a:moveTo>
                    <a:pt x="44765" y="2403"/>
                  </a:moveTo>
                  <a:cubicBezTo>
                    <a:pt x="40518" y="2403"/>
                    <a:pt x="36365" y="4119"/>
                    <a:pt x="33370" y="7122"/>
                  </a:cubicBezTo>
                  <a:lnTo>
                    <a:pt x="7122" y="33370"/>
                  </a:lnTo>
                  <a:cubicBezTo>
                    <a:pt x="4119" y="36373"/>
                    <a:pt x="2403" y="40526"/>
                    <a:pt x="2403" y="44765"/>
                  </a:cubicBezTo>
                  <a:lnTo>
                    <a:pt x="2403" y="154597"/>
                  </a:lnTo>
                  <a:lnTo>
                    <a:pt x="472423" y="154322"/>
                  </a:lnTo>
                  <a:cubicBezTo>
                    <a:pt x="476670" y="154322"/>
                    <a:pt x="480823" y="152606"/>
                    <a:pt x="483818" y="149603"/>
                  </a:cubicBezTo>
                  <a:lnTo>
                    <a:pt x="509774" y="123646"/>
                  </a:lnTo>
                  <a:cubicBezTo>
                    <a:pt x="512778" y="120643"/>
                    <a:pt x="514494" y="116490"/>
                    <a:pt x="514494" y="112251"/>
                  </a:cubicBezTo>
                  <a:lnTo>
                    <a:pt x="514511" y="2403"/>
                  </a:lnTo>
                  <a:lnTo>
                    <a:pt x="44765" y="2403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9" name="Graphic 1">
              <a:extLst>
                <a:ext uri="{FF2B5EF4-FFF2-40B4-BE49-F238E27FC236}">
                  <a16:creationId xmlns:a16="http://schemas.microsoft.com/office/drawing/2014/main" id="{B52BF795-8654-ECF9-00F3-E3DC43453AF2}"/>
                </a:ext>
              </a:extLst>
            </p:cNvPr>
            <p:cNvGrpSpPr/>
            <p:nvPr/>
          </p:nvGrpSpPr>
          <p:grpSpPr>
            <a:xfrm>
              <a:off x="11217977" y="6552879"/>
              <a:ext cx="432093" cy="77405"/>
              <a:chOff x="11217977" y="6552879"/>
              <a:chExt cx="432093" cy="77405"/>
            </a:xfrm>
            <a:solidFill>
              <a:srgbClr val="FFFFFF"/>
            </a:solidFill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ECE4C3E1-F628-6338-39E3-8D5B1C3A9F63}"/>
                  </a:ext>
                </a:extLst>
              </p:cNvPr>
              <p:cNvSpPr/>
              <p:nvPr/>
            </p:nvSpPr>
            <p:spPr>
              <a:xfrm>
                <a:off x="11217977" y="6554492"/>
                <a:ext cx="84553" cy="74230"/>
              </a:xfrm>
              <a:custGeom>
                <a:avLst/>
                <a:gdLst>
                  <a:gd name="csX0" fmla="*/ 35549 w 84553"/>
                  <a:gd name="csY0" fmla="*/ 74231 h 74230"/>
                  <a:gd name="csX1" fmla="*/ 0 w 84553"/>
                  <a:gd name="csY1" fmla="*/ 0 h 74230"/>
                  <a:gd name="csX2" fmla="*/ 16020 w 84553"/>
                  <a:gd name="csY2" fmla="*/ 0 h 74230"/>
                  <a:gd name="csX3" fmla="*/ 42045 w 84553"/>
                  <a:gd name="csY3" fmla="*/ 55825 h 74230"/>
                  <a:gd name="csX4" fmla="*/ 42354 w 84553"/>
                  <a:gd name="csY4" fmla="*/ 55825 h 74230"/>
                  <a:gd name="csX5" fmla="*/ 68379 w 84553"/>
                  <a:gd name="csY5" fmla="*/ 0 h 74230"/>
                  <a:gd name="csX6" fmla="*/ 84553 w 84553"/>
                  <a:gd name="csY6" fmla="*/ 0 h 74230"/>
                  <a:gd name="csX7" fmla="*/ 49004 w 84553"/>
                  <a:gd name="csY7" fmla="*/ 74231 h 74230"/>
                  <a:gd name="csX8" fmla="*/ 35532 w 84553"/>
                  <a:gd name="csY8" fmla="*/ 74231 h 74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4553" h="74230">
                    <a:moveTo>
                      <a:pt x="35549" y="74231"/>
                    </a:moveTo>
                    <a:lnTo>
                      <a:pt x="0" y="0"/>
                    </a:lnTo>
                    <a:lnTo>
                      <a:pt x="16020" y="0"/>
                    </a:lnTo>
                    <a:cubicBezTo>
                      <a:pt x="16020" y="0"/>
                      <a:pt x="41427" y="53140"/>
                      <a:pt x="42045" y="55825"/>
                    </a:cubicBezTo>
                    <a:lnTo>
                      <a:pt x="42354" y="55825"/>
                    </a:lnTo>
                    <a:cubicBezTo>
                      <a:pt x="42989" y="53131"/>
                      <a:pt x="68379" y="0"/>
                      <a:pt x="68379" y="0"/>
                    </a:cubicBezTo>
                    <a:lnTo>
                      <a:pt x="84553" y="0"/>
                    </a:lnTo>
                    <a:lnTo>
                      <a:pt x="49004" y="74231"/>
                    </a:lnTo>
                    <a:lnTo>
                      <a:pt x="35532" y="74231"/>
                    </a:ln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EE94EE0C-BEC9-B912-BB03-D98E572D66E3}"/>
                  </a:ext>
                </a:extLst>
              </p:cNvPr>
              <p:cNvSpPr/>
              <p:nvPr/>
            </p:nvSpPr>
            <p:spPr>
              <a:xfrm>
                <a:off x="11298755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27" y="20791"/>
                      <a:pt x="15222" y="323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7BDCE91C-8825-7018-D444-B3E271741719}"/>
                  </a:ext>
                </a:extLst>
              </p:cNvPr>
              <p:cNvSpPr/>
              <p:nvPr/>
            </p:nvSpPr>
            <p:spPr>
              <a:xfrm>
                <a:off x="11377723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44" y="20791"/>
                      <a:pt x="15222" y="323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98B19A8D-904A-5D63-6FF2-0DC92F265198}"/>
                  </a:ext>
                </a:extLst>
              </p:cNvPr>
              <p:cNvSpPr/>
              <p:nvPr/>
            </p:nvSpPr>
            <p:spPr>
              <a:xfrm>
                <a:off x="11456536" y="6552888"/>
                <a:ext cx="74556" cy="77397"/>
              </a:xfrm>
              <a:custGeom>
                <a:avLst/>
                <a:gdLst>
                  <a:gd name="csX0" fmla="*/ 74557 w 74556"/>
                  <a:gd name="csY0" fmla="*/ 38699 h 77397"/>
                  <a:gd name="csX1" fmla="*/ 74557 w 74556"/>
                  <a:gd name="csY1" fmla="*/ 75810 h 77397"/>
                  <a:gd name="csX2" fmla="*/ 61712 w 74556"/>
                  <a:gd name="csY2" fmla="*/ 75810 h 77397"/>
                  <a:gd name="csX3" fmla="*/ 60433 w 74556"/>
                  <a:gd name="csY3" fmla="*/ 64234 h 77397"/>
                  <a:gd name="csX4" fmla="*/ 35687 w 74556"/>
                  <a:gd name="csY4" fmla="*/ 77397 h 77397"/>
                  <a:gd name="csX5" fmla="*/ 0 w 74556"/>
                  <a:gd name="csY5" fmla="*/ 38699 h 77397"/>
                  <a:gd name="csX6" fmla="*/ 37583 w 74556"/>
                  <a:gd name="csY6" fmla="*/ 0 h 77397"/>
                  <a:gd name="csX7" fmla="*/ 74557 w 74556"/>
                  <a:gd name="csY7" fmla="*/ 38699 h 77397"/>
                  <a:gd name="csX8" fmla="*/ 59953 w 74556"/>
                  <a:gd name="csY8" fmla="*/ 38699 h 77397"/>
                  <a:gd name="csX9" fmla="*/ 37583 w 74556"/>
                  <a:gd name="csY9" fmla="*/ 13326 h 77397"/>
                  <a:gd name="csX10" fmla="*/ 14596 w 74556"/>
                  <a:gd name="csY10" fmla="*/ 38699 h 77397"/>
                  <a:gd name="csX11" fmla="*/ 37583 w 74556"/>
                  <a:gd name="csY11" fmla="*/ 64071 h 77397"/>
                  <a:gd name="csX12" fmla="*/ 59953 w 74556"/>
                  <a:gd name="csY12" fmla="*/ 38699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74556" h="77397">
                    <a:moveTo>
                      <a:pt x="74557" y="38699"/>
                    </a:moveTo>
                    <a:lnTo>
                      <a:pt x="74557" y="75810"/>
                    </a:lnTo>
                    <a:lnTo>
                      <a:pt x="61712" y="75810"/>
                    </a:lnTo>
                    <a:lnTo>
                      <a:pt x="60433" y="64234"/>
                    </a:lnTo>
                    <a:cubicBezTo>
                      <a:pt x="54727" y="72806"/>
                      <a:pt x="44739" y="77397"/>
                      <a:pt x="35687" y="77397"/>
                    </a:cubicBezTo>
                    <a:cubicBezTo>
                      <a:pt x="15385" y="77397"/>
                      <a:pt x="0" y="61223"/>
                      <a:pt x="0" y="38699"/>
                    </a:cubicBezTo>
                    <a:cubicBezTo>
                      <a:pt x="0" y="16174"/>
                      <a:pt x="16492" y="0"/>
                      <a:pt x="37583" y="0"/>
                    </a:cubicBezTo>
                    <a:cubicBezTo>
                      <a:pt x="56950" y="0"/>
                      <a:pt x="74557" y="13952"/>
                      <a:pt x="74557" y="38699"/>
                    </a:cubicBezTo>
                    <a:close/>
                    <a:moveTo>
                      <a:pt x="59953" y="38699"/>
                    </a:moveTo>
                    <a:cubicBezTo>
                      <a:pt x="59953" y="22370"/>
                      <a:pt x="49176" y="13326"/>
                      <a:pt x="37583" y="13326"/>
                    </a:cubicBezTo>
                    <a:cubicBezTo>
                      <a:pt x="24892" y="13326"/>
                      <a:pt x="14596" y="23485"/>
                      <a:pt x="14596" y="38699"/>
                    </a:cubicBezTo>
                    <a:cubicBezTo>
                      <a:pt x="14596" y="53912"/>
                      <a:pt x="24120" y="64071"/>
                      <a:pt x="37583" y="64071"/>
                    </a:cubicBezTo>
                    <a:cubicBezTo>
                      <a:pt x="49021" y="64071"/>
                      <a:pt x="59953" y="54547"/>
                      <a:pt x="59953" y="38699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50C85499-90D5-0F74-1D39-BD7C8D5C695B}"/>
                  </a:ext>
                </a:extLst>
              </p:cNvPr>
              <p:cNvSpPr/>
              <p:nvPr/>
            </p:nvSpPr>
            <p:spPr>
              <a:xfrm>
                <a:off x="11540926" y="6552913"/>
                <a:ext cx="109145" cy="75946"/>
              </a:xfrm>
              <a:custGeom>
                <a:avLst/>
                <a:gdLst>
                  <a:gd name="csX0" fmla="*/ 0 w 109145"/>
                  <a:gd name="csY0" fmla="*/ 75792 h 75946"/>
                  <a:gd name="csX1" fmla="*/ 0 w 109145"/>
                  <a:gd name="csY1" fmla="*/ 31868 h 75946"/>
                  <a:gd name="csX2" fmla="*/ 30461 w 109145"/>
                  <a:gd name="csY2" fmla="*/ 0 h 75946"/>
                  <a:gd name="csX3" fmla="*/ 54418 w 109145"/>
                  <a:gd name="csY3" fmla="*/ 13489 h 75946"/>
                  <a:gd name="csX4" fmla="*/ 54727 w 109145"/>
                  <a:gd name="csY4" fmla="*/ 13489 h 75946"/>
                  <a:gd name="csX5" fmla="*/ 78684 w 109145"/>
                  <a:gd name="csY5" fmla="*/ 0 h 75946"/>
                  <a:gd name="csX6" fmla="*/ 109145 w 109145"/>
                  <a:gd name="csY6" fmla="*/ 31868 h 75946"/>
                  <a:gd name="csX7" fmla="*/ 109145 w 109145"/>
                  <a:gd name="csY7" fmla="*/ 75792 h 75946"/>
                  <a:gd name="csX8" fmla="*/ 94558 w 109145"/>
                  <a:gd name="csY8" fmla="*/ 75792 h 75946"/>
                  <a:gd name="csX9" fmla="*/ 94558 w 109145"/>
                  <a:gd name="csY9" fmla="*/ 32967 h 75946"/>
                  <a:gd name="csX10" fmla="*/ 78229 w 109145"/>
                  <a:gd name="csY10" fmla="*/ 13617 h 75946"/>
                  <a:gd name="csX11" fmla="*/ 61901 w 109145"/>
                  <a:gd name="csY11" fmla="*/ 33276 h 75946"/>
                  <a:gd name="csX12" fmla="*/ 61901 w 109145"/>
                  <a:gd name="csY12" fmla="*/ 75947 h 75946"/>
                  <a:gd name="csX13" fmla="*/ 47314 w 109145"/>
                  <a:gd name="csY13" fmla="*/ 75947 h 75946"/>
                  <a:gd name="csX14" fmla="*/ 47314 w 109145"/>
                  <a:gd name="csY14" fmla="*/ 33276 h 75946"/>
                  <a:gd name="csX15" fmla="*/ 30985 w 109145"/>
                  <a:gd name="csY15" fmla="*/ 13617 h 75946"/>
                  <a:gd name="csX16" fmla="*/ 14656 w 109145"/>
                  <a:gd name="csY16" fmla="*/ 32967 h 75946"/>
                  <a:gd name="csX17" fmla="*/ 14656 w 109145"/>
                  <a:gd name="csY17" fmla="*/ 75792 h 75946"/>
                  <a:gd name="csX18" fmla="*/ 34 w 109145"/>
                  <a:gd name="csY18" fmla="*/ 75792 h 759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109145" h="75946">
                    <a:moveTo>
                      <a:pt x="0" y="75792"/>
                    </a:moveTo>
                    <a:lnTo>
                      <a:pt x="0" y="31868"/>
                    </a:lnTo>
                    <a:cubicBezTo>
                      <a:pt x="0" y="13309"/>
                      <a:pt x="11901" y="0"/>
                      <a:pt x="30461" y="0"/>
                    </a:cubicBezTo>
                    <a:cubicBezTo>
                      <a:pt x="45366" y="0"/>
                      <a:pt x="53294" y="9988"/>
                      <a:pt x="54418" y="13489"/>
                    </a:cubicBezTo>
                    <a:lnTo>
                      <a:pt x="54727" y="13489"/>
                    </a:lnTo>
                    <a:cubicBezTo>
                      <a:pt x="55834" y="10005"/>
                      <a:pt x="63763" y="0"/>
                      <a:pt x="78684" y="0"/>
                    </a:cubicBezTo>
                    <a:cubicBezTo>
                      <a:pt x="97244" y="0"/>
                      <a:pt x="109145" y="13317"/>
                      <a:pt x="109145" y="31868"/>
                    </a:cubicBezTo>
                    <a:lnTo>
                      <a:pt x="109145" y="75792"/>
                    </a:lnTo>
                    <a:lnTo>
                      <a:pt x="94558" y="75792"/>
                    </a:lnTo>
                    <a:lnTo>
                      <a:pt x="94558" y="32967"/>
                    </a:lnTo>
                    <a:cubicBezTo>
                      <a:pt x="94558" y="20911"/>
                      <a:pt x="89161" y="13617"/>
                      <a:pt x="78229" y="13617"/>
                    </a:cubicBezTo>
                    <a:cubicBezTo>
                      <a:pt x="67298" y="13617"/>
                      <a:pt x="61901" y="20911"/>
                      <a:pt x="61901" y="33276"/>
                    </a:cubicBezTo>
                    <a:lnTo>
                      <a:pt x="61901" y="75947"/>
                    </a:lnTo>
                    <a:lnTo>
                      <a:pt x="47314" y="75947"/>
                    </a:lnTo>
                    <a:lnTo>
                      <a:pt x="47314" y="33276"/>
                    </a:lnTo>
                    <a:cubicBezTo>
                      <a:pt x="47314" y="20911"/>
                      <a:pt x="41916" y="13617"/>
                      <a:pt x="30985" y="13617"/>
                    </a:cubicBezTo>
                    <a:cubicBezTo>
                      <a:pt x="20053" y="13617"/>
                      <a:pt x="14656" y="20911"/>
                      <a:pt x="14656" y="32967"/>
                    </a:cubicBezTo>
                    <a:lnTo>
                      <a:pt x="14656" y="75792"/>
                    </a:lnTo>
                    <a:lnTo>
                      <a:pt x="34" y="75792"/>
                    </a:ln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95CA09B-6C3F-4599-1FFD-0D16BE49C81E}"/>
              </a:ext>
            </a:extLst>
          </p:cNvPr>
          <p:cNvSpPr txBox="1"/>
          <p:nvPr userDrawn="1"/>
        </p:nvSpPr>
        <p:spPr>
          <a:xfrm>
            <a:off x="493288" y="6562481"/>
            <a:ext cx="50292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700">
                <a:solidFill>
                  <a:schemeClr val="tx2"/>
                </a:solidFill>
              </a:rPr>
              <a:t>© 2026 Veeam Software. Confidential information. All rights reserved. All trademarks are the property of their respective owners. </a:t>
            </a:r>
          </a:p>
        </p:txBody>
      </p:sp>
    </p:spTree>
    <p:extLst>
      <p:ext uri="{BB962C8B-B14F-4D97-AF65-F5344CB8AC3E}">
        <p14:creationId xmlns:p14="http://schemas.microsoft.com/office/powerpoint/2010/main" val="42799127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9A6B50D-2CC2-29FC-5BD7-C7382C4F81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12" y="342900"/>
            <a:ext cx="11202987" cy="682625"/>
          </a:xfrm>
        </p:spPr>
        <p:txBody>
          <a:bodyPr/>
          <a:lstStyle>
            <a:lvl1pPr>
              <a:defRPr sz="2800" b="1">
                <a:solidFill>
                  <a:srgbClr val="0E0D7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92416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EEB3FAD-14D2-C4DD-3EBF-784D1E06B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179" y="1032607"/>
            <a:ext cx="11194511" cy="338993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1"/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6088C5F-11E1-2603-8DB0-B44A0464F6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12" y="342900"/>
            <a:ext cx="11202987" cy="682625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18">
            <a:extLst>
              <a:ext uri="{FF2B5EF4-FFF2-40B4-BE49-F238E27FC236}">
                <a16:creationId xmlns:a16="http://schemas.microsoft.com/office/drawing/2014/main" id="{374D7A0D-E6A3-FD6C-5C21-AF6D1FB0775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3287" y="1719645"/>
            <a:ext cx="5482055" cy="4449380"/>
          </a:xfrm>
        </p:spPr>
        <p:txBody>
          <a:bodyPr/>
          <a:lstStyle>
            <a:lvl1pPr>
              <a:buNone/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8">
            <a:extLst>
              <a:ext uri="{FF2B5EF4-FFF2-40B4-BE49-F238E27FC236}">
                <a16:creationId xmlns:a16="http://schemas.microsoft.com/office/drawing/2014/main" id="{4F2F03E7-9AFE-94B7-4B17-7B053E0B6DE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15064" y="1717247"/>
            <a:ext cx="5481626" cy="4449380"/>
          </a:xfrm>
        </p:spPr>
        <p:txBody>
          <a:bodyPr/>
          <a:lstStyle>
            <a:lvl1pPr>
              <a:buNone/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72904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8">
            <a:extLst>
              <a:ext uri="{FF2B5EF4-FFF2-40B4-BE49-F238E27FC236}">
                <a16:creationId xmlns:a16="http://schemas.microsoft.com/office/drawing/2014/main" id="{D800749E-69A5-DCEB-6106-60A29FF5023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3288" y="1719645"/>
            <a:ext cx="3575304" cy="4449380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18">
            <a:extLst>
              <a:ext uri="{FF2B5EF4-FFF2-40B4-BE49-F238E27FC236}">
                <a16:creationId xmlns:a16="http://schemas.microsoft.com/office/drawing/2014/main" id="{C2F90A21-80D0-EF06-695F-D7CA0AA51CE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308475" y="1719645"/>
            <a:ext cx="3575304" cy="4449380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18">
            <a:extLst>
              <a:ext uri="{FF2B5EF4-FFF2-40B4-BE49-F238E27FC236}">
                <a16:creationId xmlns:a16="http://schemas.microsoft.com/office/drawing/2014/main" id="{F9023ECA-8241-3A8B-63DF-A1DC1B7EA54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23662" y="1722852"/>
            <a:ext cx="3575304" cy="4449380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D0AA8CE-9CEE-421C-89E5-12EB4AC30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179" y="1032607"/>
            <a:ext cx="11194511" cy="338993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1"/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547B21A5-9ED4-950A-49F4-4D59792341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12" y="342900"/>
            <a:ext cx="11202987" cy="682625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62356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8">
            <a:extLst>
              <a:ext uri="{FF2B5EF4-FFF2-40B4-BE49-F238E27FC236}">
                <a16:creationId xmlns:a16="http://schemas.microsoft.com/office/drawing/2014/main" id="{6CA7916B-FF49-1DA5-B508-246BFA32FE5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21263" y="1717247"/>
            <a:ext cx="6675427" cy="4449380"/>
          </a:xfrm>
        </p:spPr>
        <p:txBody>
          <a:bodyPr/>
          <a:lstStyle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18">
            <a:extLst>
              <a:ext uri="{FF2B5EF4-FFF2-40B4-BE49-F238E27FC236}">
                <a16:creationId xmlns:a16="http://schemas.microsoft.com/office/drawing/2014/main" id="{3FBDF473-E65E-0E4B-7AFD-41DF647B096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3288" y="1719645"/>
            <a:ext cx="3815188" cy="4449380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C86ABD00-5B2A-4C21-C64C-BC61F2E9C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12" y="342900"/>
            <a:ext cx="11202987" cy="682625"/>
          </a:xfrm>
        </p:spPr>
        <p:txBody>
          <a:bodyPr anchor="ctr"/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B989FD4-052F-8EAB-E4E0-97DBA6D276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179" y="1032607"/>
            <a:ext cx="11194511" cy="338993"/>
          </a:xfrm>
        </p:spPr>
        <p:txBody>
          <a:bodyPr anchor="t"/>
          <a:lstStyle>
            <a:lvl1pPr marL="0" indent="0" algn="l">
              <a:buNone/>
              <a:defRPr sz="2000" b="0" i="0">
                <a:solidFill>
                  <a:schemeClr val="tx1"/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054908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4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rt Placeholder 5">
            <a:extLst>
              <a:ext uri="{FF2B5EF4-FFF2-40B4-BE49-F238E27FC236}">
                <a16:creationId xmlns:a16="http://schemas.microsoft.com/office/drawing/2014/main" id="{DDBCA87B-9F44-FFDE-F8AE-5D147C84A89B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4308474" y="685800"/>
            <a:ext cx="3573463" cy="240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" name="Chart Placeholder 5">
            <a:extLst>
              <a:ext uri="{FF2B5EF4-FFF2-40B4-BE49-F238E27FC236}">
                <a16:creationId xmlns:a16="http://schemas.microsoft.com/office/drawing/2014/main" id="{D56E667B-3F0D-C552-CB73-C76853B89F4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305299" y="3432997"/>
            <a:ext cx="3575304" cy="240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5385838E-5C68-7930-6119-C08F2093DD3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125919" y="685800"/>
            <a:ext cx="3575304" cy="240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A30F29C-9C29-2BDF-D024-7AE60D4B197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8125919" y="3432997"/>
            <a:ext cx="3575304" cy="240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B301EFC-1867-930C-4FF8-C246E171CE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88" y="2075392"/>
            <a:ext cx="2861099" cy="1471461"/>
          </a:xfrm>
        </p:spPr>
        <p:txBody>
          <a:bodyPr anchor="ctr">
            <a:noAutofit/>
          </a:bodyPr>
          <a:lstStyle>
            <a:lvl1pPr>
              <a:defRPr sz="2800" b="1">
                <a:solidFill>
                  <a:srgbClr val="0E0D7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9A22000-3265-7B90-A285-A6290F1D52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713" y="3675854"/>
            <a:ext cx="2860675" cy="628841"/>
          </a:xfrm>
        </p:spPr>
        <p:txBody>
          <a:bodyPr>
            <a:noAutofit/>
          </a:bodyPr>
          <a:lstStyle>
            <a:lvl1pPr marL="0" indent="0" algn="l">
              <a:buNone/>
              <a:defRPr sz="2000" b="0" i="0">
                <a:solidFill>
                  <a:schemeClr val="tx1"/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070699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Content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56A15E-7F0C-056B-0C77-87EF603752ED}"/>
              </a:ext>
            </a:extLst>
          </p:cNvPr>
          <p:cNvSpPr/>
          <p:nvPr userDrawn="1"/>
        </p:nvSpPr>
        <p:spPr>
          <a:xfrm>
            <a:off x="0" y="6457950"/>
            <a:ext cx="5543550" cy="400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6000"/>
              </a:lnSpc>
            </a:pPr>
            <a:endParaRPr lang="en-RO" b="0" i="0">
              <a:solidFill>
                <a:schemeClr val="bg1"/>
              </a:solidFill>
              <a:latin typeface="ES Build Neutral" pitchFamily="2" charset="77"/>
              <a:cs typeface="Microsoft Sans Serif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658CF0-D78C-6AFE-BA1C-A11DC09915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70205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F39891-E607-D810-0433-4C2419FE8987}"/>
              </a:ext>
            </a:extLst>
          </p:cNvPr>
          <p:cNvSpPr txBox="1"/>
          <p:nvPr userDrawn="1"/>
        </p:nvSpPr>
        <p:spPr>
          <a:xfrm>
            <a:off x="4267200" y="6562481"/>
            <a:ext cx="5293842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700">
                <a:solidFill>
                  <a:schemeClr val="tx1">
                    <a:lumMod val="60000"/>
                    <a:lumOff val="40000"/>
                  </a:schemeClr>
                </a:solidFill>
              </a:rPr>
              <a:t>© 2026 Veeam Software. Confidential information. All rights reserved. All trademarks are the property of their respective owners. 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C1672F3-D1B9-6BD6-5969-AD91802479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1" y="1482196"/>
            <a:ext cx="2859087" cy="2134979"/>
          </a:xfrm>
        </p:spPr>
        <p:txBody>
          <a:bodyPr anchor="b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A563BAB-3B8D-C24A-AC1E-697D9D118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302" y="3760520"/>
            <a:ext cx="2859086" cy="628841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3D005392-7810-A30F-AFBF-65A70B3D15BA}"/>
              </a:ext>
            </a:extLst>
          </p:cNvPr>
          <p:cNvSpPr/>
          <p:nvPr/>
        </p:nvSpPr>
        <p:spPr>
          <a:xfrm>
            <a:off x="11181347" y="6514378"/>
            <a:ext cx="514510" cy="154596"/>
          </a:xfrm>
          <a:custGeom>
            <a:avLst/>
            <a:gdLst>
              <a:gd name="csX0" fmla="*/ 43564 w 514510"/>
              <a:gd name="csY0" fmla="*/ 0 h 154596"/>
              <a:gd name="csX1" fmla="*/ 31319 w 514510"/>
              <a:gd name="csY1" fmla="*/ 5071 h 154596"/>
              <a:gd name="csX2" fmla="*/ 5071 w 514510"/>
              <a:gd name="csY2" fmla="*/ 31319 h 154596"/>
              <a:gd name="csX3" fmla="*/ 0 w 514510"/>
              <a:gd name="csY3" fmla="*/ 43564 h 154596"/>
              <a:gd name="csX4" fmla="*/ 0 w 514510"/>
              <a:gd name="csY4" fmla="*/ 154597 h 154596"/>
              <a:gd name="csX5" fmla="*/ 471222 w 514510"/>
              <a:gd name="csY5" fmla="*/ 154322 h 154596"/>
              <a:gd name="csX6" fmla="*/ 483466 w 514510"/>
              <a:gd name="csY6" fmla="*/ 149251 h 154596"/>
              <a:gd name="csX7" fmla="*/ 509423 w 514510"/>
              <a:gd name="csY7" fmla="*/ 123295 h 154596"/>
              <a:gd name="csX8" fmla="*/ 514494 w 514510"/>
              <a:gd name="csY8" fmla="*/ 111050 h 154596"/>
              <a:gd name="csX9" fmla="*/ 514511 w 514510"/>
              <a:gd name="csY9" fmla="*/ 0 h 154596"/>
              <a:gd name="csX10" fmla="*/ 43564 w 514510"/>
              <a:gd name="csY10" fmla="*/ 0 h 154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14510" h="154596">
                <a:moveTo>
                  <a:pt x="43564" y="0"/>
                </a:moveTo>
                <a:cubicBezTo>
                  <a:pt x="38973" y="0"/>
                  <a:pt x="34563" y="1828"/>
                  <a:pt x="31319" y="5071"/>
                </a:cubicBezTo>
                <a:lnTo>
                  <a:pt x="5071" y="31319"/>
                </a:lnTo>
                <a:cubicBezTo>
                  <a:pt x="1828" y="34563"/>
                  <a:pt x="0" y="38973"/>
                  <a:pt x="0" y="43564"/>
                </a:cubicBezTo>
                <a:lnTo>
                  <a:pt x="0" y="154597"/>
                </a:lnTo>
                <a:lnTo>
                  <a:pt x="471222" y="154322"/>
                </a:lnTo>
                <a:cubicBezTo>
                  <a:pt x="475812" y="154322"/>
                  <a:pt x="480223" y="152494"/>
                  <a:pt x="483466" y="149251"/>
                </a:cubicBezTo>
                <a:lnTo>
                  <a:pt x="509423" y="123295"/>
                </a:lnTo>
                <a:cubicBezTo>
                  <a:pt x="512666" y="120051"/>
                  <a:pt x="514494" y="115641"/>
                  <a:pt x="514494" y="111050"/>
                </a:cubicBezTo>
                <a:lnTo>
                  <a:pt x="514511" y="0"/>
                </a:lnTo>
                <a:lnTo>
                  <a:pt x="43564" y="0"/>
                </a:lnTo>
                <a:close/>
              </a:path>
            </a:pathLst>
          </a:custGeom>
          <a:solidFill>
            <a:srgbClr val="00D15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8CB1B56-8443-369A-A0ED-B145E2AF2759}"/>
              </a:ext>
            </a:extLst>
          </p:cNvPr>
          <p:cNvSpPr/>
          <p:nvPr/>
        </p:nvSpPr>
        <p:spPr>
          <a:xfrm>
            <a:off x="11180146" y="6513177"/>
            <a:ext cx="516913" cy="156999"/>
          </a:xfrm>
          <a:custGeom>
            <a:avLst/>
            <a:gdLst>
              <a:gd name="csX0" fmla="*/ 0 w 516913"/>
              <a:gd name="csY0" fmla="*/ 156999 h 156999"/>
              <a:gd name="csX1" fmla="*/ 0 w 516913"/>
              <a:gd name="csY1" fmla="*/ 44765 h 156999"/>
              <a:gd name="csX2" fmla="*/ 5423 w 516913"/>
              <a:gd name="csY2" fmla="*/ 31671 h 156999"/>
              <a:gd name="csX3" fmla="*/ 31671 w 516913"/>
              <a:gd name="csY3" fmla="*/ 5423 h 156999"/>
              <a:gd name="csX4" fmla="*/ 44765 w 516913"/>
              <a:gd name="csY4" fmla="*/ 0 h 156999"/>
              <a:gd name="csX5" fmla="*/ 516913 w 516913"/>
              <a:gd name="csY5" fmla="*/ 0 h 156999"/>
              <a:gd name="csX6" fmla="*/ 516896 w 516913"/>
              <a:gd name="csY6" fmla="*/ 112251 h 156999"/>
              <a:gd name="csX7" fmla="*/ 511473 w 516913"/>
              <a:gd name="csY7" fmla="*/ 125345 h 156999"/>
              <a:gd name="csX8" fmla="*/ 485517 w 516913"/>
              <a:gd name="csY8" fmla="*/ 151302 h 156999"/>
              <a:gd name="csX9" fmla="*/ 472423 w 516913"/>
              <a:gd name="csY9" fmla="*/ 156725 h 156999"/>
              <a:gd name="csX10" fmla="*/ 0 w 516913"/>
              <a:gd name="csY10" fmla="*/ 156999 h 156999"/>
              <a:gd name="csX11" fmla="*/ 44765 w 516913"/>
              <a:gd name="csY11" fmla="*/ 2403 h 156999"/>
              <a:gd name="csX12" fmla="*/ 33370 w 516913"/>
              <a:gd name="csY12" fmla="*/ 7122 h 156999"/>
              <a:gd name="csX13" fmla="*/ 7122 w 516913"/>
              <a:gd name="csY13" fmla="*/ 33370 h 156999"/>
              <a:gd name="csX14" fmla="*/ 2403 w 516913"/>
              <a:gd name="csY14" fmla="*/ 44765 h 156999"/>
              <a:gd name="csX15" fmla="*/ 2403 w 516913"/>
              <a:gd name="csY15" fmla="*/ 154597 h 156999"/>
              <a:gd name="csX16" fmla="*/ 472423 w 516913"/>
              <a:gd name="csY16" fmla="*/ 154322 h 156999"/>
              <a:gd name="csX17" fmla="*/ 483818 w 516913"/>
              <a:gd name="csY17" fmla="*/ 149603 h 156999"/>
              <a:gd name="csX18" fmla="*/ 509774 w 516913"/>
              <a:gd name="csY18" fmla="*/ 123646 h 156999"/>
              <a:gd name="csX19" fmla="*/ 514494 w 516913"/>
              <a:gd name="csY19" fmla="*/ 112251 h 156999"/>
              <a:gd name="csX20" fmla="*/ 514511 w 516913"/>
              <a:gd name="csY20" fmla="*/ 2403 h 156999"/>
              <a:gd name="csX21" fmla="*/ 44765 w 516913"/>
              <a:gd name="csY21" fmla="*/ 2403 h 156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913" h="156999">
                <a:moveTo>
                  <a:pt x="0" y="156999"/>
                </a:moveTo>
                <a:lnTo>
                  <a:pt x="0" y="44765"/>
                </a:lnTo>
                <a:cubicBezTo>
                  <a:pt x="0" y="39891"/>
                  <a:pt x="1974" y="35120"/>
                  <a:pt x="5423" y="31671"/>
                </a:cubicBezTo>
                <a:lnTo>
                  <a:pt x="31671" y="5423"/>
                </a:lnTo>
                <a:cubicBezTo>
                  <a:pt x="35120" y="1974"/>
                  <a:pt x="39891" y="0"/>
                  <a:pt x="44765" y="0"/>
                </a:cubicBezTo>
                <a:lnTo>
                  <a:pt x="516913" y="0"/>
                </a:lnTo>
                <a:lnTo>
                  <a:pt x="516896" y="112251"/>
                </a:lnTo>
                <a:cubicBezTo>
                  <a:pt x="516896" y="117125"/>
                  <a:pt x="514923" y="121905"/>
                  <a:pt x="511473" y="125345"/>
                </a:cubicBezTo>
                <a:lnTo>
                  <a:pt x="485517" y="151302"/>
                </a:lnTo>
                <a:cubicBezTo>
                  <a:pt x="482068" y="154751"/>
                  <a:pt x="477297" y="156725"/>
                  <a:pt x="472423" y="156725"/>
                </a:cubicBezTo>
                <a:lnTo>
                  <a:pt x="0" y="156999"/>
                </a:lnTo>
                <a:close/>
                <a:moveTo>
                  <a:pt x="44765" y="2403"/>
                </a:moveTo>
                <a:cubicBezTo>
                  <a:pt x="40518" y="2403"/>
                  <a:pt x="36365" y="4119"/>
                  <a:pt x="33370" y="7122"/>
                </a:cubicBezTo>
                <a:lnTo>
                  <a:pt x="7122" y="33370"/>
                </a:lnTo>
                <a:cubicBezTo>
                  <a:pt x="4119" y="36373"/>
                  <a:pt x="2403" y="40526"/>
                  <a:pt x="2403" y="44765"/>
                </a:cubicBezTo>
                <a:lnTo>
                  <a:pt x="2403" y="154597"/>
                </a:lnTo>
                <a:lnTo>
                  <a:pt x="472423" y="154322"/>
                </a:lnTo>
                <a:cubicBezTo>
                  <a:pt x="476670" y="154322"/>
                  <a:pt x="480823" y="152606"/>
                  <a:pt x="483818" y="149603"/>
                </a:cubicBezTo>
                <a:lnTo>
                  <a:pt x="509774" y="123646"/>
                </a:lnTo>
                <a:cubicBezTo>
                  <a:pt x="512778" y="120643"/>
                  <a:pt x="514494" y="116490"/>
                  <a:pt x="514494" y="112251"/>
                </a:cubicBezTo>
                <a:lnTo>
                  <a:pt x="514511" y="2403"/>
                </a:lnTo>
                <a:lnTo>
                  <a:pt x="44765" y="2403"/>
                </a:lnTo>
                <a:close/>
              </a:path>
            </a:pathLst>
          </a:custGeom>
          <a:solidFill>
            <a:srgbClr val="FFFFF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grpSp>
        <p:nvGrpSpPr>
          <p:cNvPr id="16" name="Graphic 8">
            <a:extLst>
              <a:ext uri="{FF2B5EF4-FFF2-40B4-BE49-F238E27FC236}">
                <a16:creationId xmlns:a16="http://schemas.microsoft.com/office/drawing/2014/main" id="{944EFDE5-A0A8-416A-6688-EEE9AE0089D1}"/>
              </a:ext>
            </a:extLst>
          </p:cNvPr>
          <p:cNvGrpSpPr/>
          <p:nvPr/>
        </p:nvGrpSpPr>
        <p:grpSpPr>
          <a:xfrm>
            <a:off x="11217977" y="6552879"/>
            <a:ext cx="432093" cy="77405"/>
            <a:chOff x="11217977" y="6552879"/>
            <a:chExt cx="432093" cy="77405"/>
          </a:xfrm>
          <a:solidFill>
            <a:srgbClr val="FFFFFF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C6E34C1-7EB5-0345-4CBA-7E44E3FB78F9}"/>
                </a:ext>
              </a:extLst>
            </p:cNvPr>
            <p:cNvSpPr/>
            <p:nvPr/>
          </p:nvSpPr>
          <p:spPr>
            <a:xfrm>
              <a:off x="11217977" y="6554492"/>
              <a:ext cx="84553" cy="74230"/>
            </a:xfrm>
            <a:custGeom>
              <a:avLst/>
              <a:gdLst>
                <a:gd name="csX0" fmla="*/ 35549 w 84553"/>
                <a:gd name="csY0" fmla="*/ 74231 h 74230"/>
                <a:gd name="csX1" fmla="*/ 0 w 84553"/>
                <a:gd name="csY1" fmla="*/ 0 h 74230"/>
                <a:gd name="csX2" fmla="*/ 16020 w 84553"/>
                <a:gd name="csY2" fmla="*/ 0 h 74230"/>
                <a:gd name="csX3" fmla="*/ 42045 w 84553"/>
                <a:gd name="csY3" fmla="*/ 55825 h 74230"/>
                <a:gd name="csX4" fmla="*/ 42354 w 84553"/>
                <a:gd name="csY4" fmla="*/ 55825 h 74230"/>
                <a:gd name="csX5" fmla="*/ 68379 w 84553"/>
                <a:gd name="csY5" fmla="*/ 0 h 74230"/>
                <a:gd name="csX6" fmla="*/ 84553 w 84553"/>
                <a:gd name="csY6" fmla="*/ 0 h 74230"/>
                <a:gd name="csX7" fmla="*/ 49004 w 84553"/>
                <a:gd name="csY7" fmla="*/ 74231 h 74230"/>
                <a:gd name="csX8" fmla="*/ 35532 w 84553"/>
                <a:gd name="csY8" fmla="*/ 74231 h 74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4553" h="74230">
                  <a:moveTo>
                    <a:pt x="35549" y="74231"/>
                  </a:moveTo>
                  <a:lnTo>
                    <a:pt x="0" y="0"/>
                  </a:lnTo>
                  <a:lnTo>
                    <a:pt x="16020" y="0"/>
                  </a:lnTo>
                  <a:cubicBezTo>
                    <a:pt x="16020" y="0"/>
                    <a:pt x="41427" y="53140"/>
                    <a:pt x="42045" y="55825"/>
                  </a:cubicBezTo>
                  <a:lnTo>
                    <a:pt x="42354" y="55825"/>
                  </a:lnTo>
                  <a:cubicBezTo>
                    <a:pt x="42989" y="53131"/>
                    <a:pt x="68379" y="0"/>
                    <a:pt x="68379" y="0"/>
                  </a:cubicBezTo>
                  <a:lnTo>
                    <a:pt x="84553" y="0"/>
                  </a:lnTo>
                  <a:lnTo>
                    <a:pt x="49004" y="74231"/>
                  </a:lnTo>
                  <a:lnTo>
                    <a:pt x="35532" y="74231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95F6C2A-098A-1AD5-061F-9F531308E043}"/>
                </a:ext>
              </a:extLst>
            </p:cNvPr>
            <p:cNvSpPr/>
            <p:nvPr/>
          </p:nvSpPr>
          <p:spPr>
            <a:xfrm>
              <a:off x="11298755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27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460023B-8E12-F84B-2C66-3ABAFB1E8E44}"/>
                </a:ext>
              </a:extLst>
            </p:cNvPr>
            <p:cNvSpPr/>
            <p:nvPr/>
          </p:nvSpPr>
          <p:spPr>
            <a:xfrm>
              <a:off x="11377723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44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A8FCBB4-1FED-BCC3-6F92-F217561859B4}"/>
                </a:ext>
              </a:extLst>
            </p:cNvPr>
            <p:cNvSpPr/>
            <p:nvPr/>
          </p:nvSpPr>
          <p:spPr>
            <a:xfrm>
              <a:off x="11456536" y="6552888"/>
              <a:ext cx="74556" cy="77397"/>
            </a:xfrm>
            <a:custGeom>
              <a:avLst/>
              <a:gdLst>
                <a:gd name="csX0" fmla="*/ 74557 w 74556"/>
                <a:gd name="csY0" fmla="*/ 38699 h 77397"/>
                <a:gd name="csX1" fmla="*/ 74557 w 74556"/>
                <a:gd name="csY1" fmla="*/ 75810 h 77397"/>
                <a:gd name="csX2" fmla="*/ 61712 w 74556"/>
                <a:gd name="csY2" fmla="*/ 75810 h 77397"/>
                <a:gd name="csX3" fmla="*/ 60433 w 74556"/>
                <a:gd name="csY3" fmla="*/ 64234 h 77397"/>
                <a:gd name="csX4" fmla="*/ 35687 w 74556"/>
                <a:gd name="csY4" fmla="*/ 77397 h 77397"/>
                <a:gd name="csX5" fmla="*/ 0 w 74556"/>
                <a:gd name="csY5" fmla="*/ 38699 h 77397"/>
                <a:gd name="csX6" fmla="*/ 37583 w 74556"/>
                <a:gd name="csY6" fmla="*/ 0 h 77397"/>
                <a:gd name="csX7" fmla="*/ 74557 w 74556"/>
                <a:gd name="csY7" fmla="*/ 38699 h 77397"/>
                <a:gd name="csX8" fmla="*/ 59953 w 74556"/>
                <a:gd name="csY8" fmla="*/ 38699 h 77397"/>
                <a:gd name="csX9" fmla="*/ 37583 w 74556"/>
                <a:gd name="csY9" fmla="*/ 13326 h 77397"/>
                <a:gd name="csX10" fmla="*/ 14596 w 74556"/>
                <a:gd name="csY10" fmla="*/ 38699 h 77397"/>
                <a:gd name="csX11" fmla="*/ 37583 w 74556"/>
                <a:gd name="csY11" fmla="*/ 64071 h 77397"/>
                <a:gd name="csX12" fmla="*/ 59953 w 74556"/>
                <a:gd name="csY12" fmla="*/ 38699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4556" h="77397">
                  <a:moveTo>
                    <a:pt x="74557" y="38699"/>
                  </a:moveTo>
                  <a:lnTo>
                    <a:pt x="74557" y="75810"/>
                  </a:lnTo>
                  <a:lnTo>
                    <a:pt x="61712" y="75810"/>
                  </a:lnTo>
                  <a:lnTo>
                    <a:pt x="60433" y="64234"/>
                  </a:lnTo>
                  <a:cubicBezTo>
                    <a:pt x="54727" y="72806"/>
                    <a:pt x="44739" y="77397"/>
                    <a:pt x="35687" y="77397"/>
                  </a:cubicBezTo>
                  <a:cubicBezTo>
                    <a:pt x="15385" y="77397"/>
                    <a:pt x="0" y="61223"/>
                    <a:pt x="0" y="38699"/>
                  </a:cubicBezTo>
                  <a:cubicBezTo>
                    <a:pt x="0" y="16174"/>
                    <a:pt x="16492" y="0"/>
                    <a:pt x="37583" y="0"/>
                  </a:cubicBezTo>
                  <a:cubicBezTo>
                    <a:pt x="56950" y="0"/>
                    <a:pt x="74557" y="13952"/>
                    <a:pt x="74557" y="38699"/>
                  </a:cubicBezTo>
                  <a:close/>
                  <a:moveTo>
                    <a:pt x="59953" y="38699"/>
                  </a:moveTo>
                  <a:cubicBezTo>
                    <a:pt x="59953" y="22370"/>
                    <a:pt x="49176" y="13326"/>
                    <a:pt x="37583" y="13326"/>
                  </a:cubicBezTo>
                  <a:cubicBezTo>
                    <a:pt x="24892" y="13326"/>
                    <a:pt x="14596" y="23485"/>
                    <a:pt x="14596" y="38699"/>
                  </a:cubicBezTo>
                  <a:cubicBezTo>
                    <a:pt x="14596" y="53912"/>
                    <a:pt x="24120" y="64071"/>
                    <a:pt x="37583" y="64071"/>
                  </a:cubicBezTo>
                  <a:cubicBezTo>
                    <a:pt x="49021" y="64071"/>
                    <a:pt x="59953" y="54547"/>
                    <a:pt x="59953" y="38699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BB47196-B7A2-21AE-F203-E8DBC70339DE}"/>
                </a:ext>
              </a:extLst>
            </p:cNvPr>
            <p:cNvSpPr/>
            <p:nvPr/>
          </p:nvSpPr>
          <p:spPr>
            <a:xfrm>
              <a:off x="11540926" y="6552913"/>
              <a:ext cx="109145" cy="75946"/>
            </a:xfrm>
            <a:custGeom>
              <a:avLst/>
              <a:gdLst>
                <a:gd name="csX0" fmla="*/ 0 w 109145"/>
                <a:gd name="csY0" fmla="*/ 75792 h 75946"/>
                <a:gd name="csX1" fmla="*/ 0 w 109145"/>
                <a:gd name="csY1" fmla="*/ 31868 h 75946"/>
                <a:gd name="csX2" fmla="*/ 30461 w 109145"/>
                <a:gd name="csY2" fmla="*/ 0 h 75946"/>
                <a:gd name="csX3" fmla="*/ 54418 w 109145"/>
                <a:gd name="csY3" fmla="*/ 13489 h 75946"/>
                <a:gd name="csX4" fmla="*/ 54727 w 109145"/>
                <a:gd name="csY4" fmla="*/ 13489 h 75946"/>
                <a:gd name="csX5" fmla="*/ 78684 w 109145"/>
                <a:gd name="csY5" fmla="*/ 0 h 75946"/>
                <a:gd name="csX6" fmla="*/ 109145 w 109145"/>
                <a:gd name="csY6" fmla="*/ 31868 h 75946"/>
                <a:gd name="csX7" fmla="*/ 109145 w 109145"/>
                <a:gd name="csY7" fmla="*/ 75792 h 75946"/>
                <a:gd name="csX8" fmla="*/ 94558 w 109145"/>
                <a:gd name="csY8" fmla="*/ 75792 h 75946"/>
                <a:gd name="csX9" fmla="*/ 94558 w 109145"/>
                <a:gd name="csY9" fmla="*/ 32967 h 75946"/>
                <a:gd name="csX10" fmla="*/ 78229 w 109145"/>
                <a:gd name="csY10" fmla="*/ 13617 h 75946"/>
                <a:gd name="csX11" fmla="*/ 61901 w 109145"/>
                <a:gd name="csY11" fmla="*/ 33276 h 75946"/>
                <a:gd name="csX12" fmla="*/ 61901 w 109145"/>
                <a:gd name="csY12" fmla="*/ 75947 h 75946"/>
                <a:gd name="csX13" fmla="*/ 47314 w 109145"/>
                <a:gd name="csY13" fmla="*/ 75947 h 75946"/>
                <a:gd name="csX14" fmla="*/ 47314 w 109145"/>
                <a:gd name="csY14" fmla="*/ 33276 h 75946"/>
                <a:gd name="csX15" fmla="*/ 30985 w 109145"/>
                <a:gd name="csY15" fmla="*/ 13617 h 75946"/>
                <a:gd name="csX16" fmla="*/ 14656 w 109145"/>
                <a:gd name="csY16" fmla="*/ 32967 h 75946"/>
                <a:gd name="csX17" fmla="*/ 14656 w 109145"/>
                <a:gd name="csY17" fmla="*/ 75792 h 75946"/>
                <a:gd name="csX18" fmla="*/ 34 w 109145"/>
                <a:gd name="csY18" fmla="*/ 75792 h 75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09145" h="75946">
                  <a:moveTo>
                    <a:pt x="0" y="75792"/>
                  </a:moveTo>
                  <a:lnTo>
                    <a:pt x="0" y="31868"/>
                  </a:lnTo>
                  <a:cubicBezTo>
                    <a:pt x="0" y="13309"/>
                    <a:pt x="11901" y="0"/>
                    <a:pt x="30461" y="0"/>
                  </a:cubicBezTo>
                  <a:cubicBezTo>
                    <a:pt x="45366" y="0"/>
                    <a:pt x="53294" y="9988"/>
                    <a:pt x="54418" y="13489"/>
                  </a:cubicBezTo>
                  <a:lnTo>
                    <a:pt x="54727" y="13489"/>
                  </a:lnTo>
                  <a:cubicBezTo>
                    <a:pt x="55834" y="10005"/>
                    <a:pt x="63763" y="0"/>
                    <a:pt x="78684" y="0"/>
                  </a:cubicBezTo>
                  <a:cubicBezTo>
                    <a:pt x="97244" y="0"/>
                    <a:pt x="109145" y="13317"/>
                    <a:pt x="109145" y="31868"/>
                  </a:cubicBezTo>
                  <a:lnTo>
                    <a:pt x="109145" y="75792"/>
                  </a:lnTo>
                  <a:lnTo>
                    <a:pt x="94558" y="75792"/>
                  </a:lnTo>
                  <a:lnTo>
                    <a:pt x="94558" y="32967"/>
                  </a:lnTo>
                  <a:cubicBezTo>
                    <a:pt x="94558" y="20911"/>
                    <a:pt x="89161" y="13617"/>
                    <a:pt x="78229" y="13617"/>
                  </a:cubicBezTo>
                  <a:cubicBezTo>
                    <a:pt x="67298" y="13617"/>
                    <a:pt x="61901" y="20911"/>
                    <a:pt x="61901" y="33276"/>
                  </a:cubicBezTo>
                  <a:lnTo>
                    <a:pt x="61901" y="75947"/>
                  </a:lnTo>
                  <a:lnTo>
                    <a:pt x="47314" y="75947"/>
                  </a:lnTo>
                  <a:lnTo>
                    <a:pt x="47314" y="33276"/>
                  </a:lnTo>
                  <a:cubicBezTo>
                    <a:pt x="47314" y="20911"/>
                    <a:pt x="41916" y="13617"/>
                    <a:pt x="30985" y="13617"/>
                  </a:cubicBezTo>
                  <a:cubicBezTo>
                    <a:pt x="20053" y="13617"/>
                    <a:pt x="14656" y="20911"/>
                    <a:pt x="14656" y="32967"/>
                  </a:cubicBezTo>
                  <a:lnTo>
                    <a:pt x="14656" y="75792"/>
                  </a:lnTo>
                  <a:lnTo>
                    <a:pt x="34" y="75792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22" name="Content Placeholder 18">
            <a:extLst>
              <a:ext uri="{FF2B5EF4-FFF2-40B4-BE49-F238E27FC236}">
                <a16:creationId xmlns:a16="http://schemas.microsoft.com/office/drawing/2014/main" id="{02AF5BE2-C31C-F5D3-CF19-43EB5C4B70B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67200" y="605028"/>
            <a:ext cx="7429498" cy="5561599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3840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Content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56A15E-7F0C-056B-0C77-87EF603752ED}"/>
              </a:ext>
            </a:extLst>
          </p:cNvPr>
          <p:cNvSpPr/>
          <p:nvPr userDrawn="1"/>
        </p:nvSpPr>
        <p:spPr>
          <a:xfrm>
            <a:off x="0" y="6457950"/>
            <a:ext cx="5543550" cy="400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6000"/>
              </a:lnSpc>
            </a:pPr>
            <a:endParaRPr lang="en-RO" b="0" i="0">
              <a:solidFill>
                <a:schemeClr val="bg1"/>
              </a:solidFill>
              <a:latin typeface="ES Build Neutral" pitchFamily="2" charset="77"/>
              <a:cs typeface="Microsoft Sans Serif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E7106B7-09B2-5347-BFE3-6DBA172FE5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9834" y="0"/>
            <a:ext cx="370205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F39891-E607-D810-0433-4C2419FE8987}"/>
              </a:ext>
            </a:extLst>
          </p:cNvPr>
          <p:cNvSpPr txBox="1"/>
          <p:nvPr userDrawn="1"/>
        </p:nvSpPr>
        <p:spPr>
          <a:xfrm>
            <a:off x="4267200" y="6562481"/>
            <a:ext cx="5293842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700">
                <a:solidFill>
                  <a:schemeClr val="tx1">
                    <a:lumMod val="60000"/>
                    <a:lumOff val="40000"/>
                  </a:schemeClr>
                </a:solidFill>
              </a:rPr>
              <a:t>© 2026 Veeam Software. Confidential information. All rights reserved. All trademarks are the property of their respective owners. 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C1672F3-D1B9-6BD6-5969-AD91802479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1" y="1482196"/>
            <a:ext cx="2859087" cy="2134979"/>
          </a:xfrm>
        </p:spPr>
        <p:txBody>
          <a:bodyPr anchor="b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A563BAB-3B8D-C24A-AC1E-697D9D118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302" y="3760520"/>
            <a:ext cx="2859086" cy="628841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3D005392-7810-A30F-AFBF-65A70B3D15BA}"/>
              </a:ext>
            </a:extLst>
          </p:cNvPr>
          <p:cNvSpPr/>
          <p:nvPr/>
        </p:nvSpPr>
        <p:spPr>
          <a:xfrm>
            <a:off x="11181347" y="6514378"/>
            <a:ext cx="514510" cy="154596"/>
          </a:xfrm>
          <a:custGeom>
            <a:avLst/>
            <a:gdLst>
              <a:gd name="csX0" fmla="*/ 43564 w 514510"/>
              <a:gd name="csY0" fmla="*/ 0 h 154596"/>
              <a:gd name="csX1" fmla="*/ 31319 w 514510"/>
              <a:gd name="csY1" fmla="*/ 5071 h 154596"/>
              <a:gd name="csX2" fmla="*/ 5071 w 514510"/>
              <a:gd name="csY2" fmla="*/ 31319 h 154596"/>
              <a:gd name="csX3" fmla="*/ 0 w 514510"/>
              <a:gd name="csY3" fmla="*/ 43564 h 154596"/>
              <a:gd name="csX4" fmla="*/ 0 w 514510"/>
              <a:gd name="csY4" fmla="*/ 154597 h 154596"/>
              <a:gd name="csX5" fmla="*/ 471222 w 514510"/>
              <a:gd name="csY5" fmla="*/ 154322 h 154596"/>
              <a:gd name="csX6" fmla="*/ 483466 w 514510"/>
              <a:gd name="csY6" fmla="*/ 149251 h 154596"/>
              <a:gd name="csX7" fmla="*/ 509423 w 514510"/>
              <a:gd name="csY7" fmla="*/ 123295 h 154596"/>
              <a:gd name="csX8" fmla="*/ 514494 w 514510"/>
              <a:gd name="csY8" fmla="*/ 111050 h 154596"/>
              <a:gd name="csX9" fmla="*/ 514511 w 514510"/>
              <a:gd name="csY9" fmla="*/ 0 h 154596"/>
              <a:gd name="csX10" fmla="*/ 43564 w 514510"/>
              <a:gd name="csY10" fmla="*/ 0 h 154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14510" h="154596">
                <a:moveTo>
                  <a:pt x="43564" y="0"/>
                </a:moveTo>
                <a:cubicBezTo>
                  <a:pt x="38973" y="0"/>
                  <a:pt x="34563" y="1828"/>
                  <a:pt x="31319" y="5071"/>
                </a:cubicBezTo>
                <a:lnTo>
                  <a:pt x="5071" y="31319"/>
                </a:lnTo>
                <a:cubicBezTo>
                  <a:pt x="1828" y="34563"/>
                  <a:pt x="0" y="38973"/>
                  <a:pt x="0" y="43564"/>
                </a:cubicBezTo>
                <a:lnTo>
                  <a:pt x="0" y="154597"/>
                </a:lnTo>
                <a:lnTo>
                  <a:pt x="471222" y="154322"/>
                </a:lnTo>
                <a:cubicBezTo>
                  <a:pt x="475812" y="154322"/>
                  <a:pt x="480223" y="152494"/>
                  <a:pt x="483466" y="149251"/>
                </a:cubicBezTo>
                <a:lnTo>
                  <a:pt x="509423" y="123295"/>
                </a:lnTo>
                <a:cubicBezTo>
                  <a:pt x="512666" y="120051"/>
                  <a:pt x="514494" y="115641"/>
                  <a:pt x="514494" y="111050"/>
                </a:cubicBezTo>
                <a:lnTo>
                  <a:pt x="514511" y="0"/>
                </a:lnTo>
                <a:lnTo>
                  <a:pt x="43564" y="0"/>
                </a:lnTo>
                <a:close/>
              </a:path>
            </a:pathLst>
          </a:custGeom>
          <a:solidFill>
            <a:srgbClr val="00D15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8CB1B56-8443-369A-A0ED-B145E2AF2759}"/>
              </a:ext>
            </a:extLst>
          </p:cNvPr>
          <p:cNvSpPr/>
          <p:nvPr/>
        </p:nvSpPr>
        <p:spPr>
          <a:xfrm>
            <a:off x="11180146" y="6513177"/>
            <a:ext cx="516913" cy="156999"/>
          </a:xfrm>
          <a:custGeom>
            <a:avLst/>
            <a:gdLst>
              <a:gd name="csX0" fmla="*/ 0 w 516913"/>
              <a:gd name="csY0" fmla="*/ 156999 h 156999"/>
              <a:gd name="csX1" fmla="*/ 0 w 516913"/>
              <a:gd name="csY1" fmla="*/ 44765 h 156999"/>
              <a:gd name="csX2" fmla="*/ 5423 w 516913"/>
              <a:gd name="csY2" fmla="*/ 31671 h 156999"/>
              <a:gd name="csX3" fmla="*/ 31671 w 516913"/>
              <a:gd name="csY3" fmla="*/ 5423 h 156999"/>
              <a:gd name="csX4" fmla="*/ 44765 w 516913"/>
              <a:gd name="csY4" fmla="*/ 0 h 156999"/>
              <a:gd name="csX5" fmla="*/ 516913 w 516913"/>
              <a:gd name="csY5" fmla="*/ 0 h 156999"/>
              <a:gd name="csX6" fmla="*/ 516896 w 516913"/>
              <a:gd name="csY6" fmla="*/ 112251 h 156999"/>
              <a:gd name="csX7" fmla="*/ 511473 w 516913"/>
              <a:gd name="csY7" fmla="*/ 125345 h 156999"/>
              <a:gd name="csX8" fmla="*/ 485517 w 516913"/>
              <a:gd name="csY8" fmla="*/ 151302 h 156999"/>
              <a:gd name="csX9" fmla="*/ 472423 w 516913"/>
              <a:gd name="csY9" fmla="*/ 156725 h 156999"/>
              <a:gd name="csX10" fmla="*/ 0 w 516913"/>
              <a:gd name="csY10" fmla="*/ 156999 h 156999"/>
              <a:gd name="csX11" fmla="*/ 44765 w 516913"/>
              <a:gd name="csY11" fmla="*/ 2403 h 156999"/>
              <a:gd name="csX12" fmla="*/ 33370 w 516913"/>
              <a:gd name="csY12" fmla="*/ 7122 h 156999"/>
              <a:gd name="csX13" fmla="*/ 7122 w 516913"/>
              <a:gd name="csY13" fmla="*/ 33370 h 156999"/>
              <a:gd name="csX14" fmla="*/ 2403 w 516913"/>
              <a:gd name="csY14" fmla="*/ 44765 h 156999"/>
              <a:gd name="csX15" fmla="*/ 2403 w 516913"/>
              <a:gd name="csY15" fmla="*/ 154597 h 156999"/>
              <a:gd name="csX16" fmla="*/ 472423 w 516913"/>
              <a:gd name="csY16" fmla="*/ 154322 h 156999"/>
              <a:gd name="csX17" fmla="*/ 483818 w 516913"/>
              <a:gd name="csY17" fmla="*/ 149603 h 156999"/>
              <a:gd name="csX18" fmla="*/ 509774 w 516913"/>
              <a:gd name="csY18" fmla="*/ 123646 h 156999"/>
              <a:gd name="csX19" fmla="*/ 514494 w 516913"/>
              <a:gd name="csY19" fmla="*/ 112251 h 156999"/>
              <a:gd name="csX20" fmla="*/ 514511 w 516913"/>
              <a:gd name="csY20" fmla="*/ 2403 h 156999"/>
              <a:gd name="csX21" fmla="*/ 44765 w 516913"/>
              <a:gd name="csY21" fmla="*/ 2403 h 156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913" h="156999">
                <a:moveTo>
                  <a:pt x="0" y="156999"/>
                </a:moveTo>
                <a:lnTo>
                  <a:pt x="0" y="44765"/>
                </a:lnTo>
                <a:cubicBezTo>
                  <a:pt x="0" y="39891"/>
                  <a:pt x="1974" y="35120"/>
                  <a:pt x="5423" y="31671"/>
                </a:cubicBezTo>
                <a:lnTo>
                  <a:pt x="31671" y="5423"/>
                </a:lnTo>
                <a:cubicBezTo>
                  <a:pt x="35120" y="1974"/>
                  <a:pt x="39891" y="0"/>
                  <a:pt x="44765" y="0"/>
                </a:cubicBezTo>
                <a:lnTo>
                  <a:pt x="516913" y="0"/>
                </a:lnTo>
                <a:lnTo>
                  <a:pt x="516896" y="112251"/>
                </a:lnTo>
                <a:cubicBezTo>
                  <a:pt x="516896" y="117125"/>
                  <a:pt x="514923" y="121905"/>
                  <a:pt x="511473" y="125345"/>
                </a:cubicBezTo>
                <a:lnTo>
                  <a:pt x="485517" y="151302"/>
                </a:lnTo>
                <a:cubicBezTo>
                  <a:pt x="482068" y="154751"/>
                  <a:pt x="477297" y="156725"/>
                  <a:pt x="472423" y="156725"/>
                </a:cubicBezTo>
                <a:lnTo>
                  <a:pt x="0" y="156999"/>
                </a:lnTo>
                <a:close/>
                <a:moveTo>
                  <a:pt x="44765" y="2403"/>
                </a:moveTo>
                <a:cubicBezTo>
                  <a:pt x="40518" y="2403"/>
                  <a:pt x="36365" y="4119"/>
                  <a:pt x="33370" y="7122"/>
                </a:cubicBezTo>
                <a:lnTo>
                  <a:pt x="7122" y="33370"/>
                </a:lnTo>
                <a:cubicBezTo>
                  <a:pt x="4119" y="36373"/>
                  <a:pt x="2403" y="40526"/>
                  <a:pt x="2403" y="44765"/>
                </a:cubicBezTo>
                <a:lnTo>
                  <a:pt x="2403" y="154597"/>
                </a:lnTo>
                <a:lnTo>
                  <a:pt x="472423" y="154322"/>
                </a:lnTo>
                <a:cubicBezTo>
                  <a:pt x="476670" y="154322"/>
                  <a:pt x="480823" y="152606"/>
                  <a:pt x="483818" y="149603"/>
                </a:cubicBezTo>
                <a:lnTo>
                  <a:pt x="509774" y="123646"/>
                </a:lnTo>
                <a:cubicBezTo>
                  <a:pt x="512778" y="120643"/>
                  <a:pt x="514494" y="116490"/>
                  <a:pt x="514494" y="112251"/>
                </a:cubicBezTo>
                <a:lnTo>
                  <a:pt x="514511" y="2403"/>
                </a:lnTo>
                <a:lnTo>
                  <a:pt x="44765" y="2403"/>
                </a:lnTo>
                <a:close/>
              </a:path>
            </a:pathLst>
          </a:custGeom>
          <a:solidFill>
            <a:srgbClr val="FFFFF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grpSp>
        <p:nvGrpSpPr>
          <p:cNvPr id="16" name="Graphic 8">
            <a:extLst>
              <a:ext uri="{FF2B5EF4-FFF2-40B4-BE49-F238E27FC236}">
                <a16:creationId xmlns:a16="http://schemas.microsoft.com/office/drawing/2014/main" id="{944EFDE5-A0A8-416A-6688-EEE9AE0089D1}"/>
              </a:ext>
            </a:extLst>
          </p:cNvPr>
          <p:cNvGrpSpPr/>
          <p:nvPr/>
        </p:nvGrpSpPr>
        <p:grpSpPr>
          <a:xfrm>
            <a:off x="11217977" y="6552879"/>
            <a:ext cx="432093" cy="77405"/>
            <a:chOff x="11217977" y="6552879"/>
            <a:chExt cx="432093" cy="77405"/>
          </a:xfrm>
          <a:solidFill>
            <a:srgbClr val="FFFFFF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C6E34C1-7EB5-0345-4CBA-7E44E3FB78F9}"/>
                </a:ext>
              </a:extLst>
            </p:cNvPr>
            <p:cNvSpPr/>
            <p:nvPr/>
          </p:nvSpPr>
          <p:spPr>
            <a:xfrm>
              <a:off x="11217977" y="6554492"/>
              <a:ext cx="84553" cy="74230"/>
            </a:xfrm>
            <a:custGeom>
              <a:avLst/>
              <a:gdLst>
                <a:gd name="csX0" fmla="*/ 35549 w 84553"/>
                <a:gd name="csY0" fmla="*/ 74231 h 74230"/>
                <a:gd name="csX1" fmla="*/ 0 w 84553"/>
                <a:gd name="csY1" fmla="*/ 0 h 74230"/>
                <a:gd name="csX2" fmla="*/ 16020 w 84553"/>
                <a:gd name="csY2" fmla="*/ 0 h 74230"/>
                <a:gd name="csX3" fmla="*/ 42045 w 84553"/>
                <a:gd name="csY3" fmla="*/ 55825 h 74230"/>
                <a:gd name="csX4" fmla="*/ 42354 w 84553"/>
                <a:gd name="csY4" fmla="*/ 55825 h 74230"/>
                <a:gd name="csX5" fmla="*/ 68379 w 84553"/>
                <a:gd name="csY5" fmla="*/ 0 h 74230"/>
                <a:gd name="csX6" fmla="*/ 84553 w 84553"/>
                <a:gd name="csY6" fmla="*/ 0 h 74230"/>
                <a:gd name="csX7" fmla="*/ 49004 w 84553"/>
                <a:gd name="csY7" fmla="*/ 74231 h 74230"/>
                <a:gd name="csX8" fmla="*/ 35532 w 84553"/>
                <a:gd name="csY8" fmla="*/ 74231 h 74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4553" h="74230">
                  <a:moveTo>
                    <a:pt x="35549" y="74231"/>
                  </a:moveTo>
                  <a:lnTo>
                    <a:pt x="0" y="0"/>
                  </a:lnTo>
                  <a:lnTo>
                    <a:pt x="16020" y="0"/>
                  </a:lnTo>
                  <a:cubicBezTo>
                    <a:pt x="16020" y="0"/>
                    <a:pt x="41427" y="53140"/>
                    <a:pt x="42045" y="55825"/>
                  </a:cubicBezTo>
                  <a:lnTo>
                    <a:pt x="42354" y="55825"/>
                  </a:lnTo>
                  <a:cubicBezTo>
                    <a:pt x="42989" y="53131"/>
                    <a:pt x="68379" y="0"/>
                    <a:pt x="68379" y="0"/>
                  </a:cubicBezTo>
                  <a:lnTo>
                    <a:pt x="84553" y="0"/>
                  </a:lnTo>
                  <a:lnTo>
                    <a:pt x="49004" y="74231"/>
                  </a:lnTo>
                  <a:lnTo>
                    <a:pt x="35532" y="74231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95F6C2A-098A-1AD5-061F-9F531308E043}"/>
                </a:ext>
              </a:extLst>
            </p:cNvPr>
            <p:cNvSpPr/>
            <p:nvPr/>
          </p:nvSpPr>
          <p:spPr>
            <a:xfrm>
              <a:off x="11298755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27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460023B-8E12-F84B-2C66-3ABAFB1E8E44}"/>
                </a:ext>
              </a:extLst>
            </p:cNvPr>
            <p:cNvSpPr/>
            <p:nvPr/>
          </p:nvSpPr>
          <p:spPr>
            <a:xfrm>
              <a:off x="11377723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44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A8FCBB4-1FED-BCC3-6F92-F217561859B4}"/>
                </a:ext>
              </a:extLst>
            </p:cNvPr>
            <p:cNvSpPr/>
            <p:nvPr/>
          </p:nvSpPr>
          <p:spPr>
            <a:xfrm>
              <a:off x="11456536" y="6552888"/>
              <a:ext cx="74556" cy="77397"/>
            </a:xfrm>
            <a:custGeom>
              <a:avLst/>
              <a:gdLst>
                <a:gd name="csX0" fmla="*/ 74557 w 74556"/>
                <a:gd name="csY0" fmla="*/ 38699 h 77397"/>
                <a:gd name="csX1" fmla="*/ 74557 w 74556"/>
                <a:gd name="csY1" fmla="*/ 75810 h 77397"/>
                <a:gd name="csX2" fmla="*/ 61712 w 74556"/>
                <a:gd name="csY2" fmla="*/ 75810 h 77397"/>
                <a:gd name="csX3" fmla="*/ 60433 w 74556"/>
                <a:gd name="csY3" fmla="*/ 64234 h 77397"/>
                <a:gd name="csX4" fmla="*/ 35687 w 74556"/>
                <a:gd name="csY4" fmla="*/ 77397 h 77397"/>
                <a:gd name="csX5" fmla="*/ 0 w 74556"/>
                <a:gd name="csY5" fmla="*/ 38699 h 77397"/>
                <a:gd name="csX6" fmla="*/ 37583 w 74556"/>
                <a:gd name="csY6" fmla="*/ 0 h 77397"/>
                <a:gd name="csX7" fmla="*/ 74557 w 74556"/>
                <a:gd name="csY7" fmla="*/ 38699 h 77397"/>
                <a:gd name="csX8" fmla="*/ 59953 w 74556"/>
                <a:gd name="csY8" fmla="*/ 38699 h 77397"/>
                <a:gd name="csX9" fmla="*/ 37583 w 74556"/>
                <a:gd name="csY9" fmla="*/ 13326 h 77397"/>
                <a:gd name="csX10" fmla="*/ 14596 w 74556"/>
                <a:gd name="csY10" fmla="*/ 38699 h 77397"/>
                <a:gd name="csX11" fmla="*/ 37583 w 74556"/>
                <a:gd name="csY11" fmla="*/ 64071 h 77397"/>
                <a:gd name="csX12" fmla="*/ 59953 w 74556"/>
                <a:gd name="csY12" fmla="*/ 38699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4556" h="77397">
                  <a:moveTo>
                    <a:pt x="74557" y="38699"/>
                  </a:moveTo>
                  <a:lnTo>
                    <a:pt x="74557" y="75810"/>
                  </a:lnTo>
                  <a:lnTo>
                    <a:pt x="61712" y="75810"/>
                  </a:lnTo>
                  <a:lnTo>
                    <a:pt x="60433" y="64234"/>
                  </a:lnTo>
                  <a:cubicBezTo>
                    <a:pt x="54727" y="72806"/>
                    <a:pt x="44739" y="77397"/>
                    <a:pt x="35687" y="77397"/>
                  </a:cubicBezTo>
                  <a:cubicBezTo>
                    <a:pt x="15385" y="77397"/>
                    <a:pt x="0" y="61223"/>
                    <a:pt x="0" y="38699"/>
                  </a:cubicBezTo>
                  <a:cubicBezTo>
                    <a:pt x="0" y="16174"/>
                    <a:pt x="16492" y="0"/>
                    <a:pt x="37583" y="0"/>
                  </a:cubicBezTo>
                  <a:cubicBezTo>
                    <a:pt x="56950" y="0"/>
                    <a:pt x="74557" y="13952"/>
                    <a:pt x="74557" y="38699"/>
                  </a:cubicBezTo>
                  <a:close/>
                  <a:moveTo>
                    <a:pt x="59953" y="38699"/>
                  </a:moveTo>
                  <a:cubicBezTo>
                    <a:pt x="59953" y="22370"/>
                    <a:pt x="49176" y="13326"/>
                    <a:pt x="37583" y="13326"/>
                  </a:cubicBezTo>
                  <a:cubicBezTo>
                    <a:pt x="24892" y="13326"/>
                    <a:pt x="14596" y="23485"/>
                    <a:pt x="14596" y="38699"/>
                  </a:cubicBezTo>
                  <a:cubicBezTo>
                    <a:pt x="14596" y="53912"/>
                    <a:pt x="24120" y="64071"/>
                    <a:pt x="37583" y="64071"/>
                  </a:cubicBezTo>
                  <a:cubicBezTo>
                    <a:pt x="49021" y="64071"/>
                    <a:pt x="59953" y="54547"/>
                    <a:pt x="59953" y="38699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BB47196-B7A2-21AE-F203-E8DBC70339DE}"/>
                </a:ext>
              </a:extLst>
            </p:cNvPr>
            <p:cNvSpPr/>
            <p:nvPr/>
          </p:nvSpPr>
          <p:spPr>
            <a:xfrm>
              <a:off x="11540926" y="6552913"/>
              <a:ext cx="109145" cy="75946"/>
            </a:xfrm>
            <a:custGeom>
              <a:avLst/>
              <a:gdLst>
                <a:gd name="csX0" fmla="*/ 0 w 109145"/>
                <a:gd name="csY0" fmla="*/ 75792 h 75946"/>
                <a:gd name="csX1" fmla="*/ 0 w 109145"/>
                <a:gd name="csY1" fmla="*/ 31868 h 75946"/>
                <a:gd name="csX2" fmla="*/ 30461 w 109145"/>
                <a:gd name="csY2" fmla="*/ 0 h 75946"/>
                <a:gd name="csX3" fmla="*/ 54418 w 109145"/>
                <a:gd name="csY3" fmla="*/ 13489 h 75946"/>
                <a:gd name="csX4" fmla="*/ 54727 w 109145"/>
                <a:gd name="csY4" fmla="*/ 13489 h 75946"/>
                <a:gd name="csX5" fmla="*/ 78684 w 109145"/>
                <a:gd name="csY5" fmla="*/ 0 h 75946"/>
                <a:gd name="csX6" fmla="*/ 109145 w 109145"/>
                <a:gd name="csY6" fmla="*/ 31868 h 75946"/>
                <a:gd name="csX7" fmla="*/ 109145 w 109145"/>
                <a:gd name="csY7" fmla="*/ 75792 h 75946"/>
                <a:gd name="csX8" fmla="*/ 94558 w 109145"/>
                <a:gd name="csY8" fmla="*/ 75792 h 75946"/>
                <a:gd name="csX9" fmla="*/ 94558 w 109145"/>
                <a:gd name="csY9" fmla="*/ 32967 h 75946"/>
                <a:gd name="csX10" fmla="*/ 78229 w 109145"/>
                <a:gd name="csY10" fmla="*/ 13617 h 75946"/>
                <a:gd name="csX11" fmla="*/ 61901 w 109145"/>
                <a:gd name="csY11" fmla="*/ 33276 h 75946"/>
                <a:gd name="csX12" fmla="*/ 61901 w 109145"/>
                <a:gd name="csY12" fmla="*/ 75947 h 75946"/>
                <a:gd name="csX13" fmla="*/ 47314 w 109145"/>
                <a:gd name="csY13" fmla="*/ 75947 h 75946"/>
                <a:gd name="csX14" fmla="*/ 47314 w 109145"/>
                <a:gd name="csY14" fmla="*/ 33276 h 75946"/>
                <a:gd name="csX15" fmla="*/ 30985 w 109145"/>
                <a:gd name="csY15" fmla="*/ 13617 h 75946"/>
                <a:gd name="csX16" fmla="*/ 14656 w 109145"/>
                <a:gd name="csY16" fmla="*/ 32967 h 75946"/>
                <a:gd name="csX17" fmla="*/ 14656 w 109145"/>
                <a:gd name="csY17" fmla="*/ 75792 h 75946"/>
                <a:gd name="csX18" fmla="*/ 34 w 109145"/>
                <a:gd name="csY18" fmla="*/ 75792 h 75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09145" h="75946">
                  <a:moveTo>
                    <a:pt x="0" y="75792"/>
                  </a:moveTo>
                  <a:lnTo>
                    <a:pt x="0" y="31868"/>
                  </a:lnTo>
                  <a:cubicBezTo>
                    <a:pt x="0" y="13309"/>
                    <a:pt x="11901" y="0"/>
                    <a:pt x="30461" y="0"/>
                  </a:cubicBezTo>
                  <a:cubicBezTo>
                    <a:pt x="45366" y="0"/>
                    <a:pt x="53294" y="9988"/>
                    <a:pt x="54418" y="13489"/>
                  </a:cubicBezTo>
                  <a:lnTo>
                    <a:pt x="54727" y="13489"/>
                  </a:lnTo>
                  <a:cubicBezTo>
                    <a:pt x="55834" y="10005"/>
                    <a:pt x="63763" y="0"/>
                    <a:pt x="78684" y="0"/>
                  </a:cubicBezTo>
                  <a:cubicBezTo>
                    <a:pt x="97244" y="0"/>
                    <a:pt x="109145" y="13317"/>
                    <a:pt x="109145" y="31868"/>
                  </a:cubicBezTo>
                  <a:lnTo>
                    <a:pt x="109145" y="75792"/>
                  </a:lnTo>
                  <a:lnTo>
                    <a:pt x="94558" y="75792"/>
                  </a:lnTo>
                  <a:lnTo>
                    <a:pt x="94558" y="32967"/>
                  </a:lnTo>
                  <a:cubicBezTo>
                    <a:pt x="94558" y="20911"/>
                    <a:pt x="89161" y="13617"/>
                    <a:pt x="78229" y="13617"/>
                  </a:cubicBezTo>
                  <a:cubicBezTo>
                    <a:pt x="67298" y="13617"/>
                    <a:pt x="61901" y="20911"/>
                    <a:pt x="61901" y="33276"/>
                  </a:cubicBezTo>
                  <a:lnTo>
                    <a:pt x="61901" y="75947"/>
                  </a:lnTo>
                  <a:lnTo>
                    <a:pt x="47314" y="75947"/>
                  </a:lnTo>
                  <a:lnTo>
                    <a:pt x="47314" y="33276"/>
                  </a:lnTo>
                  <a:cubicBezTo>
                    <a:pt x="47314" y="20911"/>
                    <a:pt x="41916" y="13617"/>
                    <a:pt x="30985" y="13617"/>
                  </a:cubicBezTo>
                  <a:cubicBezTo>
                    <a:pt x="20053" y="13617"/>
                    <a:pt x="14656" y="20911"/>
                    <a:pt x="14656" y="32967"/>
                  </a:cubicBezTo>
                  <a:lnTo>
                    <a:pt x="14656" y="75792"/>
                  </a:lnTo>
                  <a:lnTo>
                    <a:pt x="34" y="75792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22" name="Content Placeholder 18">
            <a:extLst>
              <a:ext uri="{FF2B5EF4-FFF2-40B4-BE49-F238E27FC236}">
                <a16:creationId xmlns:a16="http://schemas.microsoft.com/office/drawing/2014/main" id="{02AF5BE2-C31C-F5D3-CF19-43EB5C4B70B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67200" y="605028"/>
            <a:ext cx="7429498" cy="5561599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996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Content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56A15E-7F0C-056B-0C77-87EF603752ED}"/>
              </a:ext>
            </a:extLst>
          </p:cNvPr>
          <p:cNvSpPr/>
          <p:nvPr userDrawn="1"/>
        </p:nvSpPr>
        <p:spPr>
          <a:xfrm>
            <a:off x="0" y="6457950"/>
            <a:ext cx="5543550" cy="400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6000"/>
              </a:lnSpc>
            </a:pPr>
            <a:endParaRPr lang="en-RO" b="0" i="0">
              <a:solidFill>
                <a:schemeClr val="bg1"/>
              </a:solidFill>
              <a:latin typeface="ES Build Neutral" pitchFamily="2" charset="77"/>
              <a:cs typeface="Microsoft Sans Serif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EC34C1-82B0-4481-6375-1F1F9BADC1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-19663" y="-2"/>
            <a:ext cx="3702050" cy="6857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F39891-E607-D810-0433-4C2419FE8987}"/>
              </a:ext>
            </a:extLst>
          </p:cNvPr>
          <p:cNvSpPr txBox="1"/>
          <p:nvPr userDrawn="1"/>
        </p:nvSpPr>
        <p:spPr>
          <a:xfrm>
            <a:off x="4267200" y="6562481"/>
            <a:ext cx="5293842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700">
                <a:solidFill>
                  <a:schemeClr val="tx1">
                    <a:lumMod val="60000"/>
                    <a:lumOff val="40000"/>
                  </a:schemeClr>
                </a:solidFill>
              </a:rPr>
              <a:t>© 2026 Veeam Software. Confidential information. All rights reserved. All trademarks are the property of their respective owners. 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C1672F3-D1B9-6BD6-5969-AD91802479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1" y="1482196"/>
            <a:ext cx="2859087" cy="2134979"/>
          </a:xfrm>
        </p:spPr>
        <p:txBody>
          <a:bodyPr anchor="b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A563BAB-3B8D-C24A-AC1E-697D9D118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302" y="3760520"/>
            <a:ext cx="2859086" cy="628841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3D005392-7810-A30F-AFBF-65A70B3D15BA}"/>
              </a:ext>
            </a:extLst>
          </p:cNvPr>
          <p:cNvSpPr/>
          <p:nvPr/>
        </p:nvSpPr>
        <p:spPr>
          <a:xfrm>
            <a:off x="11181347" y="6514378"/>
            <a:ext cx="514510" cy="154596"/>
          </a:xfrm>
          <a:custGeom>
            <a:avLst/>
            <a:gdLst>
              <a:gd name="csX0" fmla="*/ 43564 w 514510"/>
              <a:gd name="csY0" fmla="*/ 0 h 154596"/>
              <a:gd name="csX1" fmla="*/ 31319 w 514510"/>
              <a:gd name="csY1" fmla="*/ 5071 h 154596"/>
              <a:gd name="csX2" fmla="*/ 5071 w 514510"/>
              <a:gd name="csY2" fmla="*/ 31319 h 154596"/>
              <a:gd name="csX3" fmla="*/ 0 w 514510"/>
              <a:gd name="csY3" fmla="*/ 43564 h 154596"/>
              <a:gd name="csX4" fmla="*/ 0 w 514510"/>
              <a:gd name="csY4" fmla="*/ 154597 h 154596"/>
              <a:gd name="csX5" fmla="*/ 471222 w 514510"/>
              <a:gd name="csY5" fmla="*/ 154322 h 154596"/>
              <a:gd name="csX6" fmla="*/ 483466 w 514510"/>
              <a:gd name="csY6" fmla="*/ 149251 h 154596"/>
              <a:gd name="csX7" fmla="*/ 509423 w 514510"/>
              <a:gd name="csY7" fmla="*/ 123295 h 154596"/>
              <a:gd name="csX8" fmla="*/ 514494 w 514510"/>
              <a:gd name="csY8" fmla="*/ 111050 h 154596"/>
              <a:gd name="csX9" fmla="*/ 514511 w 514510"/>
              <a:gd name="csY9" fmla="*/ 0 h 154596"/>
              <a:gd name="csX10" fmla="*/ 43564 w 514510"/>
              <a:gd name="csY10" fmla="*/ 0 h 154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14510" h="154596">
                <a:moveTo>
                  <a:pt x="43564" y="0"/>
                </a:moveTo>
                <a:cubicBezTo>
                  <a:pt x="38973" y="0"/>
                  <a:pt x="34563" y="1828"/>
                  <a:pt x="31319" y="5071"/>
                </a:cubicBezTo>
                <a:lnTo>
                  <a:pt x="5071" y="31319"/>
                </a:lnTo>
                <a:cubicBezTo>
                  <a:pt x="1828" y="34563"/>
                  <a:pt x="0" y="38973"/>
                  <a:pt x="0" y="43564"/>
                </a:cubicBezTo>
                <a:lnTo>
                  <a:pt x="0" y="154597"/>
                </a:lnTo>
                <a:lnTo>
                  <a:pt x="471222" y="154322"/>
                </a:lnTo>
                <a:cubicBezTo>
                  <a:pt x="475812" y="154322"/>
                  <a:pt x="480223" y="152494"/>
                  <a:pt x="483466" y="149251"/>
                </a:cubicBezTo>
                <a:lnTo>
                  <a:pt x="509423" y="123295"/>
                </a:lnTo>
                <a:cubicBezTo>
                  <a:pt x="512666" y="120051"/>
                  <a:pt x="514494" y="115641"/>
                  <a:pt x="514494" y="111050"/>
                </a:cubicBezTo>
                <a:lnTo>
                  <a:pt x="514511" y="0"/>
                </a:lnTo>
                <a:lnTo>
                  <a:pt x="43564" y="0"/>
                </a:lnTo>
                <a:close/>
              </a:path>
            </a:pathLst>
          </a:custGeom>
          <a:solidFill>
            <a:srgbClr val="00D15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8CB1B56-8443-369A-A0ED-B145E2AF2759}"/>
              </a:ext>
            </a:extLst>
          </p:cNvPr>
          <p:cNvSpPr/>
          <p:nvPr/>
        </p:nvSpPr>
        <p:spPr>
          <a:xfrm>
            <a:off x="11180146" y="6513177"/>
            <a:ext cx="516913" cy="156999"/>
          </a:xfrm>
          <a:custGeom>
            <a:avLst/>
            <a:gdLst>
              <a:gd name="csX0" fmla="*/ 0 w 516913"/>
              <a:gd name="csY0" fmla="*/ 156999 h 156999"/>
              <a:gd name="csX1" fmla="*/ 0 w 516913"/>
              <a:gd name="csY1" fmla="*/ 44765 h 156999"/>
              <a:gd name="csX2" fmla="*/ 5423 w 516913"/>
              <a:gd name="csY2" fmla="*/ 31671 h 156999"/>
              <a:gd name="csX3" fmla="*/ 31671 w 516913"/>
              <a:gd name="csY3" fmla="*/ 5423 h 156999"/>
              <a:gd name="csX4" fmla="*/ 44765 w 516913"/>
              <a:gd name="csY4" fmla="*/ 0 h 156999"/>
              <a:gd name="csX5" fmla="*/ 516913 w 516913"/>
              <a:gd name="csY5" fmla="*/ 0 h 156999"/>
              <a:gd name="csX6" fmla="*/ 516896 w 516913"/>
              <a:gd name="csY6" fmla="*/ 112251 h 156999"/>
              <a:gd name="csX7" fmla="*/ 511473 w 516913"/>
              <a:gd name="csY7" fmla="*/ 125345 h 156999"/>
              <a:gd name="csX8" fmla="*/ 485517 w 516913"/>
              <a:gd name="csY8" fmla="*/ 151302 h 156999"/>
              <a:gd name="csX9" fmla="*/ 472423 w 516913"/>
              <a:gd name="csY9" fmla="*/ 156725 h 156999"/>
              <a:gd name="csX10" fmla="*/ 0 w 516913"/>
              <a:gd name="csY10" fmla="*/ 156999 h 156999"/>
              <a:gd name="csX11" fmla="*/ 44765 w 516913"/>
              <a:gd name="csY11" fmla="*/ 2403 h 156999"/>
              <a:gd name="csX12" fmla="*/ 33370 w 516913"/>
              <a:gd name="csY12" fmla="*/ 7122 h 156999"/>
              <a:gd name="csX13" fmla="*/ 7122 w 516913"/>
              <a:gd name="csY13" fmla="*/ 33370 h 156999"/>
              <a:gd name="csX14" fmla="*/ 2403 w 516913"/>
              <a:gd name="csY14" fmla="*/ 44765 h 156999"/>
              <a:gd name="csX15" fmla="*/ 2403 w 516913"/>
              <a:gd name="csY15" fmla="*/ 154597 h 156999"/>
              <a:gd name="csX16" fmla="*/ 472423 w 516913"/>
              <a:gd name="csY16" fmla="*/ 154322 h 156999"/>
              <a:gd name="csX17" fmla="*/ 483818 w 516913"/>
              <a:gd name="csY17" fmla="*/ 149603 h 156999"/>
              <a:gd name="csX18" fmla="*/ 509774 w 516913"/>
              <a:gd name="csY18" fmla="*/ 123646 h 156999"/>
              <a:gd name="csX19" fmla="*/ 514494 w 516913"/>
              <a:gd name="csY19" fmla="*/ 112251 h 156999"/>
              <a:gd name="csX20" fmla="*/ 514511 w 516913"/>
              <a:gd name="csY20" fmla="*/ 2403 h 156999"/>
              <a:gd name="csX21" fmla="*/ 44765 w 516913"/>
              <a:gd name="csY21" fmla="*/ 2403 h 156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913" h="156999">
                <a:moveTo>
                  <a:pt x="0" y="156999"/>
                </a:moveTo>
                <a:lnTo>
                  <a:pt x="0" y="44765"/>
                </a:lnTo>
                <a:cubicBezTo>
                  <a:pt x="0" y="39891"/>
                  <a:pt x="1974" y="35120"/>
                  <a:pt x="5423" y="31671"/>
                </a:cubicBezTo>
                <a:lnTo>
                  <a:pt x="31671" y="5423"/>
                </a:lnTo>
                <a:cubicBezTo>
                  <a:pt x="35120" y="1974"/>
                  <a:pt x="39891" y="0"/>
                  <a:pt x="44765" y="0"/>
                </a:cubicBezTo>
                <a:lnTo>
                  <a:pt x="516913" y="0"/>
                </a:lnTo>
                <a:lnTo>
                  <a:pt x="516896" y="112251"/>
                </a:lnTo>
                <a:cubicBezTo>
                  <a:pt x="516896" y="117125"/>
                  <a:pt x="514923" y="121905"/>
                  <a:pt x="511473" y="125345"/>
                </a:cubicBezTo>
                <a:lnTo>
                  <a:pt x="485517" y="151302"/>
                </a:lnTo>
                <a:cubicBezTo>
                  <a:pt x="482068" y="154751"/>
                  <a:pt x="477297" y="156725"/>
                  <a:pt x="472423" y="156725"/>
                </a:cubicBezTo>
                <a:lnTo>
                  <a:pt x="0" y="156999"/>
                </a:lnTo>
                <a:close/>
                <a:moveTo>
                  <a:pt x="44765" y="2403"/>
                </a:moveTo>
                <a:cubicBezTo>
                  <a:pt x="40518" y="2403"/>
                  <a:pt x="36365" y="4119"/>
                  <a:pt x="33370" y="7122"/>
                </a:cubicBezTo>
                <a:lnTo>
                  <a:pt x="7122" y="33370"/>
                </a:lnTo>
                <a:cubicBezTo>
                  <a:pt x="4119" y="36373"/>
                  <a:pt x="2403" y="40526"/>
                  <a:pt x="2403" y="44765"/>
                </a:cubicBezTo>
                <a:lnTo>
                  <a:pt x="2403" y="154597"/>
                </a:lnTo>
                <a:lnTo>
                  <a:pt x="472423" y="154322"/>
                </a:lnTo>
                <a:cubicBezTo>
                  <a:pt x="476670" y="154322"/>
                  <a:pt x="480823" y="152606"/>
                  <a:pt x="483818" y="149603"/>
                </a:cubicBezTo>
                <a:lnTo>
                  <a:pt x="509774" y="123646"/>
                </a:lnTo>
                <a:cubicBezTo>
                  <a:pt x="512778" y="120643"/>
                  <a:pt x="514494" y="116490"/>
                  <a:pt x="514494" y="112251"/>
                </a:cubicBezTo>
                <a:lnTo>
                  <a:pt x="514511" y="2403"/>
                </a:lnTo>
                <a:lnTo>
                  <a:pt x="44765" y="2403"/>
                </a:lnTo>
                <a:close/>
              </a:path>
            </a:pathLst>
          </a:custGeom>
          <a:solidFill>
            <a:srgbClr val="FFFFF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grpSp>
        <p:nvGrpSpPr>
          <p:cNvPr id="16" name="Graphic 8">
            <a:extLst>
              <a:ext uri="{FF2B5EF4-FFF2-40B4-BE49-F238E27FC236}">
                <a16:creationId xmlns:a16="http://schemas.microsoft.com/office/drawing/2014/main" id="{944EFDE5-A0A8-416A-6688-EEE9AE0089D1}"/>
              </a:ext>
            </a:extLst>
          </p:cNvPr>
          <p:cNvGrpSpPr/>
          <p:nvPr/>
        </p:nvGrpSpPr>
        <p:grpSpPr>
          <a:xfrm>
            <a:off x="11217977" y="6552879"/>
            <a:ext cx="432093" cy="77405"/>
            <a:chOff x="11217977" y="6552879"/>
            <a:chExt cx="432093" cy="77405"/>
          </a:xfrm>
          <a:solidFill>
            <a:srgbClr val="FFFFFF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C6E34C1-7EB5-0345-4CBA-7E44E3FB78F9}"/>
                </a:ext>
              </a:extLst>
            </p:cNvPr>
            <p:cNvSpPr/>
            <p:nvPr/>
          </p:nvSpPr>
          <p:spPr>
            <a:xfrm>
              <a:off x="11217977" y="6554492"/>
              <a:ext cx="84553" cy="74230"/>
            </a:xfrm>
            <a:custGeom>
              <a:avLst/>
              <a:gdLst>
                <a:gd name="csX0" fmla="*/ 35549 w 84553"/>
                <a:gd name="csY0" fmla="*/ 74231 h 74230"/>
                <a:gd name="csX1" fmla="*/ 0 w 84553"/>
                <a:gd name="csY1" fmla="*/ 0 h 74230"/>
                <a:gd name="csX2" fmla="*/ 16020 w 84553"/>
                <a:gd name="csY2" fmla="*/ 0 h 74230"/>
                <a:gd name="csX3" fmla="*/ 42045 w 84553"/>
                <a:gd name="csY3" fmla="*/ 55825 h 74230"/>
                <a:gd name="csX4" fmla="*/ 42354 w 84553"/>
                <a:gd name="csY4" fmla="*/ 55825 h 74230"/>
                <a:gd name="csX5" fmla="*/ 68379 w 84553"/>
                <a:gd name="csY5" fmla="*/ 0 h 74230"/>
                <a:gd name="csX6" fmla="*/ 84553 w 84553"/>
                <a:gd name="csY6" fmla="*/ 0 h 74230"/>
                <a:gd name="csX7" fmla="*/ 49004 w 84553"/>
                <a:gd name="csY7" fmla="*/ 74231 h 74230"/>
                <a:gd name="csX8" fmla="*/ 35532 w 84553"/>
                <a:gd name="csY8" fmla="*/ 74231 h 74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4553" h="74230">
                  <a:moveTo>
                    <a:pt x="35549" y="74231"/>
                  </a:moveTo>
                  <a:lnTo>
                    <a:pt x="0" y="0"/>
                  </a:lnTo>
                  <a:lnTo>
                    <a:pt x="16020" y="0"/>
                  </a:lnTo>
                  <a:cubicBezTo>
                    <a:pt x="16020" y="0"/>
                    <a:pt x="41427" y="53140"/>
                    <a:pt x="42045" y="55825"/>
                  </a:cubicBezTo>
                  <a:lnTo>
                    <a:pt x="42354" y="55825"/>
                  </a:lnTo>
                  <a:cubicBezTo>
                    <a:pt x="42989" y="53131"/>
                    <a:pt x="68379" y="0"/>
                    <a:pt x="68379" y="0"/>
                  </a:cubicBezTo>
                  <a:lnTo>
                    <a:pt x="84553" y="0"/>
                  </a:lnTo>
                  <a:lnTo>
                    <a:pt x="49004" y="74231"/>
                  </a:lnTo>
                  <a:lnTo>
                    <a:pt x="35532" y="74231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95F6C2A-098A-1AD5-061F-9F531308E043}"/>
                </a:ext>
              </a:extLst>
            </p:cNvPr>
            <p:cNvSpPr/>
            <p:nvPr/>
          </p:nvSpPr>
          <p:spPr>
            <a:xfrm>
              <a:off x="11298755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27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460023B-8E12-F84B-2C66-3ABAFB1E8E44}"/>
                </a:ext>
              </a:extLst>
            </p:cNvPr>
            <p:cNvSpPr/>
            <p:nvPr/>
          </p:nvSpPr>
          <p:spPr>
            <a:xfrm>
              <a:off x="11377723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44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A8FCBB4-1FED-BCC3-6F92-F217561859B4}"/>
                </a:ext>
              </a:extLst>
            </p:cNvPr>
            <p:cNvSpPr/>
            <p:nvPr/>
          </p:nvSpPr>
          <p:spPr>
            <a:xfrm>
              <a:off x="11456536" y="6552888"/>
              <a:ext cx="74556" cy="77397"/>
            </a:xfrm>
            <a:custGeom>
              <a:avLst/>
              <a:gdLst>
                <a:gd name="csX0" fmla="*/ 74557 w 74556"/>
                <a:gd name="csY0" fmla="*/ 38699 h 77397"/>
                <a:gd name="csX1" fmla="*/ 74557 w 74556"/>
                <a:gd name="csY1" fmla="*/ 75810 h 77397"/>
                <a:gd name="csX2" fmla="*/ 61712 w 74556"/>
                <a:gd name="csY2" fmla="*/ 75810 h 77397"/>
                <a:gd name="csX3" fmla="*/ 60433 w 74556"/>
                <a:gd name="csY3" fmla="*/ 64234 h 77397"/>
                <a:gd name="csX4" fmla="*/ 35687 w 74556"/>
                <a:gd name="csY4" fmla="*/ 77397 h 77397"/>
                <a:gd name="csX5" fmla="*/ 0 w 74556"/>
                <a:gd name="csY5" fmla="*/ 38699 h 77397"/>
                <a:gd name="csX6" fmla="*/ 37583 w 74556"/>
                <a:gd name="csY6" fmla="*/ 0 h 77397"/>
                <a:gd name="csX7" fmla="*/ 74557 w 74556"/>
                <a:gd name="csY7" fmla="*/ 38699 h 77397"/>
                <a:gd name="csX8" fmla="*/ 59953 w 74556"/>
                <a:gd name="csY8" fmla="*/ 38699 h 77397"/>
                <a:gd name="csX9" fmla="*/ 37583 w 74556"/>
                <a:gd name="csY9" fmla="*/ 13326 h 77397"/>
                <a:gd name="csX10" fmla="*/ 14596 w 74556"/>
                <a:gd name="csY10" fmla="*/ 38699 h 77397"/>
                <a:gd name="csX11" fmla="*/ 37583 w 74556"/>
                <a:gd name="csY11" fmla="*/ 64071 h 77397"/>
                <a:gd name="csX12" fmla="*/ 59953 w 74556"/>
                <a:gd name="csY12" fmla="*/ 38699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4556" h="77397">
                  <a:moveTo>
                    <a:pt x="74557" y="38699"/>
                  </a:moveTo>
                  <a:lnTo>
                    <a:pt x="74557" y="75810"/>
                  </a:lnTo>
                  <a:lnTo>
                    <a:pt x="61712" y="75810"/>
                  </a:lnTo>
                  <a:lnTo>
                    <a:pt x="60433" y="64234"/>
                  </a:lnTo>
                  <a:cubicBezTo>
                    <a:pt x="54727" y="72806"/>
                    <a:pt x="44739" y="77397"/>
                    <a:pt x="35687" y="77397"/>
                  </a:cubicBezTo>
                  <a:cubicBezTo>
                    <a:pt x="15385" y="77397"/>
                    <a:pt x="0" y="61223"/>
                    <a:pt x="0" y="38699"/>
                  </a:cubicBezTo>
                  <a:cubicBezTo>
                    <a:pt x="0" y="16174"/>
                    <a:pt x="16492" y="0"/>
                    <a:pt x="37583" y="0"/>
                  </a:cubicBezTo>
                  <a:cubicBezTo>
                    <a:pt x="56950" y="0"/>
                    <a:pt x="74557" y="13952"/>
                    <a:pt x="74557" y="38699"/>
                  </a:cubicBezTo>
                  <a:close/>
                  <a:moveTo>
                    <a:pt x="59953" y="38699"/>
                  </a:moveTo>
                  <a:cubicBezTo>
                    <a:pt x="59953" y="22370"/>
                    <a:pt x="49176" y="13326"/>
                    <a:pt x="37583" y="13326"/>
                  </a:cubicBezTo>
                  <a:cubicBezTo>
                    <a:pt x="24892" y="13326"/>
                    <a:pt x="14596" y="23485"/>
                    <a:pt x="14596" y="38699"/>
                  </a:cubicBezTo>
                  <a:cubicBezTo>
                    <a:pt x="14596" y="53912"/>
                    <a:pt x="24120" y="64071"/>
                    <a:pt x="37583" y="64071"/>
                  </a:cubicBezTo>
                  <a:cubicBezTo>
                    <a:pt x="49021" y="64071"/>
                    <a:pt x="59953" y="54547"/>
                    <a:pt x="59953" y="38699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BB47196-B7A2-21AE-F203-E8DBC70339DE}"/>
                </a:ext>
              </a:extLst>
            </p:cNvPr>
            <p:cNvSpPr/>
            <p:nvPr/>
          </p:nvSpPr>
          <p:spPr>
            <a:xfrm>
              <a:off x="11540926" y="6552913"/>
              <a:ext cx="109145" cy="75946"/>
            </a:xfrm>
            <a:custGeom>
              <a:avLst/>
              <a:gdLst>
                <a:gd name="csX0" fmla="*/ 0 w 109145"/>
                <a:gd name="csY0" fmla="*/ 75792 h 75946"/>
                <a:gd name="csX1" fmla="*/ 0 w 109145"/>
                <a:gd name="csY1" fmla="*/ 31868 h 75946"/>
                <a:gd name="csX2" fmla="*/ 30461 w 109145"/>
                <a:gd name="csY2" fmla="*/ 0 h 75946"/>
                <a:gd name="csX3" fmla="*/ 54418 w 109145"/>
                <a:gd name="csY3" fmla="*/ 13489 h 75946"/>
                <a:gd name="csX4" fmla="*/ 54727 w 109145"/>
                <a:gd name="csY4" fmla="*/ 13489 h 75946"/>
                <a:gd name="csX5" fmla="*/ 78684 w 109145"/>
                <a:gd name="csY5" fmla="*/ 0 h 75946"/>
                <a:gd name="csX6" fmla="*/ 109145 w 109145"/>
                <a:gd name="csY6" fmla="*/ 31868 h 75946"/>
                <a:gd name="csX7" fmla="*/ 109145 w 109145"/>
                <a:gd name="csY7" fmla="*/ 75792 h 75946"/>
                <a:gd name="csX8" fmla="*/ 94558 w 109145"/>
                <a:gd name="csY8" fmla="*/ 75792 h 75946"/>
                <a:gd name="csX9" fmla="*/ 94558 w 109145"/>
                <a:gd name="csY9" fmla="*/ 32967 h 75946"/>
                <a:gd name="csX10" fmla="*/ 78229 w 109145"/>
                <a:gd name="csY10" fmla="*/ 13617 h 75946"/>
                <a:gd name="csX11" fmla="*/ 61901 w 109145"/>
                <a:gd name="csY11" fmla="*/ 33276 h 75946"/>
                <a:gd name="csX12" fmla="*/ 61901 w 109145"/>
                <a:gd name="csY12" fmla="*/ 75947 h 75946"/>
                <a:gd name="csX13" fmla="*/ 47314 w 109145"/>
                <a:gd name="csY13" fmla="*/ 75947 h 75946"/>
                <a:gd name="csX14" fmla="*/ 47314 w 109145"/>
                <a:gd name="csY14" fmla="*/ 33276 h 75946"/>
                <a:gd name="csX15" fmla="*/ 30985 w 109145"/>
                <a:gd name="csY15" fmla="*/ 13617 h 75946"/>
                <a:gd name="csX16" fmla="*/ 14656 w 109145"/>
                <a:gd name="csY16" fmla="*/ 32967 h 75946"/>
                <a:gd name="csX17" fmla="*/ 14656 w 109145"/>
                <a:gd name="csY17" fmla="*/ 75792 h 75946"/>
                <a:gd name="csX18" fmla="*/ 34 w 109145"/>
                <a:gd name="csY18" fmla="*/ 75792 h 75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09145" h="75946">
                  <a:moveTo>
                    <a:pt x="0" y="75792"/>
                  </a:moveTo>
                  <a:lnTo>
                    <a:pt x="0" y="31868"/>
                  </a:lnTo>
                  <a:cubicBezTo>
                    <a:pt x="0" y="13309"/>
                    <a:pt x="11901" y="0"/>
                    <a:pt x="30461" y="0"/>
                  </a:cubicBezTo>
                  <a:cubicBezTo>
                    <a:pt x="45366" y="0"/>
                    <a:pt x="53294" y="9988"/>
                    <a:pt x="54418" y="13489"/>
                  </a:cubicBezTo>
                  <a:lnTo>
                    <a:pt x="54727" y="13489"/>
                  </a:lnTo>
                  <a:cubicBezTo>
                    <a:pt x="55834" y="10005"/>
                    <a:pt x="63763" y="0"/>
                    <a:pt x="78684" y="0"/>
                  </a:cubicBezTo>
                  <a:cubicBezTo>
                    <a:pt x="97244" y="0"/>
                    <a:pt x="109145" y="13317"/>
                    <a:pt x="109145" y="31868"/>
                  </a:cubicBezTo>
                  <a:lnTo>
                    <a:pt x="109145" y="75792"/>
                  </a:lnTo>
                  <a:lnTo>
                    <a:pt x="94558" y="75792"/>
                  </a:lnTo>
                  <a:lnTo>
                    <a:pt x="94558" y="32967"/>
                  </a:lnTo>
                  <a:cubicBezTo>
                    <a:pt x="94558" y="20911"/>
                    <a:pt x="89161" y="13617"/>
                    <a:pt x="78229" y="13617"/>
                  </a:cubicBezTo>
                  <a:cubicBezTo>
                    <a:pt x="67298" y="13617"/>
                    <a:pt x="61901" y="20911"/>
                    <a:pt x="61901" y="33276"/>
                  </a:cubicBezTo>
                  <a:lnTo>
                    <a:pt x="61901" y="75947"/>
                  </a:lnTo>
                  <a:lnTo>
                    <a:pt x="47314" y="75947"/>
                  </a:lnTo>
                  <a:lnTo>
                    <a:pt x="47314" y="33276"/>
                  </a:lnTo>
                  <a:cubicBezTo>
                    <a:pt x="47314" y="20911"/>
                    <a:pt x="41916" y="13617"/>
                    <a:pt x="30985" y="13617"/>
                  </a:cubicBezTo>
                  <a:cubicBezTo>
                    <a:pt x="20053" y="13617"/>
                    <a:pt x="14656" y="20911"/>
                    <a:pt x="14656" y="32967"/>
                  </a:cubicBezTo>
                  <a:lnTo>
                    <a:pt x="14656" y="75792"/>
                  </a:lnTo>
                  <a:lnTo>
                    <a:pt x="34" y="75792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22" name="Content Placeholder 18">
            <a:extLst>
              <a:ext uri="{FF2B5EF4-FFF2-40B4-BE49-F238E27FC236}">
                <a16:creationId xmlns:a16="http://schemas.microsoft.com/office/drawing/2014/main" id="{02AF5BE2-C31C-F5D3-CF19-43EB5C4B70B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67200" y="605028"/>
            <a:ext cx="7429498" cy="5561599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25492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2F1AA25-A56E-1870-4426-67A4177781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88" y="2208282"/>
            <a:ext cx="2861099" cy="1471461"/>
          </a:xfrm>
        </p:spPr>
        <p:txBody>
          <a:bodyPr anchor="ctr">
            <a:noAutofit/>
          </a:bodyPr>
          <a:lstStyle>
            <a:lvl1pPr>
              <a:defRPr sz="2800" b="1">
                <a:solidFill>
                  <a:srgbClr val="0E0D7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7025648-4B33-8998-8112-0A1BEE019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713" y="3808744"/>
            <a:ext cx="2860675" cy="628841"/>
          </a:xfrm>
        </p:spPr>
        <p:txBody>
          <a:bodyPr>
            <a:noAutofit/>
          </a:bodyPr>
          <a:lstStyle>
            <a:lvl1pPr marL="0" indent="0" algn="l">
              <a:buNone/>
              <a:defRPr sz="2100" b="0" i="0">
                <a:solidFill>
                  <a:schemeClr val="tx1"/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067339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540269-BEBE-74F3-6029-2093729F6D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2F1AA25-A56E-1870-4426-67A4177781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88" y="2208282"/>
            <a:ext cx="2861099" cy="1471461"/>
          </a:xfrm>
        </p:spPr>
        <p:txBody>
          <a:bodyPr anchor="ctr">
            <a:noAutofit/>
          </a:bodyPr>
          <a:lstStyle>
            <a:lvl1pPr>
              <a:defRPr sz="2800" b="1">
                <a:solidFill>
                  <a:srgbClr val="0E0D7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7025648-4B33-8998-8112-0A1BEE019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713" y="3808744"/>
            <a:ext cx="2860675" cy="628841"/>
          </a:xfrm>
        </p:spPr>
        <p:txBody>
          <a:bodyPr>
            <a:noAutofit/>
          </a:bodyPr>
          <a:lstStyle>
            <a:lvl1pPr marL="0" indent="0" algn="l">
              <a:buNone/>
              <a:defRPr sz="2100" b="0" i="0">
                <a:solidFill>
                  <a:schemeClr val="tx1"/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E28C73-8C23-44DC-22E9-B16C54149923}"/>
              </a:ext>
            </a:extLst>
          </p:cNvPr>
          <p:cNvSpPr txBox="1"/>
          <p:nvPr userDrawn="1"/>
        </p:nvSpPr>
        <p:spPr>
          <a:xfrm>
            <a:off x="493288" y="6562481"/>
            <a:ext cx="50292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700">
                <a:solidFill>
                  <a:schemeClr val="tx2"/>
                </a:solidFill>
              </a:rPr>
              <a:t>© 2026 Veeam Software. Confidential information. All rights reserved. All trademarks are the property of their respective owners. 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0767731-8CF8-3752-4C17-1F362496ADEB}"/>
              </a:ext>
            </a:extLst>
          </p:cNvPr>
          <p:cNvGrpSpPr/>
          <p:nvPr userDrawn="1"/>
        </p:nvGrpSpPr>
        <p:grpSpPr>
          <a:xfrm>
            <a:off x="11180146" y="6513177"/>
            <a:ext cx="516913" cy="156999"/>
            <a:chOff x="11180146" y="6513177"/>
            <a:chExt cx="516913" cy="156999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66017C9-AC87-55C4-1142-0AC6046138A7}"/>
                </a:ext>
              </a:extLst>
            </p:cNvPr>
            <p:cNvSpPr/>
            <p:nvPr userDrawn="1"/>
          </p:nvSpPr>
          <p:spPr>
            <a:xfrm>
              <a:off x="11181347" y="6514378"/>
              <a:ext cx="514510" cy="154596"/>
            </a:xfrm>
            <a:custGeom>
              <a:avLst/>
              <a:gdLst>
                <a:gd name="csX0" fmla="*/ 43564 w 514510"/>
                <a:gd name="csY0" fmla="*/ 0 h 154596"/>
                <a:gd name="csX1" fmla="*/ 31319 w 514510"/>
                <a:gd name="csY1" fmla="*/ 5071 h 154596"/>
                <a:gd name="csX2" fmla="*/ 5071 w 514510"/>
                <a:gd name="csY2" fmla="*/ 31319 h 154596"/>
                <a:gd name="csX3" fmla="*/ 0 w 514510"/>
                <a:gd name="csY3" fmla="*/ 43564 h 154596"/>
                <a:gd name="csX4" fmla="*/ 0 w 514510"/>
                <a:gd name="csY4" fmla="*/ 154597 h 154596"/>
                <a:gd name="csX5" fmla="*/ 471222 w 514510"/>
                <a:gd name="csY5" fmla="*/ 154322 h 154596"/>
                <a:gd name="csX6" fmla="*/ 483466 w 514510"/>
                <a:gd name="csY6" fmla="*/ 149251 h 154596"/>
                <a:gd name="csX7" fmla="*/ 509423 w 514510"/>
                <a:gd name="csY7" fmla="*/ 123295 h 154596"/>
                <a:gd name="csX8" fmla="*/ 514494 w 514510"/>
                <a:gd name="csY8" fmla="*/ 111050 h 154596"/>
                <a:gd name="csX9" fmla="*/ 514511 w 514510"/>
                <a:gd name="csY9" fmla="*/ 0 h 154596"/>
                <a:gd name="csX10" fmla="*/ 43564 w 514510"/>
                <a:gd name="csY10" fmla="*/ 0 h 1545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14510" h="154596">
                  <a:moveTo>
                    <a:pt x="43564" y="0"/>
                  </a:moveTo>
                  <a:cubicBezTo>
                    <a:pt x="38973" y="0"/>
                    <a:pt x="34563" y="1828"/>
                    <a:pt x="31319" y="5071"/>
                  </a:cubicBezTo>
                  <a:lnTo>
                    <a:pt x="5071" y="31319"/>
                  </a:lnTo>
                  <a:cubicBezTo>
                    <a:pt x="1828" y="34563"/>
                    <a:pt x="0" y="38973"/>
                    <a:pt x="0" y="43564"/>
                  </a:cubicBezTo>
                  <a:lnTo>
                    <a:pt x="0" y="154597"/>
                  </a:lnTo>
                  <a:lnTo>
                    <a:pt x="471222" y="154322"/>
                  </a:lnTo>
                  <a:cubicBezTo>
                    <a:pt x="475812" y="154322"/>
                    <a:pt x="480223" y="152494"/>
                    <a:pt x="483466" y="149251"/>
                  </a:cubicBezTo>
                  <a:lnTo>
                    <a:pt x="509423" y="123295"/>
                  </a:lnTo>
                  <a:cubicBezTo>
                    <a:pt x="512666" y="120051"/>
                    <a:pt x="514494" y="115641"/>
                    <a:pt x="514494" y="111050"/>
                  </a:cubicBezTo>
                  <a:lnTo>
                    <a:pt x="514511" y="0"/>
                  </a:lnTo>
                  <a:lnTo>
                    <a:pt x="43564" y="0"/>
                  </a:lnTo>
                  <a:close/>
                </a:path>
              </a:pathLst>
            </a:custGeom>
            <a:solidFill>
              <a:srgbClr val="00D15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6414E32D-7B5C-8178-3AC0-CF8FFC179D53}"/>
                </a:ext>
              </a:extLst>
            </p:cNvPr>
            <p:cNvSpPr/>
            <p:nvPr userDrawn="1"/>
          </p:nvSpPr>
          <p:spPr>
            <a:xfrm>
              <a:off x="11180146" y="6513177"/>
              <a:ext cx="516913" cy="156999"/>
            </a:xfrm>
            <a:custGeom>
              <a:avLst/>
              <a:gdLst>
                <a:gd name="csX0" fmla="*/ 0 w 516913"/>
                <a:gd name="csY0" fmla="*/ 156999 h 156999"/>
                <a:gd name="csX1" fmla="*/ 0 w 516913"/>
                <a:gd name="csY1" fmla="*/ 44765 h 156999"/>
                <a:gd name="csX2" fmla="*/ 5423 w 516913"/>
                <a:gd name="csY2" fmla="*/ 31671 h 156999"/>
                <a:gd name="csX3" fmla="*/ 31671 w 516913"/>
                <a:gd name="csY3" fmla="*/ 5423 h 156999"/>
                <a:gd name="csX4" fmla="*/ 44765 w 516913"/>
                <a:gd name="csY4" fmla="*/ 0 h 156999"/>
                <a:gd name="csX5" fmla="*/ 516913 w 516913"/>
                <a:gd name="csY5" fmla="*/ 0 h 156999"/>
                <a:gd name="csX6" fmla="*/ 516896 w 516913"/>
                <a:gd name="csY6" fmla="*/ 112251 h 156999"/>
                <a:gd name="csX7" fmla="*/ 511473 w 516913"/>
                <a:gd name="csY7" fmla="*/ 125345 h 156999"/>
                <a:gd name="csX8" fmla="*/ 485517 w 516913"/>
                <a:gd name="csY8" fmla="*/ 151302 h 156999"/>
                <a:gd name="csX9" fmla="*/ 472423 w 516913"/>
                <a:gd name="csY9" fmla="*/ 156725 h 156999"/>
                <a:gd name="csX10" fmla="*/ 0 w 516913"/>
                <a:gd name="csY10" fmla="*/ 156999 h 156999"/>
                <a:gd name="csX11" fmla="*/ 44765 w 516913"/>
                <a:gd name="csY11" fmla="*/ 2403 h 156999"/>
                <a:gd name="csX12" fmla="*/ 33370 w 516913"/>
                <a:gd name="csY12" fmla="*/ 7122 h 156999"/>
                <a:gd name="csX13" fmla="*/ 7122 w 516913"/>
                <a:gd name="csY13" fmla="*/ 33370 h 156999"/>
                <a:gd name="csX14" fmla="*/ 2403 w 516913"/>
                <a:gd name="csY14" fmla="*/ 44765 h 156999"/>
                <a:gd name="csX15" fmla="*/ 2403 w 516913"/>
                <a:gd name="csY15" fmla="*/ 154597 h 156999"/>
                <a:gd name="csX16" fmla="*/ 472423 w 516913"/>
                <a:gd name="csY16" fmla="*/ 154322 h 156999"/>
                <a:gd name="csX17" fmla="*/ 483818 w 516913"/>
                <a:gd name="csY17" fmla="*/ 149603 h 156999"/>
                <a:gd name="csX18" fmla="*/ 509774 w 516913"/>
                <a:gd name="csY18" fmla="*/ 123646 h 156999"/>
                <a:gd name="csX19" fmla="*/ 514494 w 516913"/>
                <a:gd name="csY19" fmla="*/ 112251 h 156999"/>
                <a:gd name="csX20" fmla="*/ 514511 w 516913"/>
                <a:gd name="csY20" fmla="*/ 2403 h 156999"/>
                <a:gd name="csX21" fmla="*/ 44765 w 516913"/>
                <a:gd name="csY21" fmla="*/ 2403 h 156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516913" h="156999">
                  <a:moveTo>
                    <a:pt x="0" y="156999"/>
                  </a:moveTo>
                  <a:lnTo>
                    <a:pt x="0" y="44765"/>
                  </a:lnTo>
                  <a:cubicBezTo>
                    <a:pt x="0" y="39891"/>
                    <a:pt x="1974" y="35120"/>
                    <a:pt x="5423" y="31671"/>
                  </a:cubicBezTo>
                  <a:lnTo>
                    <a:pt x="31671" y="5423"/>
                  </a:lnTo>
                  <a:cubicBezTo>
                    <a:pt x="35120" y="1974"/>
                    <a:pt x="39891" y="0"/>
                    <a:pt x="44765" y="0"/>
                  </a:cubicBezTo>
                  <a:lnTo>
                    <a:pt x="516913" y="0"/>
                  </a:lnTo>
                  <a:lnTo>
                    <a:pt x="516896" y="112251"/>
                  </a:lnTo>
                  <a:cubicBezTo>
                    <a:pt x="516896" y="117125"/>
                    <a:pt x="514923" y="121905"/>
                    <a:pt x="511473" y="125345"/>
                  </a:cubicBezTo>
                  <a:lnTo>
                    <a:pt x="485517" y="151302"/>
                  </a:lnTo>
                  <a:cubicBezTo>
                    <a:pt x="482068" y="154751"/>
                    <a:pt x="477297" y="156725"/>
                    <a:pt x="472423" y="156725"/>
                  </a:cubicBezTo>
                  <a:lnTo>
                    <a:pt x="0" y="156999"/>
                  </a:lnTo>
                  <a:close/>
                  <a:moveTo>
                    <a:pt x="44765" y="2403"/>
                  </a:moveTo>
                  <a:cubicBezTo>
                    <a:pt x="40518" y="2403"/>
                    <a:pt x="36365" y="4119"/>
                    <a:pt x="33370" y="7122"/>
                  </a:cubicBezTo>
                  <a:lnTo>
                    <a:pt x="7122" y="33370"/>
                  </a:lnTo>
                  <a:cubicBezTo>
                    <a:pt x="4119" y="36373"/>
                    <a:pt x="2403" y="40526"/>
                    <a:pt x="2403" y="44765"/>
                  </a:cubicBezTo>
                  <a:lnTo>
                    <a:pt x="2403" y="154597"/>
                  </a:lnTo>
                  <a:lnTo>
                    <a:pt x="472423" y="154322"/>
                  </a:lnTo>
                  <a:cubicBezTo>
                    <a:pt x="476670" y="154322"/>
                    <a:pt x="480823" y="152606"/>
                    <a:pt x="483818" y="149603"/>
                  </a:cubicBezTo>
                  <a:lnTo>
                    <a:pt x="509774" y="123646"/>
                  </a:lnTo>
                  <a:cubicBezTo>
                    <a:pt x="512778" y="120643"/>
                    <a:pt x="514494" y="116490"/>
                    <a:pt x="514494" y="112251"/>
                  </a:cubicBezTo>
                  <a:lnTo>
                    <a:pt x="514511" y="2403"/>
                  </a:lnTo>
                  <a:lnTo>
                    <a:pt x="44765" y="2403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9" name="Graphic 3">
              <a:extLst>
                <a:ext uri="{FF2B5EF4-FFF2-40B4-BE49-F238E27FC236}">
                  <a16:creationId xmlns:a16="http://schemas.microsoft.com/office/drawing/2014/main" id="{A563FC5E-CC05-C9FD-106E-62DE219C0B69}"/>
                </a:ext>
              </a:extLst>
            </p:cNvPr>
            <p:cNvGrpSpPr/>
            <p:nvPr userDrawn="1"/>
          </p:nvGrpSpPr>
          <p:grpSpPr>
            <a:xfrm>
              <a:off x="11217977" y="6552879"/>
              <a:ext cx="432093" cy="77405"/>
              <a:chOff x="11217977" y="6552879"/>
              <a:chExt cx="432093" cy="77405"/>
            </a:xfrm>
            <a:solidFill>
              <a:srgbClr val="FFFFFF"/>
            </a:solidFill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A502C670-1E6B-AAB3-4AFB-6386EA728DA9}"/>
                  </a:ext>
                </a:extLst>
              </p:cNvPr>
              <p:cNvSpPr/>
              <p:nvPr/>
            </p:nvSpPr>
            <p:spPr>
              <a:xfrm>
                <a:off x="11217977" y="6554492"/>
                <a:ext cx="84553" cy="74230"/>
              </a:xfrm>
              <a:custGeom>
                <a:avLst/>
                <a:gdLst>
                  <a:gd name="csX0" fmla="*/ 35549 w 84553"/>
                  <a:gd name="csY0" fmla="*/ 74231 h 74230"/>
                  <a:gd name="csX1" fmla="*/ 0 w 84553"/>
                  <a:gd name="csY1" fmla="*/ 0 h 74230"/>
                  <a:gd name="csX2" fmla="*/ 16020 w 84553"/>
                  <a:gd name="csY2" fmla="*/ 0 h 74230"/>
                  <a:gd name="csX3" fmla="*/ 42045 w 84553"/>
                  <a:gd name="csY3" fmla="*/ 55825 h 74230"/>
                  <a:gd name="csX4" fmla="*/ 42354 w 84553"/>
                  <a:gd name="csY4" fmla="*/ 55825 h 74230"/>
                  <a:gd name="csX5" fmla="*/ 68379 w 84553"/>
                  <a:gd name="csY5" fmla="*/ 0 h 74230"/>
                  <a:gd name="csX6" fmla="*/ 84553 w 84553"/>
                  <a:gd name="csY6" fmla="*/ 0 h 74230"/>
                  <a:gd name="csX7" fmla="*/ 49004 w 84553"/>
                  <a:gd name="csY7" fmla="*/ 74231 h 74230"/>
                  <a:gd name="csX8" fmla="*/ 35532 w 84553"/>
                  <a:gd name="csY8" fmla="*/ 74231 h 74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4553" h="74230">
                    <a:moveTo>
                      <a:pt x="35549" y="74231"/>
                    </a:moveTo>
                    <a:lnTo>
                      <a:pt x="0" y="0"/>
                    </a:lnTo>
                    <a:lnTo>
                      <a:pt x="16020" y="0"/>
                    </a:lnTo>
                    <a:cubicBezTo>
                      <a:pt x="16020" y="0"/>
                      <a:pt x="41427" y="53140"/>
                      <a:pt x="42045" y="55825"/>
                    </a:cubicBezTo>
                    <a:lnTo>
                      <a:pt x="42354" y="55825"/>
                    </a:lnTo>
                    <a:cubicBezTo>
                      <a:pt x="42989" y="53131"/>
                      <a:pt x="68379" y="0"/>
                      <a:pt x="68379" y="0"/>
                    </a:cubicBezTo>
                    <a:lnTo>
                      <a:pt x="84553" y="0"/>
                    </a:lnTo>
                    <a:lnTo>
                      <a:pt x="49004" y="74231"/>
                    </a:lnTo>
                    <a:lnTo>
                      <a:pt x="35532" y="74231"/>
                    </a:ln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50A4E02D-4874-1D7F-F97D-2753592F36B1}"/>
                  </a:ext>
                </a:extLst>
              </p:cNvPr>
              <p:cNvSpPr/>
              <p:nvPr/>
            </p:nvSpPr>
            <p:spPr>
              <a:xfrm>
                <a:off x="11298755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27" y="20791"/>
                      <a:pt x="15222" y="323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F2925578-6798-D60A-CB27-8531CB3CA6D2}"/>
                  </a:ext>
                </a:extLst>
              </p:cNvPr>
              <p:cNvSpPr/>
              <p:nvPr/>
            </p:nvSpPr>
            <p:spPr>
              <a:xfrm>
                <a:off x="11377723" y="6552879"/>
                <a:ext cx="72960" cy="77397"/>
              </a:xfrm>
              <a:custGeom>
                <a:avLst/>
                <a:gdLst>
                  <a:gd name="csX0" fmla="*/ 72635 w 72960"/>
                  <a:gd name="csY0" fmla="*/ 44422 h 77397"/>
                  <a:gd name="csX1" fmla="*/ 15068 w 72960"/>
                  <a:gd name="csY1" fmla="*/ 44422 h 77397"/>
                  <a:gd name="csX2" fmla="*/ 37437 w 72960"/>
                  <a:gd name="csY2" fmla="*/ 64080 h 77397"/>
                  <a:gd name="csX3" fmla="*/ 56152 w 72960"/>
                  <a:gd name="csY3" fmla="*/ 53612 h 77397"/>
                  <a:gd name="csX4" fmla="*/ 71056 w 72960"/>
                  <a:gd name="csY4" fmla="*/ 53612 h 77397"/>
                  <a:gd name="csX5" fmla="*/ 37429 w 72960"/>
                  <a:gd name="csY5" fmla="*/ 77397 h 77397"/>
                  <a:gd name="csX6" fmla="*/ 0 w 72960"/>
                  <a:gd name="csY6" fmla="*/ 38699 h 77397"/>
                  <a:gd name="csX7" fmla="*/ 37429 w 72960"/>
                  <a:gd name="csY7" fmla="*/ 0 h 77397"/>
                  <a:gd name="csX8" fmla="*/ 72961 w 72960"/>
                  <a:gd name="csY8" fmla="*/ 38699 h 77397"/>
                  <a:gd name="csX9" fmla="*/ 72652 w 72960"/>
                  <a:gd name="csY9" fmla="*/ 44422 h 77397"/>
                  <a:gd name="csX10" fmla="*/ 15222 w 72960"/>
                  <a:gd name="csY10" fmla="*/ 32366 h 77397"/>
                  <a:gd name="csX11" fmla="*/ 57893 w 72960"/>
                  <a:gd name="csY11" fmla="*/ 32366 h 77397"/>
                  <a:gd name="csX12" fmla="*/ 37437 w 72960"/>
                  <a:gd name="csY12" fmla="*/ 13343 h 77397"/>
                  <a:gd name="csX13" fmla="*/ 15222 w 72960"/>
                  <a:gd name="csY13" fmla="*/ 32366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2960" h="77397">
                    <a:moveTo>
                      <a:pt x="72635" y="44422"/>
                    </a:moveTo>
                    <a:lnTo>
                      <a:pt x="15068" y="44422"/>
                    </a:lnTo>
                    <a:cubicBezTo>
                      <a:pt x="17135" y="56478"/>
                      <a:pt x="25999" y="64080"/>
                      <a:pt x="37437" y="64080"/>
                    </a:cubicBezTo>
                    <a:cubicBezTo>
                      <a:pt x="46799" y="64080"/>
                      <a:pt x="52977" y="60425"/>
                      <a:pt x="56152" y="53612"/>
                    </a:cubicBezTo>
                    <a:lnTo>
                      <a:pt x="71056" y="53612"/>
                    </a:lnTo>
                    <a:cubicBezTo>
                      <a:pt x="66603" y="67718"/>
                      <a:pt x="53775" y="77397"/>
                      <a:pt x="37429" y="77397"/>
                    </a:cubicBezTo>
                    <a:cubicBezTo>
                      <a:pt x="15857" y="77397"/>
                      <a:pt x="0" y="61703"/>
                      <a:pt x="0" y="38699"/>
                    </a:cubicBezTo>
                    <a:cubicBezTo>
                      <a:pt x="0" y="15694"/>
                      <a:pt x="15539" y="0"/>
                      <a:pt x="37429" y="0"/>
                    </a:cubicBezTo>
                    <a:cubicBezTo>
                      <a:pt x="56932" y="0"/>
                      <a:pt x="72961" y="16664"/>
                      <a:pt x="72961" y="38699"/>
                    </a:cubicBezTo>
                    <a:cubicBezTo>
                      <a:pt x="72961" y="40921"/>
                      <a:pt x="72961" y="42199"/>
                      <a:pt x="72652" y="44422"/>
                    </a:cubicBezTo>
                    <a:close/>
                    <a:moveTo>
                      <a:pt x="15222" y="32366"/>
                    </a:moveTo>
                    <a:lnTo>
                      <a:pt x="57893" y="32366"/>
                    </a:lnTo>
                    <a:cubicBezTo>
                      <a:pt x="56941" y="22207"/>
                      <a:pt x="48704" y="13343"/>
                      <a:pt x="37437" y="13343"/>
                    </a:cubicBezTo>
                    <a:cubicBezTo>
                      <a:pt x="25999" y="13326"/>
                      <a:pt x="17444" y="20791"/>
                      <a:pt x="15222" y="323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BC5539AC-3F99-AC07-D0DE-FD9DEF58900C}"/>
                  </a:ext>
                </a:extLst>
              </p:cNvPr>
              <p:cNvSpPr/>
              <p:nvPr/>
            </p:nvSpPr>
            <p:spPr>
              <a:xfrm>
                <a:off x="11456536" y="6552888"/>
                <a:ext cx="74556" cy="77397"/>
              </a:xfrm>
              <a:custGeom>
                <a:avLst/>
                <a:gdLst>
                  <a:gd name="csX0" fmla="*/ 74557 w 74556"/>
                  <a:gd name="csY0" fmla="*/ 38699 h 77397"/>
                  <a:gd name="csX1" fmla="*/ 74557 w 74556"/>
                  <a:gd name="csY1" fmla="*/ 75810 h 77397"/>
                  <a:gd name="csX2" fmla="*/ 61712 w 74556"/>
                  <a:gd name="csY2" fmla="*/ 75810 h 77397"/>
                  <a:gd name="csX3" fmla="*/ 60433 w 74556"/>
                  <a:gd name="csY3" fmla="*/ 64234 h 77397"/>
                  <a:gd name="csX4" fmla="*/ 35687 w 74556"/>
                  <a:gd name="csY4" fmla="*/ 77397 h 77397"/>
                  <a:gd name="csX5" fmla="*/ 0 w 74556"/>
                  <a:gd name="csY5" fmla="*/ 38699 h 77397"/>
                  <a:gd name="csX6" fmla="*/ 37583 w 74556"/>
                  <a:gd name="csY6" fmla="*/ 0 h 77397"/>
                  <a:gd name="csX7" fmla="*/ 74557 w 74556"/>
                  <a:gd name="csY7" fmla="*/ 38699 h 77397"/>
                  <a:gd name="csX8" fmla="*/ 59953 w 74556"/>
                  <a:gd name="csY8" fmla="*/ 38699 h 77397"/>
                  <a:gd name="csX9" fmla="*/ 37583 w 74556"/>
                  <a:gd name="csY9" fmla="*/ 13326 h 77397"/>
                  <a:gd name="csX10" fmla="*/ 14596 w 74556"/>
                  <a:gd name="csY10" fmla="*/ 38699 h 77397"/>
                  <a:gd name="csX11" fmla="*/ 37583 w 74556"/>
                  <a:gd name="csY11" fmla="*/ 64071 h 77397"/>
                  <a:gd name="csX12" fmla="*/ 59953 w 74556"/>
                  <a:gd name="csY12" fmla="*/ 38699 h 773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74556" h="77397">
                    <a:moveTo>
                      <a:pt x="74557" y="38699"/>
                    </a:moveTo>
                    <a:lnTo>
                      <a:pt x="74557" y="75810"/>
                    </a:lnTo>
                    <a:lnTo>
                      <a:pt x="61712" y="75810"/>
                    </a:lnTo>
                    <a:lnTo>
                      <a:pt x="60433" y="64234"/>
                    </a:lnTo>
                    <a:cubicBezTo>
                      <a:pt x="54727" y="72806"/>
                      <a:pt x="44739" y="77397"/>
                      <a:pt x="35687" y="77397"/>
                    </a:cubicBezTo>
                    <a:cubicBezTo>
                      <a:pt x="15385" y="77397"/>
                      <a:pt x="0" y="61223"/>
                      <a:pt x="0" y="38699"/>
                    </a:cubicBezTo>
                    <a:cubicBezTo>
                      <a:pt x="0" y="16174"/>
                      <a:pt x="16492" y="0"/>
                      <a:pt x="37583" y="0"/>
                    </a:cubicBezTo>
                    <a:cubicBezTo>
                      <a:pt x="56950" y="0"/>
                      <a:pt x="74557" y="13952"/>
                      <a:pt x="74557" y="38699"/>
                    </a:cubicBezTo>
                    <a:close/>
                    <a:moveTo>
                      <a:pt x="59953" y="38699"/>
                    </a:moveTo>
                    <a:cubicBezTo>
                      <a:pt x="59953" y="22370"/>
                      <a:pt x="49176" y="13326"/>
                      <a:pt x="37583" y="13326"/>
                    </a:cubicBezTo>
                    <a:cubicBezTo>
                      <a:pt x="24892" y="13326"/>
                      <a:pt x="14596" y="23485"/>
                      <a:pt x="14596" y="38699"/>
                    </a:cubicBezTo>
                    <a:cubicBezTo>
                      <a:pt x="14596" y="53912"/>
                      <a:pt x="24120" y="64071"/>
                      <a:pt x="37583" y="64071"/>
                    </a:cubicBezTo>
                    <a:cubicBezTo>
                      <a:pt x="49021" y="64071"/>
                      <a:pt x="59953" y="54547"/>
                      <a:pt x="59953" y="38699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FC531C50-BBE8-DB6B-C567-95FDA98559B3}"/>
                  </a:ext>
                </a:extLst>
              </p:cNvPr>
              <p:cNvSpPr/>
              <p:nvPr/>
            </p:nvSpPr>
            <p:spPr>
              <a:xfrm>
                <a:off x="11540926" y="6552913"/>
                <a:ext cx="109145" cy="75946"/>
              </a:xfrm>
              <a:custGeom>
                <a:avLst/>
                <a:gdLst>
                  <a:gd name="csX0" fmla="*/ 0 w 109145"/>
                  <a:gd name="csY0" fmla="*/ 75792 h 75946"/>
                  <a:gd name="csX1" fmla="*/ 0 w 109145"/>
                  <a:gd name="csY1" fmla="*/ 31868 h 75946"/>
                  <a:gd name="csX2" fmla="*/ 30461 w 109145"/>
                  <a:gd name="csY2" fmla="*/ 0 h 75946"/>
                  <a:gd name="csX3" fmla="*/ 54418 w 109145"/>
                  <a:gd name="csY3" fmla="*/ 13489 h 75946"/>
                  <a:gd name="csX4" fmla="*/ 54727 w 109145"/>
                  <a:gd name="csY4" fmla="*/ 13489 h 75946"/>
                  <a:gd name="csX5" fmla="*/ 78684 w 109145"/>
                  <a:gd name="csY5" fmla="*/ 0 h 75946"/>
                  <a:gd name="csX6" fmla="*/ 109145 w 109145"/>
                  <a:gd name="csY6" fmla="*/ 31868 h 75946"/>
                  <a:gd name="csX7" fmla="*/ 109145 w 109145"/>
                  <a:gd name="csY7" fmla="*/ 75792 h 75946"/>
                  <a:gd name="csX8" fmla="*/ 94558 w 109145"/>
                  <a:gd name="csY8" fmla="*/ 75792 h 75946"/>
                  <a:gd name="csX9" fmla="*/ 94558 w 109145"/>
                  <a:gd name="csY9" fmla="*/ 32967 h 75946"/>
                  <a:gd name="csX10" fmla="*/ 78229 w 109145"/>
                  <a:gd name="csY10" fmla="*/ 13617 h 75946"/>
                  <a:gd name="csX11" fmla="*/ 61901 w 109145"/>
                  <a:gd name="csY11" fmla="*/ 33276 h 75946"/>
                  <a:gd name="csX12" fmla="*/ 61901 w 109145"/>
                  <a:gd name="csY12" fmla="*/ 75947 h 75946"/>
                  <a:gd name="csX13" fmla="*/ 47314 w 109145"/>
                  <a:gd name="csY13" fmla="*/ 75947 h 75946"/>
                  <a:gd name="csX14" fmla="*/ 47314 w 109145"/>
                  <a:gd name="csY14" fmla="*/ 33276 h 75946"/>
                  <a:gd name="csX15" fmla="*/ 30985 w 109145"/>
                  <a:gd name="csY15" fmla="*/ 13617 h 75946"/>
                  <a:gd name="csX16" fmla="*/ 14656 w 109145"/>
                  <a:gd name="csY16" fmla="*/ 32967 h 75946"/>
                  <a:gd name="csX17" fmla="*/ 14656 w 109145"/>
                  <a:gd name="csY17" fmla="*/ 75792 h 75946"/>
                  <a:gd name="csX18" fmla="*/ 34 w 109145"/>
                  <a:gd name="csY18" fmla="*/ 75792 h 759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109145" h="75946">
                    <a:moveTo>
                      <a:pt x="0" y="75792"/>
                    </a:moveTo>
                    <a:lnTo>
                      <a:pt x="0" y="31868"/>
                    </a:lnTo>
                    <a:cubicBezTo>
                      <a:pt x="0" y="13309"/>
                      <a:pt x="11901" y="0"/>
                      <a:pt x="30461" y="0"/>
                    </a:cubicBezTo>
                    <a:cubicBezTo>
                      <a:pt x="45366" y="0"/>
                      <a:pt x="53294" y="9988"/>
                      <a:pt x="54418" y="13489"/>
                    </a:cubicBezTo>
                    <a:lnTo>
                      <a:pt x="54727" y="13489"/>
                    </a:lnTo>
                    <a:cubicBezTo>
                      <a:pt x="55834" y="10005"/>
                      <a:pt x="63763" y="0"/>
                      <a:pt x="78684" y="0"/>
                    </a:cubicBezTo>
                    <a:cubicBezTo>
                      <a:pt x="97244" y="0"/>
                      <a:pt x="109145" y="13317"/>
                      <a:pt x="109145" y="31868"/>
                    </a:cubicBezTo>
                    <a:lnTo>
                      <a:pt x="109145" y="75792"/>
                    </a:lnTo>
                    <a:lnTo>
                      <a:pt x="94558" y="75792"/>
                    </a:lnTo>
                    <a:lnTo>
                      <a:pt x="94558" y="32967"/>
                    </a:lnTo>
                    <a:cubicBezTo>
                      <a:pt x="94558" y="20911"/>
                      <a:pt x="89161" y="13617"/>
                      <a:pt x="78229" y="13617"/>
                    </a:cubicBezTo>
                    <a:cubicBezTo>
                      <a:pt x="67298" y="13617"/>
                      <a:pt x="61901" y="20911"/>
                      <a:pt x="61901" y="33276"/>
                    </a:cubicBezTo>
                    <a:lnTo>
                      <a:pt x="61901" y="75947"/>
                    </a:lnTo>
                    <a:lnTo>
                      <a:pt x="47314" y="75947"/>
                    </a:lnTo>
                    <a:lnTo>
                      <a:pt x="47314" y="33276"/>
                    </a:lnTo>
                    <a:cubicBezTo>
                      <a:pt x="47314" y="20911"/>
                      <a:pt x="41916" y="13617"/>
                      <a:pt x="30985" y="13617"/>
                    </a:cubicBezTo>
                    <a:cubicBezTo>
                      <a:pt x="20053" y="13617"/>
                      <a:pt x="14656" y="20911"/>
                      <a:pt x="14656" y="32967"/>
                    </a:cubicBezTo>
                    <a:lnTo>
                      <a:pt x="14656" y="75792"/>
                    </a:lnTo>
                    <a:lnTo>
                      <a:pt x="34" y="75792"/>
                    </a:lnTo>
                    <a:close/>
                  </a:path>
                </a:pathLst>
              </a:custGeom>
              <a:solidFill>
                <a:srgbClr val="FFFFFF"/>
              </a:solidFill>
              <a:ln w="8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315306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4 Takeaway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B65F72-82C4-0D49-112D-0341D18692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12" y="342900"/>
            <a:ext cx="11202987" cy="682625"/>
          </a:xfrm>
        </p:spPr>
        <p:txBody>
          <a:bodyPr/>
          <a:lstStyle>
            <a:lvl1pPr>
              <a:defRPr sz="2800" b="1">
                <a:solidFill>
                  <a:srgbClr val="0E0D72"/>
                </a:solidFill>
              </a:defRPr>
            </a:lvl1pPr>
          </a:lstStyle>
          <a:p>
            <a:r>
              <a:rPr lang="en-US"/>
              <a:t>KEY TAKEAWAYS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ACA5E8C-63C8-8AD4-F044-CD266DE5C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179" y="1032607"/>
            <a:ext cx="11194511" cy="338993"/>
          </a:xfrm>
        </p:spPr>
        <p:txBody>
          <a:bodyPr anchor="t"/>
          <a:lstStyle>
            <a:lvl1pPr marL="0" indent="0" algn="l">
              <a:buNone/>
              <a:defRPr sz="2000" b="0" i="0">
                <a:solidFill>
                  <a:schemeClr val="tx1"/>
                </a:solidFill>
                <a:latin typeface="ES Build Neutr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Picture Placeholder 24">
            <a:extLst>
              <a:ext uri="{FF2B5EF4-FFF2-40B4-BE49-F238E27FC236}">
                <a16:creationId xmlns:a16="http://schemas.microsoft.com/office/drawing/2014/main" id="{571F33A6-D68F-C5E7-F885-6E4F2B34F41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2179" y="1957262"/>
            <a:ext cx="898238" cy="87666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13" name="Picture Placeholder 24">
            <a:extLst>
              <a:ext uri="{FF2B5EF4-FFF2-40B4-BE49-F238E27FC236}">
                <a16:creationId xmlns:a16="http://schemas.microsoft.com/office/drawing/2014/main" id="{DF382570-E925-7A18-A470-9F11484234A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410271" y="1957262"/>
            <a:ext cx="898238" cy="87666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16" name="Picture Placeholder 24">
            <a:extLst>
              <a:ext uri="{FF2B5EF4-FFF2-40B4-BE49-F238E27FC236}">
                <a16:creationId xmlns:a16="http://schemas.microsoft.com/office/drawing/2014/main" id="{64A3D5DA-3D55-345B-75EE-1E13258DBA7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18363" y="1957262"/>
            <a:ext cx="898238" cy="87666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19" name="Picture Placeholder 24">
            <a:extLst>
              <a:ext uri="{FF2B5EF4-FFF2-40B4-BE49-F238E27FC236}">
                <a16:creationId xmlns:a16="http://schemas.microsoft.com/office/drawing/2014/main" id="{343301F9-088B-F58B-20FD-5ABE2CA3070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226455" y="1957262"/>
            <a:ext cx="898238" cy="87666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6EA052B6-D09B-4FD1-6657-D6DCD65DCA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2179" y="3018754"/>
            <a:ext cx="2511287" cy="422666"/>
          </a:xfrm>
        </p:spPr>
        <p:txBody>
          <a:bodyPr anchor="b"/>
          <a:lstStyle>
            <a:lvl1pPr>
              <a:defRPr sz="2400">
                <a:solidFill>
                  <a:srgbClr val="0E0D72"/>
                </a:solidFill>
              </a:defRPr>
            </a:lvl1pPr>
            <a:lvl7pPr>
              <a:defRPr sz="1800" b="1">
                <a:solidFill>
                  <a:srgbClr val="0E0D72"/>
                </a:solidFill>
              </a:defRPr>
            </a:lvl7pPr>
          </a:lstStyle>
          <a:p>
            <a:pPr lvl="6"/>
            <a:r>
              <a:rPr lang="en-US"/>
              <a:t>TAKEAWAY 1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173A3C21-6BD8-1DF7-3377-40227D12093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2179" y="3573886"/>
            <a:ext cx="2511287" cy="2211567"/>
          </a:xfrm>
        </p:spPr>
        <p:txBody>
          <a:bodyPr/>
          <a:lstStyle>
            <a:lvl1pPr>
              <a:defRPr sz="1800"/>
            </a:lvl1pPr>
            <a:lvl7pPr>
              <a:defRPr sz="1600"/>
            </a:lvl7pPr>
          </a:lstStyle>
          <a:p>
            <a:pPr lvl="6"/>
            <a:r>
              <a:rPr lang="en-US"/>
              <a:t>Takeaway description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C9B843E4-588F-3AB7-A5A8-8731D5BBDAA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85079" y="3018754"/>
            <a:ext cx="2511287" cy="422666"/>
          </a:xfrm>
        </p:spPr>
        <p:txBody>
          <a:bodyPr anchor="b"/>
          <a:lstStyle>
            <a:lvl1pPr>
              <a:defRPr sz="2400">
                <a:solidFill>
                  <a:srgbClr val="0E0D72"/>
                </a:solidFill>
              </a:defRPr>
            </a:lvl1pPr>
            <a:lvl7pPr>
              <a:defRPr sz="1800" b="1">
                <a:solidFill>
                  <a:srgbClr val="0E0D72"/>
                </a:solidFill>
              </a:defRPr>
            </a:lvl7pPr>
          </a:lstStyle>
          <a:p>
            <a:pPr lvl="6"/>
            <a:r>
              <a:rPr lang="en-US"/>
              <a:t>TAKEAWAY 1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AAA5011E-AD2C-BC1E-A377-3D0D582B0D4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85079" y="3573886"/>
            <a:ext cx="2511287" cy="2211567"/>
          </a:xfrm>
        </p:spPr>
        <p:txBody>
          <a:bodyPr/>
          <a:lstStyle>
            <a:lvl1pPr>
              <a:defRPr sz="1800"/>
            </a:lvl1pPr>
            <a:lvl7pPr>
              <a:defRPr sz="1600"/>
            </a:lvl7pPr>
          </a:lstStyle>
          <a:p>
            <a:pPr lvl="6"/>
            <a:r>
              <a:rPr lang="en-US"/>
              <a:t>Takeaway description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C6D127C4-840D-0C8D-4B29-C6AC9592D8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93379" y="3018754"/>
            <a:ext cx="2511287" cy="422666"/>
          </a:xfrm>
        </p:spPr>
        <p:txBody>
          <a:bodyPr anchor="b"/>
          <a:lstStyle>
            <a:lvl1pPr>
              <a:defRPr sz="2400">
                <a:solidFill>
                  <a:srgbClr val="0E0D72"/>
                </a:solidFill>
              </a:defRPr>
            </a:lvl1pPr>
            <a:lvl7pPr>
              <a:defRPr sz="1800" b="1">
                <a:solidFill>
                  <a:srgbClr val="0E0D72"/>
                </a:solidFill>
              </a:defRPr>
            </a:lvl7pPr>
          </a:lstStyle>
          <a:p>
            <a:pPr lvl="6"/>
            <a:r>
              <a:rPr lang="en-US"/>
              <a:t>TAKEAWAY 1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0AFDA6CE-A596-2474-3D69-E4285BD30B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93379" y="3573886"/>
            <a:ext cx="2511287" cy="2211567"/>
          </a:xfrm>
        </p:spPr>
        <p:txBody>
          <a:bodyPr/>
          <a:lstStyle>
            <a:lvl1pPr>
              <a:defRPr sz="1800"/>
            </a:lvl1pPr>
            <a:lvl7pPr>
              <a:defRPr sz="1600"/>
            </a:lvl7pPr>
          </a:lstStyle>
          <a:p>
            <a:pPr lvl="6"/>
            <a:r>
              <a:rPr lang="en-US"/>
              <a:t>Takeaway description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67BF228D-74E9-A8B4-53BF-68479E04F0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201679" y="3018754"/>
            <a:ext cx="2511287" cy="422666"/>
          </a:xfrm>
        </p:spPr>
        <p:txBody>
          <a:bodyPr anchor="b"/>
          <a:lstStyle>
            <a:lvl1pPr>
              <a:defRPr sz="2400">
                <a:solidFill>
                  <a:srgbClr val="0E0D72"/>
                </a:solidFill>
              </a:defRPr>
            </a:lvl1pPr>
            <a:lvl7pPr>
              <a:defRPr sz="1800" b="1">
                <a:solidFill>
                  <a:srgbClr val="0E0D72"/>
                </a:solidFill>
              </a:defRPr>
            </a:lvl7pPr>
          </a:lstStyle>
          <a:p>
            <a:pPr lvl="6"/>
            <a:r>
              <a:rPr lang="en-US"/>
              <a:t>TAKEAWAY 1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94C50677-977B-1E75-DA6D-76793756758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01679" y="3573886"/>
            <a:ext cx="2511287" cy="2211567"/>
          </a:xfrm>
        </p:spPr>
        <p:txBody>
          <a:bodyPr/>
          <a:lstStyle>
            <a:lvl1pPr>
              <a:defRPr sz="1800"/>
            </a:lvl1pPr>
            <a:lvl7pPr>
              <a:defRPr sz="1600"/>
            </a:lvl7pPr>
          </a:lstStyle>
          <a:p>
            <a:pPr lvl="6"/>
            <a:r>
              <a:rPr lang="en-US"/>
              <a:t>Takeaway description</a:t>
            </a:r>
          </a:p>
        </p:txBody>
      </p:sp>
    </p:spTree>
    <p:extLst>
      <p:ext uri="{BB962C8B-B14F-4D97-AF65-F5344CB8AC3E}">
        <p14:creationId xmlns:p14="http://schemas.microsoft.com/office/powerpoint/2010/main" val="6478219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Product 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B65F72-82C4-0D49-112D-0341D18692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12" y="342900"/>
            <a:ext cx="11202987" cy="682625"/>
          </a:xfrm>
        </p:spPr>
        <p:txBody>
          <a:bodyPr/>
          <a:lstStyle>
            <a:lvl1pPr algn="ctr">
              <a:defRPr sz="2800" b="1">
                <a:solidFill>
                  <a:srgbClr val="0E0D72"/>
                </a:solidFill>
              </a:defRPr>
            </a:lvl1pPr>
          </a:lstStyle>
          <a:p>
            <a:r>
              <a:rPr lang="en-US"/>
              <a:t>PRODUCT COMPARISON</a:t>
            </a:r>
          </a:p>
        </p:txBody>
      </p:sp>
      <p:sp>
        <p:nvSpPr>
          <p:cNvPr id="2" name="Picture Placeholder 24">
            <a:extLst>
              <a:ext uri="{FF2B5EF4-FFF2-40B4-BE49-F238E27FC236}">
                <a16:creationId xmlns:a16="http://schemas.microsoft.com/office/drawing/2014/main" id="{2BB082FF-4377-06D9-EC83-760F68B8D46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646881" y="1762390"/>
            <a:ext cx="898238" cy="87666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9" name="Picture Placeholder 24">
            <a:extLst>
              <a:ext uri="{FF2B5EF4-FFF2-40B4-BE49-F238E27FC236}">
                <a16:creationId xmlns:a16="http://schemas.microsoft.com/office/drawing/2014/main" id="{60606F5B-E894-55AA-ED9A-11AC99FD1E2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646881" y="2923925"/>
            <a:ext cx="898238" cy="87666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15" name="Picture Placeholder 24">
            <a:extLst>
              <a:ext uri="{FF2B5EF4-FFF2-40B4-BE49-F238E27FC236}">
                <a16:creationId xmlns:a16="http://schemas.microsoft.com/office/drawing/2014/main" id="{9843EEC0-81DB-14B6-3D42-A728BCE7E59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646881" y="4085460"/>
            <a:ext cx="898238" cy="87666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18" name="Picture Placeholder 24">
            <a:extLst>
              <a:ext uri="{FF2B5EF4-FFF2-40B4-BE49-F238E27FC236}">
                <a16:creationId xmlns:a16="http://schemas.microsoft.com/office/drawing/2014/main" id="{34A79F4D-258E-1291-DA9D-83A2D2097864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646881" y="5259352"/>
            <a:ext cx="898238" cy="87666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19D2C5AF-AFF0-7B5D-2E85-97472ACB2DE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158315" y="1267198"/>
            <a:ext cx="3192848" cy="321533"/>
          </a:xfrm>
        </p:spPr>
        <p:txBody>
          <a:bodyPr rIns="108000" anchor="ctr"/>
          <a:lstStyle>
            <a:lvl1pPr algn="r">
              <a:defRPr sz="1600" b="1"/>
            </a:lvl1pPr>
          </a:lstStyle>
          <a:p>
            <a:pPr lvl="0"/>
            <a:r>
              <a:rPr lang="en-GB"/>
              <a:t>Product A</a:t>
            </a:r>
          </a:p>
        </p:txBody>
      </p:sp>
      <p:sp>
        <p:nvSpPr>
          <p:cNvPr id="36" name="Text Placeholder 20">
            <a:extLst>
              <a:ext uri="{FF2B5EF4-FFF2-40B4-BE49-F238E27FC236}">
                <a16:creationId xmlns:a16="http://schemas.microsoft.com/office/drawing/2014/main" id="{10B58923-F0FF-8BBF-E5CB-CC80251799B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743015" y="1267198"/>
            <a:ext cx="3192848" cy="321533"/>
          </a:xfrm>
        </p:spPr>
        <p:txBody>
          <a:bodyPr lIns="108000" rIns="108000" anchor="ctr"/>
          <a:lstStyle>
            <a:lvl1pPr algn="l">
              <a:defRPr sz="1600" b="1"/>
            </a:lvl1pPr>
          </a:lstStyle>
          <a:p>
            <a:pPr lvl="0"/>
            <a:r>
              <a:rPr lang="en-GB"/>
              <a:t>Product A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BDC4C3E2-0CF1-8036-37A2-7BB918616E7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158315" y="1762390"/>
            <a:ext cx="3192848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0" rIns="108000" anchor="ctr"/>
          <a:lstStyle>
            <a:lvl1pPr algn="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FEATURE 1</a:t>
            </a:r>
          </a:p>
        </p:txBody>
      </p:sp>
      <p:sp>
        <p:nvSpPr>
          <p:cNvPr id="41" name="Text Placeholder 37">
            <a:extLst>
              <a:ext uri="{FF2B5EF4-FFF2-40B4-BE49-F238E27FC236}">
                <a16:creationId xmlns:a16="http://schemas.microsoft.com/office/drawing/2014/main" id="{F84B41C4-139A-4BE6-00B9-902F0796217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158315" y="2918090"/>
            <a:ext cx="3192848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0" rIns="108000" anchor="ctr"/>
          <a:lstStyle>
            <a:lvl1pPr algn="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FEATURE 2</a:t>
            </a:r>
          </a:p>
        </p:txBody>
      </p:sp>
      <p:sp>
        <p:nvSpPr>
          <p:cNvPr id="43" name="Text Placeholder 37">
            <a:extLst>
              <a:ext uri="{FF2B5EF4-FFF2-40B4-BE49-F238E27FC236}">
                <a16:creationId xmlns:a16="http://schemas.microsoft.com/office/drawing/2014/main" id="{98A70CD3-37AE-F3F7-31F7-6E4860EA5E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158315" y="4086490"/>
            <a:ext cx="3192848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0" rIns="108000" anchor="ctr"/>
          <a:lstStyle>
            <a:lvl1pPr algn="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FEATURE 3</a:t>
            </a:r>
          </a:p>
        </p:txBody>
      </p:sp>
      <p:sp>
        <p:nvSpPr>
          <p:cNvPr id="45" name="Text Placeholder 37">
            <a:extLst>
              <a:ext uri="{FF2B5EF4-FFF2-40B4-BE49-F238E27FC236}">
                <a16:creationId xmlns:a16="http://schemas.microsoft.com/office/drawing/2014/main" id="{77965202-D986-452D-FF2C-E7F5F4978AB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158315" y="5254890"/>
            <a:ext cx="3192848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0" rIns="108000" anchor="ctr"/>
          <a:lstStyle>
            <a:lvl1pPr algn="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FEATURE 4</a:t>
            </a:r>
          </a:p>
        </p:txBody>
      </p:sp>
      <p:sp>
        <p:nvSpPr>
          <p:cNvPr id="47" name="Text Placeholder 37">
            <a:extLst>
              <a:ext uri="{FF2B5EF4-FFF2-40B4-BE49-F238E27FC236}">
                <a16:creationId xmlns:a16="http://schemas.microsoft.com/office/drawing/2014/main" id="{DF08FF09-E780-7BC1-888A-5319BB20EDA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743015" y="1762390"/>
            <a:ext cx="3192848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l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FEATURE 1</a:t>
            </a:r>
          </a:p>
        </p:txBody>
      </p:sp>
      <p:sp>
        <p:nvSpPr>
          <p:cNvPr id="49" name="Text Placeholder 37">
            <a:extLst>
              <a:ext uri="{FF2B5EF4-FFF2-40B4-BE49-F238E27FC236}">
                <a16:creationId xmlns:a16="http://schemas.microsoft.com/office/drawing/2014/main" id="{DF1D00AC-367E-350F-0EDF-3B57610FB3B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43015" y="2918090"/>
            <a:ext cx="3192848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l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FEATURE 2</a:t>
            </a:r>
          </a:p>
        </p:txBody>
      </p:sp>
      <p:sp>
        <p:nvSpPr>
          <p:cNvPr id="51" name="Text Placeholder 37">
            <a:extLst>
              <a:ext uri="{FF2B5EF4-FFF2-40B4-BE49-F238E27FC236}">
                <a16:creationId xmlns:a16="http://schemas.microsoft.com/office/drawing/2014/main" id="{4E04383C-5302-225F-3415-BE7B4AC6B2B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743015" y="4086490"/>
            <a:ext cx="3192848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l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FEATURE 3</a:t>
            </a:r>
          </a:p>
        </p:txBody>
      </p:sp>
      <p:sp>
        <p:nvSpPr>
          <p:cNvPr id="53" name="Text Placeholder 37">
            <a:extLst>
              <a:ext uri="{FF2B5EF4-FFF2-40B4-BE49-F238E27FC236}">
                <a16:creationId xmlns:a16="http://schemas.microsoft.com/office/drawing/2014/main" id="{CA9FDF7E-8AD3-EF16-BB8E-CB118FE43A2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743015" y="5254890"/>
            <a:ext cx="3192848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l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FEATURE 4</a:t>
            </a: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8846940D-BE14-C095-65DD-38429441716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159000" y="2249948"/>
            <a:ext cx="3192163" cy="301625"/>
          </a:xfrm>
        </p:spPr>
        <p:txBody>
          <a:bodyPr rIns="108000"/>
          <a:lstStyle>
            <a:lvl1pPr algn="r">
              <a:defRPr sz="1600"/>
            </a:lvl1pPr>
          </a:lstStyle>
          <a:p>
            <a:pPr lvl="0"/>
            <a:r>
              <a:rPr lang="en-GB"/>
              <a:t>Feature description</a:t>
            </a:r>
            <a:endParaRPr lang="en-RO"/>
          </a:p>
        </p:txBody>
      </p:sp>
      <p:sp>
        <p:nvSpPr>
          <p:cNvPr id="57" name="Text Placeholder 55">
            <a:extLst>
              <a:ext uri="{FF2B5EF4-FFF2-40B4-BE49-F238E27FC236}">
                <a16:creationId xmlns:a16="http://schemas.microsoft.com/office/drawing/2014/main" id="{15C01ABE-A61B-649B-3B65-2291E7FD8336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159000" y="3410927"/>
            <a:ext cx="3192163" cy="301625"/>
          </a:xfrm>
        </p:spPr>
        <p:txBody>
          <a:bodyPr rIns="108000"/>
          <a:lstStyle>
            <a:lvl1pPr algn="r">
              <a:defRPr sz="1600"/>
            </a:lvl1pPr>
          </a:lstStyle>
          <a:p>
            <a:pPr lvl="0"/>
            <a:r>
              <a:rPr lang="en-GB"/>
              <a:t>Feature description</a:t>
            </a:r>
            <a:endParaRPr lang="en-RO"/>
          </a:p>
        </p:txBody>
      </p:sp>
      <p:sp>
        <p:nvSpPr>
          <p:cNvPr id="58" name="Text Placeholder 55">
            <a:extLst>
              <a:ext uri="{FF2B5EF4-FFF2-40B4-BE49-F238E27FC236}">
                <a16:creationId xmlns:a16="http://schemas.microsoft.com/office/drawing/2014/main" id="{6FD8F286-D451-E918-3D7B-EAAAF1B6154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159000" y="4571908"/>
            <a:ext cx="3192163" cy="301625"/>
          </a:xfrm>
        </p:spPr>
        <p:txBody>
          <a:bodyPr rIns="108000"/>
          <a:lstStyle>
            <a:lvl1pPr algn="r">
              <a:defRPr sz="1600"/>
            </a:lvl1pPr>
          </a:lstStyle>
          <a:p>
            <a:pPr lvl="0"/>
            <a:r>
              <a:rPr lang="en-GB"/>
              <a:t>Feature description</a:t>
            </a:r>
            <a:endParaRPr lang="en-RO"/>
          </a:p>
        </p:txBody>
      </p:sp>
      <p:sp>
        <p:nvSpPr>
          <p:cNvPr id="59" name="Text Placeholder 55">
            <a:extLst>
              <a:ext uri="{FF2B5EF4-FFF2-40B4-BE49-F238E27FC236}">
                <a16:creationId xmlns:a16="http://schemas.microsoft.com/office/drawing/2014/main" id="{B772C749-5E2E-983D-9AB5-4F8AA01AE15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159000" y="5732887"/>
            <a:ext cx="3192163" cy="301625"/>
          </a:xfrm>
        </p:spPr>
        <p:txBody>
          <a:bodyPr rIns="108000"/>
          <a:lstStyle>
            <a:lvl1pPr algn="r">
              <a:defRPr sz="1600"/>
            </a:lvl1pPr>
          </a:lstStyle>
          <a:p>
            <a:pPr lvl="0"/>
            <a:r>
              <a:rPr lang="en-GB"/>
              <a:t>Feature description</a:t>
            </a:r>
            <a:endParaRPr lang="en-RO"/>
          </a:p>
        </p:txBody>
      </p:sp>
      <p:sp>
        <p:nvSpPr>
          <p:cNvPr id="60" name="Text Placeholder 55">
            <a:extLst>
              <a:ext uri="{FF2B5EF4-FFF2-40B4-BE49-F238E27FC236}">
                <a16:creationId xmlns:a16="http://schemas.microsoft.com/office/drawing/2014/main" id="{EDBC7E87-DF02-743A-52F8-80DA36676C10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743700" y="2249948"/>
            <a:ext cx="3192163" cy="301625"/>
          </a:xfrm>
        </p:spPr>
        <p:txBody>
          <a:bodyPr lIns="108000" rIns="0"/>
          <a:lstStyle>
            <a:lvl1pPr algn="l">
              <a:defRPr sz="1600"/>
            </a:lvl1pPr>
          </a:lstStyle>
          <a:p>
            <a:pPr lvl="0"/>
            <a:r>
              <a:rPr lang="en-GB"/>
              <a:t>Feature description</a:t>
            </a:r>
            <a:endParaRPr lang="en-RO"/>
          </a:p>
        </p:txBody>
      </p:sp>
      <p:sp>
        <p:nvSpPr>
          <p:cNvPr id="61" name="Text Placeholder 55">
            <a:extLst>
              <a:ext uri="{FF2B5EF4-FFF2-40B4-BE49-F238E27FC236}">
                <a16:creationId xmlns:a16="http://schemas.microsoft.com/office/drawing/2014/main" id="{DD766DF8-B464-4FE5-16A9-21B35D6F1E77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743700" y="3410927"/>
            <a:ext cx="3192163" cy="301625"/>
          </a:xfrm>
        </p:spPr>
        <p:txBody>
          <a:bodyPr lIns="108000" rIns="0"/>
          <a:lstStyle>
            <a:lvl1pPr algn="l">
              <a:defRPr sz="1600"/>
            </a:lvl1pPr>
          </a:lstStyle>
          <a:p>
            <a:pPr lvl="0"/>
            <a:r>
              <a:rPr lang="en-GB"/>
              <a:t>Feature description</a:t>
            </a:r>
            <a:endParaRPr lang="en-RO"/>
          </a:p>
        </p:txBody>
      </p:sp>
      <p:sp>
        <p:nvSpPr>
          <p:cNvPr id="62" name="Text Placeholder 55">
            <a:extLst>
              <a:ext uri="{FF2B5EF4-FFF2-40B4-BE49-F238E27FC236}">
                <a16:creationId xmlns:a16="http://schemas.microsoft.com/office/drawing/2014/main" id="{484BD968-A996-F44B-151F-849CB64FA53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743700" y="4571908"/>
            <a:ext cx="3192163" cy="301625"/>
          </a:xfrm>
        </p:spPr>
        <p:txBody>
          <a:bodyPr lIns="108000" rIns="0"/>
          <a:lstStyle>
            <a:lvl1pPr algn="l">
              <a:defRPr sz="1600"/>
            </a:lvl1pPr>
          </a:lstStyle>
          <a:p>
            <a:pPr lvl="0"/>
            <a:r>
              <a:rPr lang="en-GB"/>
              <a:t>Feature description</a:t>
            </a:r>
            <a:endParaRPr lang="en-RO"/>
          </a:p>
        </p:txBody>
      </p:sp>
      <p:sp>
        <p:nvSpPr>
          <p:cNvPr id="63" name="Text Placeholder 55">
            <a:extLst>
              <a:ext uri="{FF2B5EF4-FFF2-40B4-BE49-F238E27FC236}">
                <a16:creationId xmlns:a16="http://schemas.microsoft.com/office/drawing/2014/main" id="{DC676086-1E35-70B1-F630-AE2AC6FF6312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743700" y="5732887"/>
            <a:ext cx="3192163" cy="301625"/>
          </a:xfrm>
        </p:spPr>
        <p:txBody>
          <a:bodyPr lIns="108000" rIns="0"/>
          <a:lstStyle>
            <a:lvl1pPr algn="l">
              <a:defRPr sz="1600"/>
            </a:lvl1pPr>
          </a:lstStyle>
          <a:p>
            <a:pPr lvl="0"/>
            <a:r>
              <a:rPr lang="en-GB"/>
              <a:t>Feature description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2949620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Content 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B65F72-82C4-0D49-112D-0341D18692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12" y="342900"/>
            <a:ext cx="11202987" cy="68262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0E0D72"/>
                </a:solidFill>
              </a:defRPr>
            </a:lvl1pPr>
          </a:lstStyle>
          <a:p>
            <a:r>
              <a:rPr lang="en-US"/>
              <a:t>CONTENT COMPARISON</a:t>
            </a:r>
          </a:p>
        </p:txBody>
      </p:sp>
      <p:sp>
        <p:nvSpPr>
          <p:cNvPr id="23" name="Picture Placeholder 24">
            <a:extLst>
              <a:ext uri="{FF2B5EF4-FFF2-40B4-BE49-F238E27FC236}">
                <a16:creationId xmlns:a16="http://schemas.microsoft.com/office/drawing/2014/main" id="{50F82635-E64D-5E2E-638D-56A4032F4B5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064477" y="1811004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24" name="Picture Placeholder 24">
            <a:extLst>
              <a:ext uri="{FF2B5EF4-FFF2-40B4-BE49-F238E27FC236}">
                <a16:creationId xmlns:a16="http://schemas.microsoft.com/office/drawing/2014/main" id="{7AE6C791-9B53-763C-8A5F-AFE2207E58FC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3064477" y="2554591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35" name="Picture Placeholder 24">
            <a:extLst>
              <a:ext uri="{FF2B5EF4-FFF2-40B4-BE49-F238E27FC236}">
                <a16:creationId xmlns:a16="http://schemas.microsoft.com/office/drawing/2014/main" id="{6D494D75-EE47-69AE-66E4-FFE38CC8B83B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3064477" y="3298178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36" name="Picture Placeholder 24">
            <a:extLst>
              <a:ext uri="{FF2B5EF4-FFF2-40B4-BE49-F238E27FC236}">
                <a16:creationId xmlns:a16="http://schemas.microsoft.com/office/drawing/2014/main" id="{20F3C0BB-ABD6-AA32-7152-B71ED69E4977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064477" y="4041765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37" name="Picture Placeholder 24">
            <a:extLst>
              <a:ext uri="{FF2B5EF4-FFF2-40B4-BE49-F238E27FC236}">
                <a16:creationId xmlns:a16="http://schemas.microsoft.com/office/drawing/2014/main" id="{38A4E2A9-D24F-72DA-8D24-6B4BC2333A7B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064477" y="4785352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38" name="Picture Placeholder 24">
            <a:extLst>
              <a:ext uri="{FF2B5EF4-FFF2-40B4-BE49-F238E27FC236}">
                <a16:creationId xmlns:a16="http://schemas.microsoft.com/office/drawing/2014/main" id="{F6A17069-3FD5-295B-AF32-53141F6D00E8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3064477" y="5528941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39" name="Picture Placeholder 24">
            <a:extLst>
              <a:ext uri="{FF2B5EF4-FFF2-40B4-BE49-F238E27FC236}">
                <a16:creationId xmlns:a16="http://schemas.microsoft.com/office/drawing/2014/main" id="{D9C5854A-9389-0E95-BCD3-156512A5C8E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5167597" y="1811004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40" name="Picture Placeholder 24">
            <a:extLst>
              <a:ext uri="{FF2B5EF4-FFF2-40B4-BE49-F238E27FC236}">
                <a16:creationId xmlns:a16="http://schemas.microsoft.com/office/drawing/2014/main" id="{E55DC6A4-5243-57F0-E3ED-AFD5E37600E5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5167597" y="2554591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41" name="Picture Placeholder 24">
            <a:extLst>
              <a:ext uri="{FF2B5EF4-FFF2-40B4-BE49-F238E27FC236}">
                <a16:creationId xmlns:a16="http://schemas.microsoft.com/office/drawing/2014/main" id="{5298F304-B80D-6DB0-7D3A-C8B93ED04014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5167597" y="3298178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42" name="Picture Placeholder 24">
            <a:extLst>
              <a:ext uri="{FF2B5EF4-FFF2-40B4-BE49-F238E27FC236}">
                <a16:creationId xmlns:a16="http://schemas.microsoft.com/office/drawing/2014/main" id="{16F4C921-A4CC-EAAC-9363-BDEFE72CAAD4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5167597" y="4041765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43" name="Picture Placeholder 24">
            <a:extLst>
              <a:ext uri="{FF2B5EF4-FFF2-40B4-BE49-F238E27FC236}">
                <a16:creationId xmlns:a16="http://schemas.microsoft.com/office/drawing/2014/main" id="{9B6045C8-3DBB-65AC-4A70-0BA7C3D880AE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5167597" y="4785352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44" name="Picture Placeholder 24">
            <a:extLst>
              <a:ext uri="{FF2B5EF4-FFF2-40B4-BE49-F238E27FC236}">
                <a16:creationId xmlns:a16="http://schemas.microsoft.com/office/drawing/2014/main" id="{9177E72E-9C89-876A-BDA0-36D85F6A04B3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5167597" y="5528941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45" name="Picture Placeholder 24">
            <a:extLst>
              <a:ext uri="{FF2B5EF4-FFF2-40B4-BE49-F238E27FC236}">
                <a16:creationId xmlns:a16="http://schemas.microsoft.com/office/drawing/2014/main" id="{B55C8CA0-ABA5-5CC1-2253-DE796C8BFE8C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7257655" y="1811004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46" name="Picture Placeholder 24">
            <a:extLst>
              <a:ext uri="{FF2B5EF4-FFF2-40B4-BE49-F238E27FC236}">
                <a16:creationId xmlns:a16="http://schemas.microsoft.com/office/drawing/2014/main" id="{3FFF9232-81A1-A6F8-1F6B-703A7D70E656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7257655" y="2554591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47" name="Picture Placeholder 24">
            <a:extLst>
              <a:ext uri="{FF2B5EF4-FFF2-40B4-BE49-F238E27FC236}">
                <a16:creationId xmlns:a16="http://schemas.microsoft.com/office/drawing/2014/main" id="{765A3A05-B201-3C82-B44C-003E973F33F6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7257655" y="3298178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48" name="Picture Placeholder 24">
            <a:extLst>
              <a:ext uri="{FF2B5EF4-FFF2-40B4-BE49-F238E27FC236}">
                <a16:creationId xmlns:a16="http://schemas.microsoft.com/office/drawing/2014/main" id="{9604EADD-5717-5A18-78ED-0CE209A7EB2D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7257655" y="4041765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49" name="Picture Placeholder 24">
            <a:extLst>
              <a:ext uri="{FF2B5EF4-FFF2-40B4-BE49-F238E27FC236}">
                <a16:creationId xmlns:a16="http://schemas.microsoft.com/office/drawing/2014/main" id="{183D36A4-C0ED-24F4-5106-730E7263503F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7257655" y="4785352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50" name="Picture Placeholder 24">
            <a:extLst>
              <a:ext uri="{FF2B5EF4-FFF2-40B4-BE49-F238E27FC236}">
                <a16:creationId xmlns:a16="http://schemas.microsoft.com/office/drawing/2014/main" id="{F2A835EF-A0AF-3BA9-3055-5C8845AACC44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7257655" y="5528941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51" name="Picture Placeholder 24">
            <a:extLst>
              <a:ext uri="{FF2B5EF4-FFF2-40B4-BE49-F238E27FC236}">
                <a16:creationId xmlns:a16="http://schemas.microsoft.com/office/drawing/2014/main" id="{1CE8FB6B-AD12-7C28-9128-AD87D7CD9105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360775" y="1811004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52" name="Picture Placeholder 24">
            <a:extLst>
              <a:ext uri="{FF2B5EF4-FFF2-40B4-BE49-F238E27FC236}">
                <a16:creationId xmlns:a16="http://schemas.microsoft.com/office/drawing/2014/main" id="{3DF85B58-05B7-842F-79B5-5ADEEAD93A93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360775" y="2554591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53" name="Picture Placeholder 24">
            <a:extLst>
              <a:ext uri="{FF2B5EF4-FFF2-40B4-BE49-F238E27FC236}">
                <a16:creationId xmlns:a16="http://schemas.microsoft.com/office/drawing/2014/main" id="{4F31C8C3-978A-8A6C-81EC-99F92EC2CA12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9360775" y="3298178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54" name="Picture Placeholder 24">
            <a:extLst>
              <a:ext uri="{FF2B5EF4-FFF2-40B4-BE49-F238E27FC236}">
                <a16:creationId xmlns:a16="http://schemas.microsoft.com/office/drawing/2014/main" id="{B5D5E71F-6720-7DF0-6792-DE910EC12AB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9360775" y="4041765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55" name="Picture Placeholder 24">
            <a:extLst>
              <a:ext uri="{FF2B5EF4-FFF2-40B4-BE49-F238E27FC236}">
                <a16:creationId xmlns:a16="http://schemas.microsoft.com/office/drawing/2014/main" id="{B13E49E1-05BC-18C3-3208-DBF55B52736D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9360775" y="4785352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56" name="Picture Placeholder 24">
            <a:extLst>
              <a:ext uri="{FF2B5EF4-FFF2-40B4-BE49-F238E27FC236}">
                <a16:creationId xmlns:a16="http://schemas.microsoft.com/office/drawing/2014/main" id="{BB37591B-8ABD-A0F1-A9A0-1D5C593E3653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9360775" y="5528941"/>
            <a:ext cx="518982" cy="50651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57" name="Text Placeholder 37">
            <a:extLst>
              <a:ext uri="{FF2B5EF4-FFF2-40B4-BE49-F238E27FC236}">
                <a16:creationId xmlns:a16="http://schemas.microsoft.com/office/drawing/2014/main" id="{789FBBBD-4AFC-600F-C9A2-BB7B5E387E1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93712" y="1970321"/>
            <a:ext cx="1557510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ct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PRODUCT 1</a:t>
            </a:r>
          </a:p>
        </p:txBody>
      </p:sp>
      <p:sp>
        <p:nvSpPr>
          <p:cNvPr id="58" name="Text Placeholder 20">
            <a:extLst>
              <a:ext uri="{FF2B5EF4-FFF2-40B4-BE49-F238E27FC236}">
                <a16:creationId xmlns:a16="http://schemas.microsoft.com/office/drawing/2014/main" id="{FEFA4B2E-0B1F-6D84-07A4-E036FA66E09C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2525756" y="1267198"/>
            <a:ext cx="1596424" cy="321533"/>
          </a:xfrm>
        </p:spPr>
        <p:txBody>
          <a:bodyPr lIns="108000" rIns="108000" anchor="b"/>
          <a:lstStyle>
            <a:lvl1pPr algn="ctr">
              <a:defRPr sz="1600" b="1"/>
            </a:lvl1pPr>
          </a:lstStyle>
          <a:p>
            <a:pPr lvl="0"/>
            <a:r>
              <a:rPr lang="en-GB"/>
              <a:t>Criteria A</a:t>
            </a:r>
          </a:p>
        </p:txBody>
      </p:sp>
      <p:sp>
        <p:nvSpPr>
          <p:cNvPr id="59" name="Text Placeholder 20">
            <a:extLst>
              <a:ext uri="{FF2B5EF4-FFF2-40B4-BE49-F238E27FC236}">
                <a16:creationId xmlns:a16="http://schemas.microsoft.com/office/drawing/2014/main" id="{6C24D0DD-4079-9869-5AB3-6C584254DC4E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4547739" y="1267198"/>
            <a:ext cx="1596424" cy="321533"/>
          </a:xfrm>
        </p:spPr>
        <p:txBody>
          <a:bodyPr lIns="108000" rIns="108000" anchor="b"/>
          <a:lstStyle>
            <a:lvl1pPr algn="ctr">
              <a:defRPr sz="1600" b="1"/>
            </a:lvl1pPr>
          </a:lstStyle>
          <a:p>
            <a:pPr lvl="0"/>
            <a:r>
              <a:rPr lang="en-GB"/>
              <a:t>Criteria B</a:t>
            </a:r>
          </a:p>
        </p:txBody>
      </p:sp>
      <p:sp>
        <p:nvSpPr>
          <p:cNvPr id="60" name="Text Placeholder 20">
            <a:extLst>
              <a:ext uri="{FF2B5EF4-FFF2-40B4-BE49-F238E27FC236}">
                <a16:creationId xmlns:a16="http://schemas.microsoft.com/office/drawing/2014/main" id="{AF8B50D7-5A49-E219-1114-2427C6D4602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6672753" y="1267198"/>
            <a:ext cx="1596424" cy="321533"/>
          </a:xfrm>
        </p:spPr>
        <p:txBody>
          <a:bodyPr lIns="108000" rIns="108000" anchor="b"/>
          <a:lstStyle>
            <a:lvl1pPr algn="ctr">
              <a:defRPr sz="1600" b="1"/>
            </a:lvl1pPr>
          </a:lstStyle>
          <a:p>
            <a:pPr lvl="0"/>
            <a:r>
              <a:rPr lang="en-GB"/>
              <a:t>Criteria C</a:t>
            </a:r>
          </a:p>
        </p:txBody>
      </p:sp>
      <p:sp>
        <p:nvSpPr>
          <p:cNvPr id="61" name="Text Placeholder 20">
            <a:extLst>
              <a:ext uri="{FF2B5EF4-FFF2-40B4-BE49-F238E27FC236}">
                <a16:creationId xmlns:a16="http://schemas.microsoft.com/office/drawing/2014/main" id="{AB900CA8-C197-73D9-B99C-F7F06AE8376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707615" y="1267198"/>
            <a:ext cx="1596424" cy="321533"/>
          </a:xfrm>
        </p:spPr>
        <p:txBody>
          <a:bodyPr lIns="108000" rIns="108000" anchor="b"/>
          <a:lstStyle>
            <a:lvl1pPr algn="ctr">
              <a:defRPr sz="1600" b="1"/>
            </a:lvl1pPr>
          </a:lstStyle>
          <a:p>
            <a:pPr lvl="0"/>
            <a:r>
              <a:rPr lang="en-GB"/>
              <a:t>Criteria D</a:t>
            </a:r>
          </a:p>
        </p:txBody>
      </p:sp>
      <p:sp>
        <p:nvSpPr>
          <p:cNvPr id="62" name="Text Placeholder 37">
            <a:extLst>
              <a:ext uri="{FF2B5EF4-FFF2-40B4-BE49-F238E27FC236}">
                <a16:creationId xmlns:a16="http://schemas.microsoft.com/office/drawing/2014/main" id="{8E589899-41F7-61BE-4877-7367570DE06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493712" y="5576405"/>
            <a:ext cx="1557510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ct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PRODUCT 6</a:t>
            </a:r>
          </a:p>
        </p:txBody>
      </p:sp>
      <p:sp>
        <p:nvSpPr>
          <p:cNvPr id="63" name="Text Placeholder 37">
            <a:extLst>
              <a:ext uri="{FF2B5EF4-FFF2-40B4-BE49-F238E27FC236}">
                <a16:creationId xmlns:a16="http://schemas.microsoft.com/office/drawing/2014/main" id="{424FB23E-0750-478F-FFDB-380F77739034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493712" y="4855189"/>
            <a:ext cx="1557510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ct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PRODUCT 5</a:t>
            </a:r>
          </a:p>
        </p:txBody>
      </p:sp>
      <p:sp>
        <p:nvSpPr>
          <p:cNvPr id="64" name="Text Placeholder 37">
            <a:extLst>
              <a:ext uri="{FF2B5EF4-FFF2-40B4-BE49-F238E27FC236}">
                <a16:creationId xmlns:a16="http://schemas.microsoft.com/office/drawing/2014/main" id="{18F4969F-437C-FE07-C6FD-7AF9C9405549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93712" y="4133972"/>
            <a:ext cx="1557510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ct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PRODUCT 4</a:t>
            </a:r>
          </a:p>
        </p:txBody>
      </p:sp>
      <p:sp>
        <p:nvSpPr>
          <p:cNvPr id="65" name="Text Placeholder 37">
            <a:extLst>
              <a:ext uri="{FF2B5EF4-FFF2-40B4-BE49-F238E27FC236}">
                <a16:creationId xmlns:a16="http://schemas.microsoft.com/office/drawing/2014/main" id="{C59A4A1C-BC91-8854-6004-B622A22E9EFF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493712" y="3412755"/>
            <a:ext cx="1557510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ct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PRODUCT 3</a:t>
            </a:r>
          </a:p>
        </p:txBody>
      </p:sp>
      <p:sp>
        <p:nvSpPr>
          <p:cNvPr id="66" name="Text Placeholder 37">
            <a:extLst>
              <a:ext uri="{FF2B5EF4-FFF2-40B4-BE49-F238E27FC236}">
                <a16:creationId xmlns:a16="http://schemas.microsoft.com/office/drawing/2014/main" id="{AFC4003C-2D78-6DD2-FDDC-B282F51318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493712" y="2691538"/>
            <a:ext cx="1557510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ct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PRODUCT 2</a:t>
            </a:r>
          </a:p>
        </p:txBody>
      </p:sp>
    </p:spTree>
    <p:extLst>
      <p:ext uri="{BB962C8B-B14F-4D97-AF65-F5344CB8AC3E}">
        <p14:creationId xmlns:p14="http://schemas.microsoft.com/office/powerpoint/2010/main" val="61047625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St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B65F72-82C4-0D49-112D-0341D18692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12" y="342900"/>
            <a:ext cx="11202987" cy="682625"/>
          </a:xfrm>
        </p:spPr>
        <p:txBody>
          <a:bodyPr/>
          <a:lstStyle>
            <a:lvl1pPr algn="l">
              <a:defRPr sz="2800" b="1">
                <a:solidFill>
                  <a:srgbClr val="0E0D72"/>
                </a:solidFill>
              </a:defRPr>
            </a:lvl1pPr>
          </a:lstStyle>
          <a:p>
            <a:r>
              <a:rPr lang="en-US"/>
              <a:t>STAGES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CE148A68-EEA2-35E5-A0C8-5E7224E32AD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93711" y="1718713"/>
            <a:ext cx="2030547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ct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QUESTION 1</a:t>
            </a:r>
          </a:p>
        </p:txBody>
      </p:sp>
      <p:sp>
        <p:nvSpPr>
          <p:cNvPr id="41" name="Text Placeholder 37">
            <a:extLst>
              <a:ext uri="{FF2B5EF4-FFF2-40B4-BE49-F238E27FC236}">
                <a16:creationId xmlns:a16="http://schemas.microsoft.com/office/drawing/2014/main" id="{D04228B9-9383-D64A-5D88-8EBEE94EE532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493711" y="5324797"/>
            <a:ext cx="2030547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ct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QUESTION 6</a:t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594A6C2A-1AC6-AE94-CC5C-C7DA72C350F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493711" y="4603581"/>
            <a:ext cx="2030547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ct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QUESTION 5</a:t>
            </a:r>
          </a:p>
        </p:txBody>
      </p:sp>
      <p:sp>
        <p:nvSpPr>
          <p:cNvPr id="43" name="Text Placeholder 37">
            <a:extLst>
              <a:ext uri="{FF2B5EF4-FFF2-40B4-BE49-F238E27FC236}">
                <a16:creationId xmlns:a16="http://schemas.microsoft.com/office/drawing/2014/main" id="{3A7E4206-A4A7-880E-0465-63B31B298C88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93711" y="3882364"/>
            <a:ext cx="2030547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ct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QUESTION 4</a:t>
            </a:r>
          </a:p>
        </p:txBody>
      </p:sp>
      <p:sp>
        <p:nvSpPr>
          <p:cNvPr id="44" name="Text Placeholder 37">
            <a:extLst>
              <a:ext uri="{FF2B5EF4-FFF2-40B4-BE49-F238E27FC236}">
                <a16:creationId xmlns:a16="http://schemas.microsoft.com/office/drawing/2014/main" id="{901139B3-C768-17FE-F027-372AB21C6DAF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493711" y="3161147"/>
            <a:ext cx="2030547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ct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QUESTION 3</a:t>
            </a:r>
          </a:p>
        </p:txBody>
      </p:sp>
      <p:sp>
        <p:nvSpPr>
          <p:cNvPr id="45" name="Text Placeholder 37">
            <a:extLst>
              <a:ext uri="{FF2B5EF4-FFF2-40B4-BE49-F238E27FC236}">
                <a16:creationId xmlns:a16="http://schemas.microsoft.com/office/drawing/2014/main" id="{372D4A8B-8495-249F-0E16-219322FE2ACC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493711" y="2439930"/>
            <a:ext cx="2030547" cy="42266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</p:spPr>
        <p:txBody>
          <a:bodyPr lIns="108000" rIns="0" anchor="ctr"/>
          <a:lstStyle>
            <a:lvl1pPr algn="ctr">
              <a:defRPr sz="1600" b="1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QUESTION 2</a:t>
            </a:r>
          </a:p>
        </p:txBody>
      </p:sp>
      <p:sp>
        <p:nvSpPr>
          <p:cNvPr id="46" name="Text Placeholder 55">
            <a:extLst>
              <a:ext uri="{FF2B5EF4-FFF2-40B4-BE49-F238E27FC236}">
                <a16:creationId xmlns:a16="http://schemas.microsoft.com/office/drawing/2014/main" id="{3CAF87A5-1814-8C9F-2CA9-77B26AA483A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227768" y="1716396"/>
            <a:ext cx="5998425" cy="427300"/>
          </a:xfrm>
        </p:spPr>
        <p:txBody>
          <a:bodyPr lIns="108000" rIns="0" anchor="ctr"/>
          <a:lstStyle>
            <a:lvl1pPr algn="l">
              <a:defRPr sz="1600"/>
            </a:lvl1pPr>
          </a:lstStyle>
          <a:p>
            <a:pPr lvl="0"/>
            <a:r>
              <a:rPr lang="en-GB"/>
              <a:t>Answer 1</a:t>
            </a:r>
            <a:endParaRPr lang="en-RO"/>
          </a:p>
        </p:txBody>
      </p:sp>
      <p:sp>
        <p:nvSpPr>
          <p:cNvPr id="47" name="Text Placeholder 55">
            <a:extLst>
              <a:ext uri="{FF2B5EF4-FFF2-40B4-BE49-F238E27FC236}">
                <a16:creationId xmlns:a16="http://schemas.microsoft.com/office/drawing/2014/main" id="{DCC69750-09F7-5FFC-1CB9-4347C5F7D6C9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3227768" y="2435296"/>
            <a:ext cx="5998425" cy="427300"/>
          </a:xfrm>
        </p:spPr>
        <p:txBody>
          <a:bodyPr lIns="108000" rIns="0" anchor="ctr"/>
          <a:lstStyle>
            <a:lvl1pPr algn="l">
              <a:defRPr sz="1600"/>
            </a:lvl1pPr>
          </a:lstStyle>
          <a:p>
            <a:pPr lvl="0"/>
            <a:r>
              <a:rPr lang="en-GB"/>
              <a:t>Answer 2</a:t>
            </a:r>
            <a:endParaRPr lang="en-RO"/>
          </a:p>
        </p:txBody>
      </p:sp>
      <p:sp>
        <p:nvSpPr>
          <p:cNvPr id="48" name="Text Placeholder 55">
            <a:extLst>
              <a:ext uri="{FF2B5EF4-FFF2-40B4-BE49-F238E27FC236}">
                <a16:creationId xmlns:a16="http://schemas.microsoft.com/office/drawing/2014/main" id="{53CA8085-8613-B444-2846-1D394C77520C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227768" y="3165052"/>
            <a:ext cx="5998425" cy="427300"/>
          </a:xfrm>
        </p:spPr>
        <p:txBody>
          <a:bodyPr lIns="108000" rIns="0" anchor="ctr"/>
          <a:lstStyle>
            <a:lvl1pPr algn="l">
              <a:defRPr sz="1600"/>
            </a:lvl1pPr>
          </a:lstStyle>
          <a:p>
            <a:pPr lvl="0"/>
            <a:r>
              <a:rPr lang="en-GB"/>
              <a:t>Answer 3</a:t>
            </a:r>
            <a:endParaRPr lang="en-RO"/>
          </a:p>
        </p:txBody>
      </p:sp>
      <p:sp>
        <p:nvSpPr>
          <p:cNvPr id="49" name="Text Placeholder 55">
            <a:extLst>
              <a:ext uri="{FF2B5EF4-FFF2-40B4-BE49-F238E27FC236}">
                <a16:creationId xmlns:a16="http://schemas.microsoft.com/office/drawing/2014/main" id="{407061BD-05EE-B07C-2243-AEA6CD72E7E6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3227768" y="3883952"/>
            <a:ext cx="5998425" cy="427300"/>
          </a:xfrm>
        </p:spPr>
        <p:txBody>
          <a:bodyPr lIns="108000" rIns="0" anchor="ctr"/>
          <a:lstStyle>
            <a:lvl1pPr algn="l">
              <a:defRPr sz="1600"/>
            </a:lvl1pPr>
          </a:lstStyle>
          <a:p>
            <a:pPr lvl="0"/>
            <a:r>
              <a:rPr lang="en-GB"/>
              <a:t>Answer 4</a:t>
            </a:r>
            <a:endParaRPr lang="en-RO"/>
          </a:p>
        </p:txBody>
      </p:sp>
      <p:sp>
        <p:nvSpPr>
          <p:cNvPr id="50" name="Text Placeholder 55">
            <a:extLst>
              <a:ext uri="{FF2B5EF4-FFF2-40B4-BE49-F238E27FC236}">
                <a16:creationId xmlns:a16="http://schemas.microsoft.com/office/drawing/2014/main" id="{D65B776A-3B08-3BDF-0EBC-90FA32DB8FAF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3227768" y="4603434"/>
            <a:ext cx="5998425" cy="427300"/>
          </a:xfrm>
        </p:spPr>
        <p:txBody>
          <a:bodyPr lIns="108000" rIns="0" anchor="ctr"/>
          <a:lstStyle>
            <a:lvl1pPr algn="l">
              <a:defRPr sz="1600"/>
            </a:lvl1pPr>
          </a:lstStyle>
          <a:p>
            <a:pPr lvl="0"/>
            <a:r>
              <a:rPr lang="en-GB"/>
              <a:t>Answer 5</a:t>
            </a:r>
            <a:endParaRPr lang="en-RO"/>
          </a:p>
        </p:txBody>
      </p:sp>
      <p:sp>
        <p:nvSpPr>
          <p:cNvPr id="51" name="Text Placeholder 55">
            <a:extLst>
              <a:ext uri="{FF2B5EF4-FFF2-40B4-BE49-F238E27FC236}">
                <a16:creationId xmlns:a16="http://schemas.microsoft.com/office/drawing/2014/main" id="{14179B4D-A45E-8A14-D5D9-4EFA0F949A5A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3227768" y="5322334"/>
            <a:ext cx="5998425" cy="427300"/>
          </a:xfrm>
        </p:spPr>
        <p:txBody>
          <a:bodyPr lIns="108000" rIns="0" anchor="ctr"/>
          <a:lstStyle>
            <a:lvl1pPr algn="l">
              <a:defRPr sz="1600"/>
            </a:lvl1pPr>
          </a:lstStyle>
          <a:p>
            <a:pPr lvl="0"/>
            <a:r>
              <a:rPr lang="en-GB"/>
              <a:t>Answer 6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69018852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B65F72-82C4-0D49-112D-0341D18692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12" y="342900"/>
            <a:ext cx="11202987" cy="682625"/>
          </a:xfrm>
        </p:spPr>
        <p:txBody>
          <a:bodyPr/>
          <a:lstStyle>
            <a:lvl1pPr algn="l"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en-US"/>
              <a:t>ACCOUNT GROWTH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3E913ED-1A9C-0111-16E3-FFA01C37B4CE}"/>
              </a:ext>
            </a:extLst>
          </p:cNvPr>
          <p:cNvCxnSpPr>
            <a:cxnSpLocks/>
          </p:cNvCxnSpPr>
          <p:nvPr userDrawn="1"/>
        </p:nvCxnSpPr>
        <p:spPr>
          <a:xfrm>
            <a:off x="493712" y="3578087"/>
            <a:ext cx="11202978" cy="0"/>
          </a:xfrm>
          <a:prstGeom prst="line">
            <a:avLst/>
          </a:prstGeom>
          <a:ln w="31750" cap="rnd">
            <a:gradFill>
              <a:gsLst>
                <a:gs pos="0">
                  <a:srgbClr val="01B0FE"/>
                </a:gs>
                <a:gs pos="100000">
                  <a:schemeClr val="accent2"/>
                </a:gs>
              </a:gsLst>
              <a:lin ang="0" scaled="0"/>
            </a:gradFill>
            <a:round/>
            <a:headEnd type="none" w="lg" len="lg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5F09012-56A3-8311-F818-D8C28A756D28}"/>
              </a:ext>
            </a:extLst>
          </p:cNvPr>
          <p:cNvSpPr/>
          <p:nvPr userDrawn="1"/>
        </p:nvSpPr>
        <p:spPr>
          <a:xfrm>
            <a:off x="1231943" y="3498574"/>
            <a:ext cx="159026" cy="15902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6000"/>
              </a:lnSpc>
            </a:pPr>
            <a:endParaRPr lang="en-RO" b="0" i="0">
              <a:solidFill>
                <a:schemeClr val="bg1"/>
              </a:solidFill>
              <a:latin typeface="ES Build Neutral" pitchFamily="2" charset="77"/>
              <a:cs typeface="Microsoft Sans Serif" panose="020B060402020202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C3F5292-754B-D4A5-DB2A-A8BE57C0C0B1}"/>
              </a:ext>
            </a:extLst>
          </p:cNvPr>
          <p:cNvSpPr/>
          <p:nvPr userDrawn="1"/>
        </p:nvSpPr>
        <p:spPr>
          <a:xfrm>
            <a:off x="3577640" y="3498574"/>
            <a:ext cx="159026" cy="15902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6000"/>
              </a:lnSpc>
            </a:pPr>
            <a:endParaRPr lang="en-RO" b="0" i="0">
              <a:solidFill>
                <a:schemeClr val="bg1"/>
              </a:solidFill>
              <a:latin typeface="ES Build Neutral" pitchFamily="2" charset="77"/>
              <a:cs typeface="Microsoft Sans Serif" panose="020B06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829D20C-6783-8673-7671-FF711D6EEC85}"/>
              </a:ext>
            </a:extLst>
          </p:cNvPr>
          <p:cNvSpPr/>
          <p:nvPr userDrawn="1"/>
        </p:nvSpPr>
        <p:spPr>
          <a:xfrm>
            <a:off x="5923337" y="3498574"/>
            <a:ext cx="159026" cy="15902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6000"/>
              </a:lnSpc>
            </a:pPr>
            <a:endParaRPr lang="en-RO" b="0" i="0">
              <a:solidFill>
                <a:schemeClr val="bg1"/>
              </a:solidFill>
              <a:latin typeface="ES Build Neutral" pitchFamily="2" charset="77"/>
              <a:cs typeface="Microsoft Sans Serif" panose="020B060402020202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1ED54B9-94D6-3298-DAA0-7B164FC16B6D}"/>
              </a:ext>
            </a:extLst>
          </p:cNvPr>
          <p:cNvSpPr/>
          <p:nvPr userDrawn="1"/>
        </p:nvSpPr>
        <p:spPr>
          <a:xfrm>
            <a:off x="8269034" y="3498574"/>
            <a:ext cx="159026" cy="15902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6000"/>
              </a:lnSpc>
            </a:pPr>
            <a:endParaRPr lang="en-RO" b="0" i="0">
              <a:solidFill>
                <a:schemeClr val="bg1"/>
              </a:solidFill>
              <a:latin typeface="ES Build Neutral" pitchFamily="2" charset="77"/>
              <a:cs typeface="Microsoft Sans Serif" panose="020B0604020202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2DC7183-3234-105F-8D60-DD77DCFBC975}"/>
              </a:ext>
            </a:extLst>
          </p:cNvPr>
          <p:cNvSpPr/>
          <p:nvPr userDrawn="1"/>
        </p:nvSpPr>
        <p:spPr>
          <a:xfrm>
            <a:off x="10614730" y="3498574"/>
            <a:ext cx="159026" cy="15902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6000"/>
              </a:lnSpc>
            </a:pPr>
            <a:endParaRPr lang="en-RO" b="0" i="0">
              <a:solidFill>
                <a:schemeClr val="bg1"/>
              </a:solidFill>
              <a:latin typeface="ES Build Neutral" pitchFamily="2" charset="77"/>
              <a:cs typeface="Microsoft Sans Serif" panose="020B0604020202020204" pitchFamily="34" charset="0"/>
            </a:endParaRPr>
          </a:p>
        </p:txBody>
      </p:sp>
      <p:sp>
        <p:nvSpPr>
          <p:cNvPr id="20" name="Picture Placeholder 24">
            <a:extLst>
              <a:ext uri="{FF2B5EF4-FFF2-40B4-BE49-F238E27FC236}">
                <a16:creationId xmlns:a16="http://schemas.microsoft.com/office/drawing/2014/main" id="{8A716419-F524-9FF1-6125-980C21ABF35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62337" y="2044095"/>
            <a:ext cx="898238" cy="87666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28" name="Picture Placeholder 24">
            <a:extLst>
              <a:ext uri="{FF2B5EF4-FFF2-40B4-BE49-F238E27FC236}">
                <a16:creationId xmlns:a16="http://schemas.microsoft.com/office/drawing/2014/main" id="{450F2FA3-74EE-E87C-E258-BCCCA09743B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213651" y="2044095"/>
            <a:ext cx="898238" cy="87666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32" name="Picture Placeholder 24">
            <a:extLst>
              <a:ext uri="{FF2B5EF4-FFF2-40B4-BE49-F238E27FC236}">
                <a16:creationId xmlns:a16="http://schemas.microsoft.com/office/drawing/2014/main" id="{61A88803-6D38-BC91-AC27-1E0D686194B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535937" y="2044095"/>
            <a:ext cx="898238" cy="87666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41" name="Picture Placeholder 24">
            <a:extLst>
              <a:ext uri="{FF2B5EF4-FFF2-40B4-BE49-F238E27FC236}">
                <a16:creationId xmlns:a16="http://schemas.microsoft.com/office/drawing/2014/main" id="{35AEE275-FE36-1675-236F-727297EC7C4A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7916280" y="2044095"/>
            <a:ext cx="898238" cy="87666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45" name="Picture Placeholder 24">
            <a:extLst>
              <a:ext uri="{FF2B5EF4-FFF2-40B4-BE49-F238E27FC236}">
                <a16:creationId xmlns:a16="http://schemas.microsoft.com/office/drawing/2014/main" id="{F3413C32-BBFF-3FF0-469C-67493D6D5DC2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34756" y="2044095"/>
            <a:ext cx="898238" cy="87666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RO"/>
              <a:t>Icon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244BC2B1-B371-AA13-D98C-37A949609C6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95715" y="3111500"/>
            <a:ext cx="1631482" cy="231775"/>
          </a:xfrm>
        </p:spPr>
        <p:txBody>
          <a:bodyPr anchor="b"/>
          <a:lstStyle>
            <a:lvl1pPr algn="ctr">
              <a:defRPr sz="1400" b="1" i="0">
                <a:solidFill>
                  <a:srgbClr val="0E0D72"/>
                </a:solidFill>
                <a:latin typeface="ES Build Neutral" pitchFamily="2" charset="77"/>
                <a:ea typeface="ES Build Neutral" pitchFamily="2" charset="77"/>
              </a:defRPr>
            </a:lvl1pPr>
          </a:lstStyle>
          <a:p>
            <a:pPr lvl="0"/>
            <a:r>
              <a:rPr lang="en-GB"/>
              <a:t>YEAR</a:t>
            </a:r>
            <a:endParaRPr lang="en-RO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7936017C-3902-669B-A068-25EF6774D69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95534" y="3805238"/>
            <a:ext cx="1631482" cy="422665"/>
          </a:xfrm>
        </p:spPr>
        <p:txBody>
          <a:bodyPr anchor="b"/>
          <a:lstStyle>
            <a:lvl1pPr algn="ctr">
              <a:defRPr sz="1800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Point 1</a:t>
            </a:r>
            <a:endParaRPr lang="en-RO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E3E1C227-E1D2-4BCD-9C98-D08376F8F77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20920" y="4360863"/>
            <a:ext cx="1604276" cy="1514475"/>
          </a:xfrm>
        </p:spPr>
        <p:txBody>
          <a:bodyPr/>
          <a:lstStyle>
            <a:lvl1pPr algn="ctr">
              <a:defRPr sz="1400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Point description</a:t>
            </a:r>
            <a:endParaRPr lang="en-RO"/>
          </a:p>
        </p:txBody>
      </p:sp>
      <p:sp>
        <p:nvSpPr>
          <p:cNvPr id="53" name="Text Placeholder 47">
            <a:extLst>
              <a:ext uri="{FF2B5EF4-FFF2-40B4-BE49-F238E27FC236}">
                <a16:creationId xmlns:a16="http://schemas.microsoft.com/office/drawing/2014/main" id="{419B02E6-9573-179C-766D-766491520A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835504" y="3111500"/>
            <a:ext cx="1631482" cy="231775"/>
          </a:xfrm>
        </p:spPr>
        <p:txBody>
          <a:bodyPr anchor="b"/>
          <a:lstStyle>
            <a:lvl1pPr algn="ctr">
              <a:defRPr sz="1400" b="1" i="0">
                <a:solidFill>
                  <a:srgbClr val="0E0D72"/>
                </a:solidFill>
                <a:latin typeface="ES Build Neutral" pitchFamily="2" charset="77"/>
                <a:ea typeface="ES Build Neutral" pitchFamily="2" charset="77"/>
              </a:defRPr>
            </a:lvl1pPr>
          </a:lstStyle>
          <a:p>
            <a:pPr lvl="0"/>
            <a:r>
              <a:rPr lang="en-GB"/>
              <a:t>YEAR</a:t>
            </a:r>
            <a:endParaRPr lang="en-RO"/>
          </a:p>
        </p:txBody>
      </p:sp>
      <p:sp>
        <p:nvSpPr>
          <p:cNvPr id="54" name="Text Placeholder 49">
            <a:extLst>
              <a:ext uri="{FF2B5EF4-FFF2-40B4-BE49-F238E27FC236}">
                <a16:creationId xmlns:a16="http://schemas.microsoft.com/office/drawing/2014/main" id="{1DCC8D81-5484-D16C-02F1-DD33D32399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835323" y="3805238"/>
            <a:ext cx="1631482" cy="422665"/>
          </a:xfrm>
        </p:spPr>
        <p:txBody>
          <a:bodyPr anchor="b"/>
          <a:lstStyle>
            <a:lvl1pPr algn="ctr">
              <a:defRPr sz="1800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Point 1</a:t>
            </a:r>
            <a:endParaRPr lang="en-RO"/>
          </a:p>
        </p:txBody>
      </p:sp>
      <p:sp>
        <p:nvSpPr>
          <p:cNvPr id="55" name="Text Placeholder 51">
            <a:extLst>
              <a:ext uri="{FF2B5EF4-FFF2-40B4-BE49-F238E27FC236}">
                <a16:creationId xmlns:a16="http://schemas.microsoft.com/office/drawing/2014/main" id="{AC1E1EC5-8115-9B2B-BEF5-E8326036B7C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860709" y="4360863"/>
            <a:ext cx="1604276" cy="1514475"/>
          </a:xfrm>
        </p:spPr>
        <p:txBody>
          <a:bodyPr/>
          <a:lstStyle>
            <a:lvl1pPr algn="ctr">
              <a:defRPr sz="1400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Point description</a:t>
            </a:r>
            <a:endParaRPr lang="en-RO"/>
          </a:p>
        </p:txBody>
      </p:sp>
      <p:sp>
        <p:nvSpPr>
          <p:cNvPr id="56" name="Text Placeholder 47">
            <a:extLst>
              <a:ext uri="{FF2B5EF4-FFF2-40B4-BE49-F238E27FC236}">
                <a16:creationId xmlns:a16="http://schemas.microsoft.com/office/drawing/2014/main" id="{F6BC3B0A-4D98-77BF-12A5-0D9F719B9B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202186" y="3111500"/>
            <a:ext cx="1631482" cy="231775"/>
          </a:xfrm>
        </p:spPr>
        <p:txBody>
          <a:bodyPr anchor="b"/>
          <a:lstStyle>
            <a:lvl1pPr algn="ctr">
              <a:defRPr sz="1400" b="1" i="0">
                <a:solidFill>
                  <a:srgbClr val="0E0D72"/>
                </a:solidFill>
                <a:latin typeface="ES Build Neutral" pitchFamily="2" charset="77"/>
                <a:ea typeface="ES Build Neutral" pitchFamily="2" charset="77"/>
              </a:defRPr>
            </a:lvl1pPr>
          </a:lstStyle>
          <a:p>
            <a:pPr lvl="0"/>
            <a:r>
              <a:rPr lang="en-GB"/>
              <a:t>YEAR</a:t>
            </a:r>
            <a:endParaRPr lang="en-RO"/>
          </a:p>
        </p:txBody>
      </p:sp>
      <p:sp>
        <p:nvSpPr>
          <p:cNvPr id="57" name="Text Placeholder 49">
            <a:extLst>
              <a:ext uri="{FF2B5EF4-FFF2-40B4-BE49-F238E27FC236}">
                <a16:creationId xmlns:a16="http://schemas.microsoft.com/office/drawing/2014/main" id="{7894574A-6D3C-F724-8320-C28DF9F4182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202005" y="3805238"/>
            <a:ext cx="1631482" cy="422665"/>
          </a:xfrm>
        </p:spPr>
        <p:txBody>
          <a:bodyPr anchor="b"/>
          <a:lstStyle>
            <a:lvl1pPr algn="ctr">
              <a:defRPr sz="1800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Point 1</a:t>
            </a:r>
            <a:endParaRPr lang="en-RO"/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95CE8B15-721F-9A95-00C6-EDF36947AE3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227391" y="4360863"/>
            <a:ext cx="1604276" cy="1514475"/>
          </a:xfrm>
        </p:spPr>
        <p:txBody>
          <a:bodyPr/>
          <a:lstStyle>
            <a:lvl1pPr algn="ctr">
              <a:defRPr sz="1400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Point description</a:t>
            </a:r>
            <a:endParaRPr lang="en-RO"/>
          </a:p>
        </p:txBody>
      </p:sp>
      <p:sp>
        <p:nvSpPr>
          <p:cNvPr id="59" name="Text Placeholder 47">
            <a:extLst>
              <a:ext uri="{FF2B5EF4-FFF2-40B4-BE49-F238E27FC236}">
                <a16:creationId xmlns:a16="http://schemas.microsoft.com/office/drawing/2014/main" id="{60A92781-D872-6118-76A2-79693C6BE4B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95762" y="3111500"/>
            <a:ext cx="1631482" cy="231775"/>
          </a:xfrm>
        </p:spPr>
        <p:txBody>
          <a:bodyPr anchor="b"/>
          <a:lstStyle>
            <a:lvl1pPr algn="ctr">
              <a:defRPr sz="1400" b="1" i="0">
                <a:solidFill>
                  <a:srgbClr val="0E0D72"/>
                </a:solidFill>
                <a:latin typeface="ES Build Neutral" pitchFamily="2" charset="77"/>
                <a:ea typeface="ES Build Neutral" pitchFamily="2" charset="77"/>
              </a:defRPr>
            </a:lvl1pPr>
          </a:lstStyle>
          <a:p>
            <a:pPr lvl="0"/>
            <a:r>
              <a:rPr lang="en-GB"/>
              <a:t>YEAR</a:t>
            </a:r>
            <a:endParaRPr lang="en-RO"/>
          </a:p>
        </p:txBody>
      </p:sp>
      <p:sp>
        <p:nvSpPr>
          <p:cNvPr id="60" name="Text Placeholder 49">
            <a:extLst>
              <a:ext uri="{FF2B5EF4-FFF2-40B4-BE49-F238E27FC236}">
                <a16:creationId xmlns:a16="http://schemas.microsoft.com/office/drawing/2014/main" id="{23A03870-B457-A5B3-E02A-70EB405CF1F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95581" y="3805238"/>
            <a:ext cx="1631482" cy="422665"/>
          </a:xfrm>
        </p:spPr>
        <p:txBody>
          <a:bodyPr anchor="b"/>
          <a:lstStyle>
            <a:lvl1pPr algn="ctr">
              <a:defRPr sz="1800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Point 1</a:t>
            </a:r>
            <a:endParaRPr lang="en-RO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50FEF754-18E5-8964-AEEC-DB3CA493AE9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620967" y="4360863"/>
            <a:ext cx="1604276" cy="1514475"/>
          </a:xfrm>
        </p:spPr>
        <p:txBody>
          <a:bodyPr/>
          <a:lstStyle>
            <a:lvl1pPr algn="ctr">
              <a:defRPr sz="1400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Point description</a:t>
            </a:r>
            <a:endParaRPr lang="en-RO"/>
          </a:p>
        </p:txBody>
      </p:sp>
      <p:sp>
        <p:nvSpPr>
          <p:cNvPr id="62" name="Text Placeholder 47">
            <a:extLst>
              <a:ext uri="{FF2B5EF4-FFF2-40B4-BE49-F238E27FC236}">
                <a16:creationId xmlns:a16="http://schemas.microsoft.com/office/drawing/2014/main" id="{A567219A-814D-7BF2-149F-01B6EE7BCB9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868315" y="3111500"/>
            <a:ext cx="1631482" cy="231775"/>
          </a:xfrm>
        </p:spPr>
        <p:txBody>
          <a:bodyPr anchor="b"/>
          <a:lstStyle>
            <a:lvl1pPr algn="ctr">
              <a:defRPr sz="1400" b="1" i="0">
                <a:solidFill>
                  <a:srgbClr val="0E0D72"/>
                </a:solidFill>
                <a:latin typeface="ES Build Neutral" pitchFamily="2" charset="77"/>
                <a:ea typeface="ES Build Neutral" pitchFamily="2" charset="77"/>
              </a:defRPr>
            </a:lvl1pPr>
          </a:lstStyle>
          <a:p>
            <a:pPr lvl="0"/>
            <a:r>
              <a:rPr lang="en-GB"/>
              <a:t>YEAR</a:t>
            </a:r>
            <a:endParaRPr lang="en-RO"/>
          </a:p>
        </p:txBody>
      </p:sp>
      <p:sp>
        <p:nvSpPr>
          <p:cNvPr id="63" name="Text Placeholder 49">
            <a:extLst>
              <a:ext uri="{FF2B5EF4-FFF2-40B4-BE49-F238E27FC236}">
                <a16:creationId xmlns:a16="http://schemas.microsoft.com/office/drawing/2014/main" id="{2ABED6A7-86E9-262F-2D6A-05B98734957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868134" y="3805238"/>
            <a:ext cx="1631482" cy="422665"/>
          </a:xfrm>
        </p:spPr>
        <p:txBody>
          <a:bodyPr anchor="b"/>
          <a:lstStyle>
            <a:lvl1pPr algn="ctr">
              <a:defRPr sz="1800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Point 1</a:t>
            </a:r>
            <a:endParaRPr lang="en-RO"/>
          </a:p>
        </p:txBody>
      </p:sp>
      <p:sp>
        <p:nvSpPr>
          <p:cNvPr id="64" name="Text Placeholder 51">
            <a:extLst>
              <a:ext uri="{FF2B5EF4-FFF2-40B4-BE49-F238E27FC236}">
                <a16:creationId xmlns:a16="http://schemas.microsoft.com/office/drawing/2014/main" id="{6E1D94CB-CBE4-D91B-E406-3C0004637CA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893520" y="4360863"/>
            <a:ext cx="1604276" cy="1514475"/>
          </a:xfrm>
        </p:spPr>
        <p:txBody>
          <a:bodyPr/>
          <a:lstStyle>
            <a:lvl1pPr algn="ctr">
              <a:defRPr sz="1400">
                <a:solidFill>
                  <a:srgbClr val="0E0D72"/>
                </a:solidFill>
              </a:defRPr>
            </a:lvl1pPr>
          </a:lstStyle>
          <a:p>
            <a:pPr lvl="0"/>
            <a:r>
              <a:rPr lang="en-GB"/>
              <a:t>Point description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63606661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 Slide Dark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ue and green gradient background&#10;&#10;Description automatically generated">
            <a:extLst>
              <a:ext uri="{FF2B5EF4-FFF2-40B4-BE49-F238E27FC236}">
                <a16:creationId xmlns:a16="http://schemas.microsoft.com/office/drawing/2014/main" id="{91FDE543-C56A-3818-75DC-AAE4F74836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aphic 8">
            <a:extLst>
              <a:ext uri="{FF2B5EF4-FFF2-40B4-BE49-F238E27FC236}">
                <a16:creationId xmlns:a16="http://schemas.microsoft.com/office/drawing/2014/main" id="{DCF6184E-D152-B7E9-ABE5-F7C43ECF7CE9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A1F908C-3E5C-373B-ECC5-67780527D693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8DAF9DBA-0300-8BDD-782D-97C2E998A5E9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7EB7E472-2956-F649-57E8-A55C163C6533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62FD5A80-D007-529A-9235-8E7261C2266A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62BE15F8-1CEF-0AE3-CA31-E93B6CA3A87D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F5142990-0CC3-A946-E335-75575EBA2A33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A3A7C860-CF68-EDAE-D470-17D9E7715D0A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B160CA8A-66B2-D4BD-A54B-BA9414D2C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931" y="2597150"/>
            <a:ext cx="6737350" cy="1682750"/>
          </a:xfrm>
        </p:spPr>
        <p:txBody>
          <a:bodyPr anchor="ctr"/>
          <a:lstStyle>
            <a:lvl1pPr algn="l">
              <a:defRPr sz="6600" b="1">
                <a:solidFill>
                  <a:schemeClr val="bg1"/>
                </a:solidFill>
                <a:latin typeface="ES Build" pitchFamily="2" charset="77"/>
                <a:ea typeface="ES Build" pitchFamily="2" charset="77"/>
              </a:defRPr>
            </a:lvl1pPr>
          </a:lstStyle>
          <a:p>
            <a:pPr lvl="0"/>
            <a:r>
              <a:rPr lang="en-US" dirty="0"/>
              <a:t>Thank You</a:t>
            </a:r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66619439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 Slide Dark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85B1A7-5EA9-EDD3-CE72-1429DB45FB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aphic 8">
            <a:extLst>
              <a:ext uri="{FF2B5EF4-FFF2-40B4-BE49-F238E27FC236}">
                <a16:creationId xmlns:a16="http://schemas.microsoft.com/office/drawing/2014/main" id="{DCF6184E-D152-B7E9-ABE5-F7C43ECF7CE9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A1F908C-3E5C-373B-ECC5-67780527D693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8DAF9DBA-0300-8BDD-782D-97C2E998A5E9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7EB7E472-2956-F649-57E8-A55C163C6533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62FD5A80-D007-529A-9235-8E7261C2266A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62BE15F8-1CEF-0AE3-CA31-E93B6CA3A87D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F5142990-0CC3-A946-E335-75575EBA2A33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A3A7C860-CF68-EDAE-D470-17D9E7715D0A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53ABB7F-18CD-FD4F-EE6C-BA74AD81A1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931" y="2597150"/>
            <a:ext cx="6737350" cy="1682750"/>
          </a:xfrm>
        </p:spPr>
        <p:txBody>
          <a:bodyPr anchor="ctr"/>
          <a:lstStyle>
            <a:lvl1pPr algn="l">
              <a:defRPr sz="6600" b="1">
                <a:solidFill>
                  <a:schemeClr val="bg1"/>
                </a:solidFill>
                <a:latin typeface="ES Build" pitchFamily="2" charset="77"/>
                <a:ea typeface="ES Build" pitchFamily="2" charset="77"/>
              </a:defRPr>
            </a:lvl1pPr>
          </a:lstStyle>
          <a:p>
            <a:pPr lvl="0"/>
            <a:r>
              <a:rPr lang="en-US" dirty="0"/>
              <a:t>Thank You</a:t>
            </a:r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39253003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 Slide Dark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94E0B1-74A1-CA51-B80C-BF0C07C095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aphic 8">
            <a:extLst>
              <a:ext uri="{FF2B5EF4-FFF2-40B4-BE49-F238E27FC236}">
                <a16:creationId xmlns:a16="http://schemas.microsoft.com/office/drawing/2014/main" id="{DCF6184E-D152-B7E9-ABE5-F7C43ECF7CE9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A1F908C-3E5C-373B-ECC5-67780527D693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8DAF9DBA-0300-8BDD-782D-97C2E998A5E9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7EB7E472-2956-F649-57E8-A55C163C6533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62FD5A80-D007-529A-9235-8E7261C2266A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62BE15F8-1CEF-0AE3-CA31-E93B6CA3A87D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F5142990-0CC3-A946-E335-75575EBA2A33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A3A7C860-CF68-EDAE-D470-17D9E7715D0A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31F3A47B-827A-D857-FBFD-C677B28161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931" y="2597150"/>
            <a:ext cx="6737350" cy="1682750"/>
          </a:xfrm>
        </p:spPr>
        <p:txBody>
          <a:bodyPr anchor="ctr"/>
          <a:lstStyle>
            <a:lvl1pPr algn="l">
              <a:defRPr sz="6600" b="1">
                <a:solidFill>
                  <a:schemeClr val="bg1"/>
                </a:solidFill>
                <a:latin typeface="ES Build" pitchFamily="2" charset="77"/>
                <a:ea typeface="ES Build" pitchFamily="2" charset="77"/>
              </a:defRPr>
            </a:lvl1pPr>
          </a:lstStyle>
          <a:p>
            <a:pPr lvl="0"/>
            <a:r>
              <a:rPr lang="en-US" dirty="0"/>
              <a:t>Thank You</a:t>
            </a:r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39950835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 Slide Ligh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B3144B-C870-3DD7-E33D-242E5382BA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aphic 8">
            <a:extLst>
              <a:ext uri="{FF2B5EF4-FFF2-40B4-BE49-F238E27FC236}">
                <a16:creationId xmlns:a16="http://schemas.microsoft.com/office/drawing/2014/main" id="{DCF6184E-D152-B7E9-ABE5-F7C43ECF7CE9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A1F908C-3E5C-373B-ECC5-67780527D693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8DAF9DBA-0300-8BDD-782D-97C2E998A5E9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7EB7E472-2956-F649-57E8-A55C163C6533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62FD5A80-D007-529A-9235-8E7261C2266A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62BE15F8-1CEF-0AE3-CA31-E93B6CA3A87D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F5142990-0CC3-A946-E335-75575EBA2A33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A3A7C860-CF68-EDAE-D470-17D9E7715D0A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6DB22D5D-1A11-25BD-BA20-6BE7975594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931" y="2597150"/>
            <a:ext cx="6737350" cy="1682750"/>
          </a:xfrm>
        </p:spPr>
        <p:txBody>
          <a:bodyPr anchor="ctr"/>
          <a:lstStyle>
            <a:lvl1pPr algn="l">
              <a:defRPr sz="6600" b="1">
                <a:solidFill>
                  <a:srgbClr val="002060"/>
                </a:solidFill>
                <a:latin typeface="ES Build" pitchFamily="2" charset="77"/>
                <a:ea typeface="ES Build" pitchFamily="2" charset="77"/>
              </a:defRPr>
            </a:lvl1pPr>
          </a:lstStyle>
          <a:p>
            <a:pPr lvl="0"/>
            <a:r>
              <a:rPr lang="en-US" dirty="0"/>
              <a:t>Thank You</a:t>
            </a:r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141075963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 Slide Ligh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0BCD14-5DC4-CB92-BDA4-1260D7E507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aphic 8">
            <a:extLst>
              <a:ext uri="{FF2B5EF4-FFF2-40B4-BE49-F238E27FC236}">
                <a16:creationId xmlns:a16="http://schemas.microsoft.com/office/drawing/2014/main" id="{DCF6184E-D152-B7E9-ABE5-F7C43ECF7CE9}"/>
              </a:ext>
            </a:extLst>
          </p:cNvPr>
          <p:cNvGrpSpPr/>
          <p:nvPr userDrawn="1"/>
        </p:nvGrpSpPr>
        <p:grpSpPr>
          <a:xfrm>
            <a:off x="782097" y="517392"/>
            <a:ext cx="1325503" cy="396622"/>
            <a:chOff x="689187" y="517392"/>
            <a:chExt cx="1325503" cy="39662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A1F908C-3E5C-373B-ECC5-67780527D693}"/>
                </a:ext>
              </a:extLst>
            </p:cNvPr>
            <p:cNvSpPr/>
            <p:nvPr/>
          </p:nvSpPr>
          <p:spPr>
            <a:xfrm>
              <a:off x="689187" y="517392"/>
              <a:ext cx="1325503" cy="396622"/>
            </a:xfrm>
            <a:custGeom>
              <a:avLst/>
              <a:gdLst>
                <a:gd name="csX0" fmla="*/ 13259 w 1325503"/>
                <a:gd name="csY0" fmla="*/ 80564 h 396622"/>
                <a:gd name="csX1" fmla="*/ 0 w 1325503"/>
                <a:gd name="csY1" fmla="*/ 111963 h 396622"/>
                <a:gd name="csX2" fmla="*/ 0 w 1325503"/>
                <a:gd name="csY2" fmla="*/ 396622 h 396622"/>
                <a:gd name="csX3" fmla="*/ 1214044 w 1325503"/>
                <a:gd name="csY3" fmla="*/ 396622 h 396622"/>
                <a:gd name="csX4" fmla="*/ 1245534 w 1325503"/>
                <a:gd name="csY4" fmla="*/ 383402 h 396622"/>
                <a:gd name="csX5" fmla="*/ 1312245 w 1325503"/>
                <a:gd name="csY5" fmla="*/ 316885 h 396622"/>
                <a:gd name="csX6" fmla="*/ 1325504 w 1325503"/>
                <a:gd name="csY6" fmla="*/ 285485 h 396622"/>
                <a:gd name="csX7" fmla="*/ 1325504 w 1325503"/>
                <a:gd name="csY7" fmla="*/ 0 h 396622"/>
                <a:gd name="csX8" fmla="*/ 112703 w 1325503"/>
                <a:gd name="csY8" fmla="*/ 0 h 396622"/>
                <a:gd name="csX9" fmla="*/ 81212 w 1325503"/>
                <a:gd name="csY9" fmla="*/ 13221 h 396622"/>
                <a:gd name="csX10" fmla="*/ 13259 w 1325503"/>
                <a:gd name="csY10" fmla="*/ 80564 h 39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5503" h="396622">
                  <a:moveTo>
                    <a:pt x="13259" y="80564"/>
                  </a:moveTo>
                  <a:cubicBezTo>
                    <a:pt x="4972" y="88827"/>
                    <a:pt x="0" y="100395"/>
                    <a:pt x="0" y="111963"/>
                  </a:cubicBezTo>
                  <a:lnTo>
                    <a:pt x="0" y="396622"/>
                  </a:lnTo>
                  <a:lnTo>
                    <a:pt x="1214044" y="396622"/>
                  </a:lnTo>
                  <a:cubicBezTo>
                    <a:pt x="1226060" y="396622"/>
                    <a:pt x="1237247" y="392078"/>
                    <a:pt x="1245534" y="383402"/>
                  </a:cubicBezTo>
                  <a:lnTo>
                    <a:pt x="1312245" y="316885"/>
                  </a:lnTo>
                  <a:cubicBezTo>
                    <a:pt x="1320532" y="308622"/>
                    <a:pt x="1325504" y="297054"/>
                    <a:pt x="1325504" y="285485"/>
                  </a:cubicBezTo>
                  <a:lnTo>
                    <a:pt x="1325504" y="0"/>
                  </a:lnTo>
                  <a:lnTo>
                    <a:pt x="112703" y="0"/>
                  </a:lnTo>
                  <a:cubicBezTo>
                    <a:pt x="100687" y="0"/>
                    <a:pt x="89499" y="4545"/>
                    <a:pt x="81212" y="13221"/>
                  </a:cubicBezTo>
                  <a:lnTo>
                    <a:pt x="13259" y="80564"/>
                  </a:lnTo>
                  <a:close/>
                </a:path>
              </a:pathLst>
            </a:custGeom>
            <a:solidFill>
              <a:srgbClr val="00D15F"/>
            </a:solidFill>
            <a:ln w="413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8DAF9DBA-0300-8BDD-782D-97C2E998A5E9}"/>
                </a:ext>
              </a:extLst>
            </p:cNvPr>
            <p:cNvGrpSpPr/>
            <p:nvPr/>
          </p:nvGrpSpPr>
          <p:grpSpPr>
            <a:xfrm>
              <a:off x="783659" y="616135"/>
              <a:ext cx="1112528" cy="199137"/>
              <a:chOff x="783659" y="616135"/>
              <a:chExt cx="1112528" cy="199137"/>
            </a:xfrm>
            <a:solidFill>
              <a:srgbClr val="FFFFFF"/>
            </a:solidFill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7EB7E472-2956-F649-57E8-A55C163C6533}"/>
                  </a:ext>
                </a:extLst>
              </p:cNvPr>
              <p:cNvSpPr/>
              <p:nvPr/>
            </p:nvSpPr>
            <p:spPr>
              <a:xfrm>
                <a:off x="783659" y="620679"/>
                <a:ext cx="217533" cy="190874"/>
              </a:xfrm>
              <a:custGeom>
                <a:avLst/>
                <a:gdLst>
                  <a:gd name="csX0" fmla="*/ 91571 w 217533"/>
                  <a:gd name="csY0" fmla="*/ 190461 h 190874"/>
                  <a:gd name="csX1" fmla="*/ 0 w 217533"/>
                  <a:gd name="csY1" fmla="*/ 0 h 190874"/>
                  <a:gd name="csX2" fmla="*/ 41435 w 217533"/>
                  <a:gd name="csY2" fmla="*/ 0 h 190874"/>
                  <a:gd name="csX3" fmla="*/ 108560 w 217533"/>
                  <a:gd name="csY3" fmla="*/ 143362 h 190874"/>
                  <a:gd name="csX4" fmla="*/ 109388 w 217533"/>
                  <a:gd name="csY4" fmla="*/ 143362 h 190874"/>
                  <a:gd name="csX5" fmla="*/ 176513 w 217533"/>
                  <a:gd name="csY5" fmla="*/ 0 h 190874"/>
                  <a:gd name="csX6" fmla="*/ 217533 w 217533"/>
                  <a:gd name="csY6" fmla="*/ 0 h 190874"/>
                  <a:gd name="csX7" fmla="*/ 125962 w 217533"/>
                  <a:gd name="csY7" fmla="*/ 190874 h 190874"/>
                  <a:gd name="csX8" fmla="*/ 91571 w 217533"/>
                  <a:gd name="csY8" fmla="*/ 190461 h 190874"/>
                  <a:gd name="csX9" fmla="*/ 91571 w 217533"/>
                  <a:gd name="csY9" fmla="*/ 190461 h 19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17533" h="190874">
                    <a:moveTo>
                      <a:pt x="91571" y="190461"/>
                    </a:moveTo>
                    <a:lnTo>
                      <a:pt x="0" y="0"/>
                    </a:lnTo>
                    <a:lnTo>
                      <a:pt x="41435" y="0"/>
                    </a:lnTo>
                    <a:cubicBezTo>
                      <a:pt x="41435" y="0"/>
                      <a:pt x="106902" y="136752"/>
                      <a:pt x="108560" y="143362"/>
                    </a:cubicBezTo>
                    <a:lnTo>
                      <a:pt x="109388" y="143362"/>
                    </a:lnTo>
                    <a:cubicBezTo>
                      <a:pt x="111046" y="136339"/>
                      <a:pt x="176513" y="0"/>
                      <a:pt x="176513" y="0"/>
                    </a:cubicBezTo>
                    <a:lnTo>
                      <a:pt x="217533" y="0"/>
                    </a:lnTo>
                    <a:lnTo>
                      <a:pt x="125962" y="190874"/>
                    </a:lnTo>
                    <a:lnTo>
                      <a:pt x="91571" y="190461"/>
                    </a:lnTo>
                    <a:lnTo>
                      <a:pt x="91571" y="190461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62FD5A80-D007-529A-9235-8E7261C2266A}"/>
                  </a:ext>
                </a:extLst>
              </p:cNvPr>
              <p:cNvSpPr/>
              <p:nvPr/>
            </p:nvSpPr>
            <p:spPr>
              <a:xfrm>
                <a:off x="991248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62BE15F8-1CEF-0AE3-CA31-E93B6CA3A87D}"/>
                  </a:ext>
                </a:extLst>
              </p:cNvPr>
              <p:cNvSpPr/>
              <p:nvPr/>
            </p:nvSpPr>
            <p:spPr>
              <a:xfrm>
                <a:off x="1194693" y="616135"/>
                <a:ext cx="188114" cy="199137"/>
              </a:xfrm>
              <a:custGeom>
                <a:avLst/>
                <a:gdLst>
                  <a:gd name="csX0" fmla="*/ 187286 w 188114"/>
                  <a:gd name="csY0" fmla="*/ 114442 h 199137"/>
                  <a:gd name="csX1" fmla="*/ 38949 w 188114"/>
                  <a:gd name="csY1" fmla="*/ 114442 h 199137"/>
                  <a:gd name="csX2" fmla="*/ 96543 w 188114"/>
                  <a:gd name="csY2" fmla="*/ 164846 h 199137"/>
                  <a:gd name="csX3" fmla="*/ 144608 w 188114"/>
                  <a:gd name="csY3" fmla="*/ 137991 h 199137"/>
                  <a:gd name="csX4" fmla="*/ 183142 w 188114"/>
                  <a:gd name="csY4" fmla="*/ 137991 h 199137"/>
                  <a:gd name="csX5" fmla="*/ 96543 w 188114"/>
                  <a:gd name="csY5" fmla="*/ 199137 h 199137"/>
                  <a:gd name="csX6" fmla="*/ 0 w 188114"/>
                  <a:gd name="csY6" fmla="*/ 99569 h 199137"/>
                  <a:gd name="csX7" fmla="*/ 96543 w 188114"/>
                  <a:gd name="csY7" fmla="*/ 0 h 199137"/>
                  <a:gd name="csX8" fmla="*/ 188115 w 188114"/>
                  <a:gd name="csY8" fmla="*/ 99569 h 199137"/>
                  <a:gd name="csX9" fmla="*/ 187286 w 188114"/>
                  <a:gd name="csY9" fmla="*/ 114442 h 199137"/>
                  <a:gd name="csX10" fmla="*/ 39363 w 188114"/>
                  <a:gd name="csY10" fmla="*/ 83456 h 199137"/>
                  <a:gd name="csX11" fmla="*/ 149166 w 188114"/>
                  <a:gd name="csY11" fmla="*/ 83456 h 199137"/>
                  <a:gd name="csX12" fmla="*/ 96543 w 188114"/>
                  <a:gd name="csY12" fmla="*/ 34704 h 199137"/>
                  <a:gd name="csX13" fmla="*/ 39363 w 188114"/>
                  <a:gd name="csY13" fmla="*/ 83456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88114" h="199137">
                    <a:moveTo>
                      <a:pt x="187286" y="114442"/>
                    </a:moveTo>
                    <a:lnTo>
                      <a:pt x="38949" y="114442"/>
                    </a:lnTo>
                    <a:cubicBezTo>
                      <a:pt x="44335" y="145428"/>
                      <a:pt x="67125" y="164846"/>
                      <a:pt x="96543" y="164846"/>
                    </a:cubicBezTo>
                    <a:cubicBezTo>
                      <a:pt x="120576" y="164846"/>
                      <a:pt x="136735" y="155344"/>
                      <a:pt x="144608" y="137991"/>
                    </a:cubicBezTo>
                    <a:lnTo>
                      <a:pt x="183142" y="137991"/>
                    </a:lnTo>
                    <a:cubicBezTo>
                      <a:pt x="171541" y="174349"/>
                      <a:pt x="138807" y="199137"/>
                      <a:pt x="96543" y="199137"/>
                    </a:cubicBezTo>
                    <a:cubicBezTo>
                      <a:pt x="41021" y="199137"/>
                      <a:pt x="0" y="158649"/>
                      <a:pt x="0" y="99569"/>
                    </a:cubicBezTo>
                    <a:cubicBezTo>
                      <a:pt x="0" y="40902"/>
                      <a:pt x="40192" y="0"/>
                      <a:pt x="96543" y="0"/>
                    </a:cubicBezTo>
                    <a:cubicBezTo>
                      <a:pt x="146680" y="0"/>
                      <a:pt x="188115" y="42967"/>
                      <a:pt x="188115" y="99569"/>
                    </a:cubicBezTo>
                    <a:cubicBezTo>
                      <a:pt x="188115" y="105353"/>
                      <a:pt x="188115" y="108658"/>
                      <a:pt x="187286" y="114442"/>
                    </a:cubicBezTo>
                    <a:close/>
                    <a:moveTo>
                      <a:pt x="39363" y="83456"/>
                    </a:moveTo>
                    <a:lnTo>
                      <a:pt x="149166" y="83456"/>
                    </a:lnTo>
                    <a:cubicBezTo>
                      <a:pt x="146680" y="57428"/>
                      <a:pt x="125548" y="34704"/>
                      <a:pt x="96543" y="34704"/>
                    </a:cubicBezTo>
                    <a:cubicBezTo>
                      <a:pt x="67125" y="34291"/>
                      <a:pt x="45164" y="53709"/>
                      <a:pt x="39363" y="834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F5142990-0CC3-A946-E335-75575EBA2A33}"/>
                  </a:ext>
                </a:extLst>
              </p:cNvPr>
              <p:cNvSpPr/>
              <p:nvPr/>
            </p:nvSpPr>
            <p:spPr>
              <a:xfrm>
                <a:off x="1397725" y="616135"/>
                <a:ext cx="192258" cy="199137"/>
              </a:xfrm>
              <a:custGeom>
                <a:avLst/>
                <a:gdLst>
                  <a:gd name="csX0" fmla="*/ 192258 w 192258"/>
                  <a:gd name="csY0" fmla="*/ 99569 h 199137"/>
                  <a:gd name="csX1" fmla="*/ 192258 w 192258"/>
                  <a:gd name="csY1" fmla="*/ 195006 h 199137"/>
                  <a:gd name="csX2" fmla="*/ 159110 w 192258"/>
                  <a:gd name="csY2" fmla="*/ 195006 h 199137"/>
                  <a:gd name="csX3" fmla="*/ 155795 w 192258"/>
                  <a:gd name="csY3" fmla="*/ 165259 h 199137"/>
                  <a:gd name="csX4" fmla="*/ 91986 w 192258"/>
                  <a:gd name="csY4" fmla="*/ 199137 h 199137"/>
                  <a:gd name="csX5" fmla="*/ 0 w 192258"/>
                  <a:gd name="csY5" fmla="*/ 99569 h 199137"/>
                  <a:gd name="csX6" fmla="*/ 96958 w 192258"/>
                  <a:gd name="csY6" fmla="*/ 0 h 199137"/>
                  <a:gd name="csX7" fmla="*/ 192258 w 192258"/>
                  <a:gd name="csY7" fmla="*/ 99569 h 199137"/>
                  <a:gd name="csX8" fmla="*/ 154552 w 192258"/>
                  <a:gd name="csY8" fmla="*/ 99569 h 199137"/>
                  <a:gd name="csX9" fmla="*/ 96958 w 192258"/>
                  <a:gd name="csY9" fmla="*/ 34291 h 199137"/>
                  <a:gd name="csX10" fmla="*/ 37706 w 192258"/>
                  <a:gd name="csY10" fmla="*/ 99569 h 199137"/>
                  <a:gd name="csX11" fmla="*/ 96958 w 192258"/>
                  <a:gd name="csY11" fmla="*/ 164846 h 199137"/>
                  <a:gd name="csX12" fmla="*/ 154552 w 192258"/>
                  <a:gd name="csY12" fmla="*/ 99569 h 199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2258" h="199137">
                    <a:moveTo>
                      <a:pt x="192258" y="99569"/>
                    </a:moveTo>
                    <a:lnTo>
                      <a:pt x="192258" y="195006"/>
                    </a:lnTo>
                    <a:lnTo>
                      <a:pt x="159110" y="195006"/>
                    </a:lnTo>
                    <a:lnTo>
                      <a:pt x="155795" y="165259"/>
                    </a:lnTo>
                    <a:cubicBezTo>
                      <a:pt x="141293" y="187156"/>
                      <a:pt x="115189" y="199137"/>
                      <a:pt x="91986" y="199137"/>
                    </a:cubicBezTo>
                    <a:cubicBezTo>
                      <a:pt x="39778" y="199137"/>
                      <a:pt x="0" y="157409"/>
                      <a:pt x="0" y="99569"/>
                    </a:cubicBezTo>
                    <a:cubicBezTo>
                      <a:pt x="0" y="42554"/>
                      <a:pt x="42678" y="0"/>
                      <a:pt x="96958" y="0"/>
                    </a:cubicBezTo>
                    <a:cubicBezTo>
                      <a:pt x="147094" y="413"/>
                      <a:pt x="192258" y="35944"/>
                      <a:pt x="192258" y="99569"/>
                    </a:cubicBezTo>
                    <a:close/>
                    <a:moveTo>
                      <a:pt x="154552" y="99569"/>
                    </a:moveTo>
                    <a:cubicBezTo>
                      <a:pt x="154552" y="57428"/>
                      <a:pt x="126791" y="34291"/>
                      <a:pt x="96958" y="34291"/>
                    </a:cubicBezTo>
                    <a:cubicBezTo>
                      <a:pt x="64224" y="34291"/>
                      <a:pt x="37706" y="60320"/>
                      <a:pt x="37706" y="99569"/>
                    </a:cubicBezTo>
                    <a:cubicBezTo>
                      <a:pt x="37706" y="138818"/>
                      <a:pt x="62152" y="164846"/>
                      <a:pt x="96958" y="164846"/>
                    </a:cubicBezTo>
                    <a:cubicBezTo>
                      <a:pt x="126377" y="164846"/>
                      <a:pt x="154552" y="140470"/>
                      <a:pt x="154552" y="995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A3A7C860-CF68-EDAE-D470-17D9E7715D0A}"/>
                  </a:ext>
                </a:extLst>
              </p:cNvPr>
              <p:cNvSpPr/>
              <p:nvPr/>
            </p:nvSpPr>
            <p:spPr>
              <a:xfrm>
                <a:off x="1615258" y="616548"/>
                <a:ext cx="280928" cy="195005"/>
              </a:xfrm>
              <a:custGeom>
                <a:avLst/>
                <a:gdLst>
                  <a:gd name="csX0" fmla="*/ 0 w 280928"/>
                  <a:gd name="csY0" fmla="*/ 194593 h 195005"/>
                  <a:gd name="csX1" fmla="*/ 0 w 280928"/>
                  <a:gd name="csY1" fmla="*/ 81803 h 195005"/>
                  <a:gd name="csX2" fmla="*/ 78312 w 280928"/>
                  <a:gd name="csY2" fmla="*/ 0 h 195005"/>
                  <a:gd name="csX3" fmla="*/ 140050 w 280928"/>
                  <a:gd name="csY3" fmla="*/ 34704 h 195005"/>
                  <a:gd name="csX4" fmla="*/ 140879 w 280928"/>
                  <a:gd name="csY4" fmla="*/ 34704 h 195005"/>
                  <a:gd name="csX5" fmla="*/ 202617 w 280928"/>
                  <a:gd name="csY5" fmla="*/ 0 h 195005"/>
                  <a:gd name="csX6" fmla="*/ 280929 w 280928"/>
                  <a:gd name="csY6" fmla="*/ 81803 h 195005"/>
                  <a:gd name="csX7" fmla="*/ 280929 w 280928"/>
                  <a:gd name="csY7" fmla="*/ 194593 h 195005"/>
                  <a:gd name="csX8" fmla="*/ 243637 w 280928"/>
                  <a:gd name="csY8" fmla="*/ 194593 h 195005"/>
                  <a:gd name="csX9" fmla="*/ 243637 w 280928"/>
                  <a:gd name="csY9" fmla="*/ 84695 h 195005"/>
                  <a:gd name="csX10" fmla="*/ 201374 w 280928"/>
                  <a:gd name="csY10" fmla="*/ 35118 h 195005"/>
                  <a:gd name="csX11" fmla="*/ 159110 w 280928"/>
                  <a:gd name="csY11" fmla="*/ 85522 h 195005"/>
                  <a:gd name="csX12" fmla="*/ 159110 w 280928"/>
                  <a:gd name="csY12" fmla="*/ 195006 h 195005"/>
                  <a:gd name="csX13" fmla="*/ 121404 w 280928"/>
                  <a:gd name="csY13" fmla="*/ 195006 h 195005"/>
                  <a:gd name="csX14" fmla="*/ 121404 w 280928"/>
                  <a:gd name="csY14" fmla="*/ 85522 h 195005"/>
                  <a:gd name="csX15" fmla="*/ 79141 w 280928"/>
                  <a:gd name="csY15" fmla="*/ 35118 h 195005"/>
                  <a:gd name="csX16" fmla="*/ 36877 w 280928"/>
                  <a:gd name="csY16" fmla="*/ 84695 h 195005"/>
                  <a:gd name="csX17" fmla="*/ 36877 w 280928"/>
                  <a:gd name="csY17" fmla="*/ 194593 h 195005"/>
                  <a:gd name="csX18" fmla="*/ 0 w 280928"/>
                  <a:gd name="csY18" fmla="*/ 194593 h 19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80928" h="195005">
                    <a:moveTo>
                      <a:pt x="0" y="194593"/>
                    </a:moveTo>
                    <a:lnTo>
                      <a:pt x="0" y="81803"/>
                    </a:lnTo>
                    <a:cubicBezTo>
                      <a:pt x="0" y="34291"/>
                      <a:pt x="30662" y="0"/>
                      <a:pt x="78312" y="0"/>
                    </a:cubicBezTo>
                    <a:cubicBezTo>
                      <a:pt x="116846" y="0"/>
                      <a:pt x="137150" y="25615"/>
                      <a:pt x="140050" y="34704"/>
                    </a:cubicBezTo>
                    <a:lnTo>
                      <a:pt x="140879" y="34704"/>
                    </a:lnTo>
                    <a:cubicBezTo>
                      <a:pt x="143779" y="25615"/>
                      <a:pt x="164082" y="0"/>
                      <a:pt x="202617" y="0"/>
                    </a:cubicBezTo>
                    <a:cubicBezTo>
                      <a:pt x="250267" y="0"/>
                      <a:pt x="280929" y="34291"/>
                      <a:pt x="280929" y="81803"/>
                    </a:cubicBezTo>
                    <a:lnTo>
                      <a:pt x="280929" y="194593"/>
                    </a:lnTo>
                    <a:lnTo>
                      <a:pt x="243637" y="194593"/>
                    </a:lnTo>
                    <a:lnTo>
                      <a:pt x="243637" y="84695"/>
                    </a:lnTo>
                    <a:cubicBezTo>
                      <a:pt x="243637" y="53709"/>
                      <a:pt x="229550" y="35118"/>
                      <a:pt x="201374" y="35118"/>
                    </a:cubicBezTo>
                    <a:cubicBezTo>
                      <a:pt x="173198" y="35118"/>
                      <a:pt x="159110" y="53709"/>
                      <a:pt x="159110" y="85522"/>
                    </a:cubicBezTo>
                    <a:lnTo>
                      <a:pt x="159110" y="195006"/>
                    </a:lnTo>
                    <a:lnTo>
                      <a:pt x="121404" y="195006"/>
                    </a:lnTo>
                    <a:lnTo>
                      <a:pt x="121404" y="85522"/>
                    </a:lnTo>
                    <a:cubicBezTo>
                      <a:pt x="121404" y="53709"/>
                      <a:pt x="107316" y="35118"/>
                      <a:pt x="79141" y="35118"/>
                    </a:cubicBezTo>
                    <a:cubicBezTo>
                      <a:pt x="50965" y="35118"/>
                      <a:pt x="36877" y="53709"/>
                      <a:pt x="36877" y="84695"/>
                    </a:cubicBezTo>
                    <a:lnTo>
                      <a:pt x="36877" y="194593"/>
                    </a:lnTo>
                    <a:lnTo>
                      <a:pt x="0" y="194593"/>
                    </a:lnTo>
                    <a:close/>
                  </a:path>
                </a:pathLst>
              </a:custGeom>
              <a:solidFill>
                <a:srgbClr val="FFFFFF"/>
              </a:solidFill>
              <a:ln w="413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</p:grp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42ED927-9A7D-E656-F486-B82DB68D4D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931" y="2597150"/>
            <a:ext cx="6737350" cy="1682750"/>
          </a:xfrm>
        </p:spPr>
        <p:txBody>
          <a:bodyPr anchor="ctr"/>
          <a:lstStyle>
            <a:lvl1pPr algn="l">
              <a:defRPr sz="6600" b="1">
                <a:solidFill>
                  <a:srgbClr val="002060"/>
                </a:solidFill>
                <a:latin typeface="ES Build" pitchFamily="2" charset="77"/>
                <a:ea typeface="ES Build" pitchFamily="2" charset="77"/>
              </a:defRPr>
            </a:lvl1pPr>
          </a:lstStyle>
          <a:p>
            <a:pPr lvl="0"/>
            <a:r>
              <a:rPr lang="en-US" dirty="0"/>
              <a:t>Thank You</a:t>
            </a:r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26871489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4B3B3-230B-6CB2-B836-A5132C862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288" y="1648925"/>
            <a:ext cx="11202987" cy="45200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5D83A8-9E79-2C61-4D66-EF1466741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12" y="342900"/>
            <a:ext cx="11202987" cy="68262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A504D58-0E95-843B-D693-959DB54CB7A1}"/>
              </a:ext>
            </a:extLst>
          </p:cNvPr>
          <p:cNvSpPr txBox="1"/>
          <p:nvPr userDrawn="1"/>
        </p:nvSpPr>
        <p:spPr>
          <a:xfrm>
            <a:off x="493288" y="6562481"/>
            <a:ext cx="50292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700">
                <a:solidFill>
                  <a:schemeClr val="tx2"/>
                </a:solidFill>
              </a:rPr>
              <a:t>© 2026 Veeam Software. Confidential information. All rights reserved. All trademarks are the property of their respective owners. 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257AF4E-7F6C-A299-976A-94085C2A8141}"/>
              </a:ext>
            </a:extLst>
          </p:cNvPr>
          <p:cNvSpPr/>
          <p:nvPr/>
        </p:nvSpPr>
        <p:spPr>
          <a:xfrm>
            <a:off x="11181347" y="6514378"/>
            <a:ext cx="514510" cy="154596"/>
          </a:xfrm>
          <a:custGeom>
            <a:avLst/>
            <a:gdLst>
              <a:gd name="csX0" fmla="*/ 43564 w 514510"/>
              <a:gd name="csY0" fmla="*/ 0 h 154596"/>
              <a:gd name="csX1" fmla="*/ 31319 w 514510"/>
              <a:gd name="csY1" fmla="*/ 5071 h 154596"/>
              <a:gd name="csX2" fmla="*/ 5071 w 514510"/>
              <a:gd name="csY2" fmla="*/ 31319 h 154596"/>
              <a:gd name="csX3" fmla="*/ 0 w 514510"/>
              <a:gd name="csY3" fmla="*/ 43564 h 154596"/>
              <a:gd name="csX4" fmla="*/ 0 w 514510"/>
              <a:gd name="csY4" fmla="*/ 154597 h 154596"/>
              <a:gd name="csX5" fmla="*/ 471222 w 514510"/>
              <a:gd name="csY5" fmla="*/ 154322 h 154596"/>
              <a:gd name="csX6" fmla="*/ 483466 w 514510"/>
              <a:gd name="csY6" fmla="*/ 149251 h 154596"/>
              <a:gd name="csX7" fmla="*/ 509423 w 514510"/>
              <a:gd name="csY7" fmla="*/ 123295 h 154596"/>
              <a:gd name="csX8" fmla="*/ 514494 w 514510"/>
              <a:gd name="csY8" fmla="*/ 111050 h 154596"/>
              <a:gd name="csX9" fmla="*/ 514511 w 514510"/>
              <a:gd name="csY9" fmla="*/ 0 h 154596"/>
              <a:gd name="csX10" fmla="*/ 43564 w 514510"/>
              <a:gd name="csY10" fmla="*/ 0 h 154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14510" h="154596">
                <a:moveTo>
                  <a:pt x="43564" y="0"/>
                </a:moveTo>
                <a:cubicBezTo>
                  <a:pt x="38973" y="0"/>
                  <a:pt x="34563" y="1828"/>
                  <a:pt x="31319" y="5071"/>
                </a:cubicBezTo>
                <a:lnTo>
                  <a:pt x="5071" y="31319"/>
                </a:lnTo>
                <a:cubicBezTo>
                  <a:pt x="1828" y="34563"/>
                  <a:pt x="0" y="38973"/>
                  <a:pt x="0" y="43564"/>
                </a:cubicBezTo>
                <a:lnTo>
                  <a:pt x="0" y="154597"/>
                </a:lnTo>
                <a:lnTo>
                  <a:pt x="471222" y="154322"/>
                </a:lnTo>
                <a:cubicBezTo>
                  <a:pt x="475812" y="154322"/>
                  <a:pt x="480223" y="152494"/>
                  <a:pt x="483466" y="149251"/>
                </a:cubicBezTo>
                <a:lnTo>
                  <a:pt x="509423" y="123295"/>
                </a:lnTo>
                <a:cubicBezTo>
                  <a:pt x="512666" y="120051"/>
                  <a:pt x="514494" y="115641"/>
                  <a:pt x="514494" y="111050"/>
                </a:cubicBezTo>
                <a:lnTo>
                  <a:pt x="514511" y="0"/>
                </a:lnTo>
                <a:lnTo>
                  <a:pt x="43564" y="0"/>
                </a:lnTo>
                <a:close/>
              </a:path>
            </a:pathLst>
          </a:custGeom>
          <a:solidFill>
            <a:srgbClr val="00D15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6D8FB353-437C-2B7B-DFDE-CE8A6363B8AE}"/>
              </a:ext>
            </a:extLst>
          </p:cNvPr>
          <p:cNvSpPr/>
          <p:nvPr/>
        </p:nvSpPr>
        <p:spPr>
          <a:xfrm>
            <a:off x="11180146" y="6513177"/>
            <a:ext cx="516913" cy="156999"/>
          </a:xfrm>
          <a:custGeom>
            <a:avLst/>
            <a:gdLst>
              <a:gd name="csX0" fmla="*/ 0 w 516913"/>
              <a:gd name="csY0" fmla="*/ 156999 h 156999"/>
              <a:gd name="csX1" fmla="*/ 0 w 516913"/>
              <a:gd name="csY1" fmla="*/ 44765 h 156999"/>
              <a:gd name="csX2" fmla="*/ 5423 w 516913"/>
              <a:gd name="csY2" fmla="*/ 31671 h 156999"/>
              <a:gd name="csX3" fmla="*/ 31671 w 516913"/>
              <a:gd name="csY3" fmla="*/ 5423 h 156999"/>
              <a:gd name="csX4" fmla="*/ 44765 w 516913"/>
              <a:gd name="csY4" fmla="*/ 0 h 156999"/>
              <a:gd name="csX5" fmla="*/ 516913 w 516913"/>
              <a:gd name="csY5" fmla="*/ 0 h 156999"/>
              <a:gd name="csX6" fmla="*/ 516896 w 516913"/>
              <a:gd name="csY6" fmla="*/ 112251 h 156999"/>
              <a:gd name="csX7" fmla="*/ 511473 w 516913"/>
              <a:gd name="csY7" fmla="*/ 125345 h 156999"/>
              <a:gd name="csX8" fmla="*/ 485517 w 516913"/>
              <a:gd name="csY8" fmla="*/ 151302 h 156999"/>
              <a:gd name="csX9" fmla="*/ 472423 w 516913"/>
              <a:gd name="csY9" fmla="*/ 156725 h 156999"/>
              <a:gd name="csX10" fmla="*/ 0 w 516913"/>
              <a:gd name="csY10" fmla="*/ 156999 h 156999"/>
              <a:gd name="csX11" fmla="*/ 44765 w 516913"/>
              <a:gd name="csY11" fmla="*/ 2403 h 156999"/>
              <a:gd name="csX12" fmla="*/ 33370 w 516913"/>
              <a:gd name="csY12" fmla="*/ 7122 h 156999"/>
              <a:gd name="csX13" fmla="*/ 7122 w 516913"/>
              <a:gd name="csY13" fmla="*/ 33370 h 156999"/>
              <a:gd name="csX14" fmla="*/ 2403 w 516913"/>
              <a:gd name="csY14" fmla="*/ 44765 h 156999"/>
              <a:gd name="csX15" fmla="*/ 2403 w 516913"/>
              <a:gd name="csY15" fmla="*/ 154597 h 156999"/>
              <a:gd name="csX16" fmla="*/ 472423 w 516913"/>
              <a:gd name="csY16" fmla="*/ 154322 h 156999"/>
              <a:gd name="csX17" fmla="*/ 483818 w 516913"/>
              <a:gd name="csY17" fmla="*/ 149603 h 156999"/>
              <a:gd name="csX18" fmla="*/ 509774 w 516913"/>
              <a:gd name="csY18" fmla="*/ 123646 h 156999"/>
              <a:gd name="csX19" fmla="*/ 514494 w 516913"/>
              <a:gd name="csY19" fmla="*/ 112251 h 156999"/>
              <a:gd name="csX20" fmla="*/ 514511 w 516913"/>
              <a:gd name="csY20" fmla="*/ 2403 h 156999"/>
              <a:gd name="csX21" fmla="*/ 44765 w 516913"/>
              <a:gd name="csY21" fmla="*/ 2403 h 156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16913" h="156999">
                <a:moveTo>
                  <a:pt x="0" y="156999"/>
                </a:moveTo>
                <a:lnTo>
                  <a:pt x="0" y="44765"/>
                </a:lnTo>
                <a:cubicBezTo>
                  <a:pt x="0" y="39891"/>
                  <a:pt x="1974" y="35120"/>
                  <a:pt x="5423" y="31671"/>
                </a:cubicBezTo>
                <a:lnTo>
                  <a:pt x="31671" y="5423"/>
                </a:lnTo>
                <a:cubicBezTo>
                  <a:pt x="35120" y="1974"/>
                  <a:pt x="39891" y="0"/>
                  <a:pt x="44765" y="0"/>
                </a:cubicBezTo>
                <a:lnTo>
                  <a:pt x="516913" y="0"/>
                </a:lnTo>
                <a:lnTo>
                  <a:pt x="516896" y="112251"/>
                </a:lnTo>
                <a:cubicBezTo>
                  <a:pt x="516896" y="117125"/>
                  <a:pt x="514923" y="121905"/>
                  <a:pt x="511473" y="125345"/>
                </a:cubicBezTo>
                <a:lnTo>
                  <a:pt x="485517" y="151302"/>
                </a:lnTo>
                <a:cubicBezTo>
                  <a:pt x="482068" y="154751"/>
                  <a:pt x="477297" y="156725"/>
                  <a:pt x="472423" y="156725"/>
                </a:cubicBezTo>
                <a:lnTo>
                  <a:pt x="0" y="156999"/>
                </a:lnTo>
                <a:close/>
                <a:moveTo>
                  <a:pt x="44765" y="2403"/>
                </a:moveTo>
                <a:cubicBezTo>
                  <a:pt x="40518" y="2403"/>
                  <a:pt x="36365" y="4119"/>
                  <a:pt x="33370" y="7122"/>
                </a:cubicBezTo>
                <a:lnTo>
                  <a:pt x="7122" y="33370"/>
                </a:lnTo>
                <a:cubicBezTo>
                  <a:pt x="4119" y="36373"/>
                  <a:pt x="2403" y="40526"/>
                  <a:pt x="2403" y="44765"/>
                </a:cubicBezTo>
                <a:lnTo>
                  <a:pt x="2403" y="154597"/>
                </a:lnTo>
                <a:lnTo>
                  <a:pt x="472423" y="154322"/>
                </a:lnTo>
                <a:cubicBezTo>
                  <a:pt x="476670" y="154322"/>
                  <a:pt x="480823" y="152606"/>
                  <a:pt x="483818" y="149603"/>
                </a:cubicBezTo>
                <a:lnTo>
                  <a:pt x="509774" y="123646"/>
                </a:lnTo>
                <a:cubicBezTo>
                  <a:pt x="512778" y="120643"/>
                  <a:pt x="514494" y="116490"/>
                  <a:pt x="514494" y="112251"/>
                </a:cubicBezTo>
                <a:lnTo>
                  <a:pt x="514511" y="2403"/>
                </a:lnTo>
                <a:lnTo>
                  <a:pt x="44765" y="2403"/>
                </a:lnTo>
                <a:close/>
              </a:path>
            </a:pathLst>
          </a:custGeom>
          <a:solidFill>
            <a:srgbClr val="FFFFFF"/>
          </a:solidFill>
          <a:ln w="854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grpSp>
        <p:nvGrpSpPr>
          <p:cNvPr id="9" name="Graphic 3">
            <a:extLst>
              <a:ext uri="{FF2B5EF4-FFF2-40B4-BE49-F238E27FC236}">
                <a16:creationId xmlns:a16="http://schemas.microsoft.com/office/drawing/2014/main" id="{1DE30424-A7F4-A37E-AE22-60C87AABAF43}"/>
              </a:ext>
            </a:extLst>
          </p:cNvPr>
          <p:cNvGrpSpPr/>
          <p:nvPr/>
        </p:nvGrpSpPr>
        <p:grpSpPr>
          <a:xfrm>
            <a:off x="11217977" y="6552879"/>
            <a:ext cx="432093" cy="77405"/>
            <a:chOff x="11217977" y="6552879"/>
            <a:chExt cx="432093" cy="77405"/>
          </a:xfrm>
          <a:solidFill>
            <a:srgbClr val="FFFFFF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6E05DC2-416D-7306-6C9D-7A9997D22276}"/>
                </a:ext>
              </a:extLst>
            </p:cNvPr>
            <p:cNvSpPr/>
            <p:nvPr/>
          </p:nvSpPr>
          <p:spPr>
            <a:xfrm>
              <a:off x="11217977" y="6554492"/>
              <a:ext cx="84553" cy="74230"/>
            </a:xfrm>
            <a:custGeom>
              <a:avLst/>
              <a:gdLst>
                <a:gd name="csX0" fmla="*/ 35549 w 84553"/>
                <a:gd name="csY0" fmla="*/ 74231 h 74230"/>
                <a:gd name="csX1" fmla="*/ 0 w 84553"/>
                <a:gd name="csY1" fmla="*/ 0 h 74230"/>
                <a:gd name="csX2" fmla="*/ 16020 w 84553"/>
                <a:gd name="csY2" fmla="*/ 0 h 74230"/>
                <a:gd name="csX3" fmla="*/ 42045 w 84553"/>
                <a:gd name="csY3" fmla="*/ 55825 h 74230"/>
                <a:gd name="csX4" fmla="*/ 42354 w 84553"/>
                <a:gd name="csY4" fmla="*/ 55825 h 74230"/>
                <a:gd name="csX5" fmla="*/ 68379 w 84553"/>
                <a:gd name="csY5" fmla="*/ 0 h 74230"/>
                <a:gd name="csX6" fmla="*/ 84553 w 84553"/>
                <a:gd name="csY6" fmla="*/ 0 h 74230"/>
                <a:gd name="csX7" fmla="*/ 49004 w 84553"/>
                <a:gd name="csY7" fmla="*/ 74231 h 74230"/>
                <a:gd name="csX8" fmla="*/ 35532 w 84553"/>
                <a:gd name="csY8" fmla="*/ 74231 h 74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4553" h="74230">
                  <a:moveTo>
                    <a:pt x="35549" y="74231"/>
                  </a:moveTo>
                  <a:lnTo>
                    <a:pt x="0" y="0"/>
                  </a:lnTo>
                  <a:lnTo>
                    <a:pt x="16020" y="0"/>
                  </a:lnTo>
                  <a:cubicBezTo>
                    <a:pt x="16020" y="0"/>
                    <a:pt x="41427" y="53140"/>
                    <a:pt x="42045" y="55825"/>
                  </a:cubicBezTo>
                  <a:lnTo>
                    <a:pt x="42354" y="55825"/>
                  </a:lnTo>
                  <a:cubicBezTo>
                    <a:pt x="42989" y="53131"/>
                    <a:pt x="68379" y="0"/>
                    <a:pt x="68379" y="0"/>
                  </a:cubicBezTo>
                  <a:lnTo>
                    <a:pt x="84553" y="0"/>
                  </a:lnTo>
                  <a:lnTo>
                    <a:pt x="49004" y="74231"/>
                  </a:lnTo>
                  <a:lnTo>
                    <a:pt x="35532" y="74231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77DC64F-CEF2-BE51-36B6-3D8B18B59908}"/>
                </a:ext>
              </a:extLst>
            </p:cNvPr>
            <p:cNvSpPr/>
            <p:nvPr/>
          </p:nvSpPr>
          <p:spPr>
            <a:xfrm>
              <a:off x="11298755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27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E666D85-2B83-A208-1984-822752DC03E4}"/>
                </a:ext>
              </a:extLst>
            </p:cNvPr>
            <p:cNvSpPr/>
            <p:nvPr/>
          </p:nvSpPr>
          <p:spPr>
            <a:xfrm>
              <a:off x="11377723" y="6552879"/>
              <a:ext cx="72960" cy="77397"/>
            </a:xfrm>
            <a:custGeom>
              <a:avLst/>
              <a:gdLst>
                <a:gd name="csX0" fmla="*/ 72635 w 72960"/>
                <a:gd name="csY0" fmla="*/ 44422 h 77397"/>
                <a:gd name="csX1" fmla="*/ 15068 w 72960"/>
                <a:gd name="csY1" fmla="*/ 44422 h 77397"/>
                <a:gd name="csX2" fmla="*/ 37437 w 72960"/>
                <a:gd name="csY2" fmla="*/ 64080 h 77397"/>
                <a:gd name="csX3" fmla="*/ 56152 w 72960"/>
                <a:gd name="csY3" fmla="*/ 53612 h 77397"/>
                <a:gd name="csX4" fmla="*/ 71056 w 72960"/>
                <a:gd name="csY4" fmla="*/ 53612 h 77397"/>
                <a:gd name="csX5" fmla="*/ 37429 w 72960"/>
                <a:gd name="csY5" fmla="*/ 77397 h 77397"/>
                <a:gd name="csX6" fmla="*/ 0 w 72960"/>
                <a:gd name="csY6" fmla="*/ 38699 h 77397"/>
                <a:gd name="csX7" fmla="*/ 37429 w 72960"/>
                <a:gd name="csY7" fmla="*/ 0 h 77397"/>
                <a:gd name="csX8" fmla="*/ 72961 w 72960"/>
                <a:gd name="csY8" fmla="*/ 38699 h 77397"/>
                <a:gd name="csX9" fmla="*/ 72652 w 72960"/>
                <a:gd name="csY9" fmla="*/ 44422 h 77397"/>
                <a:gd name="csX10" fmla="*/ 15222 w 72960"/>
                <a:gd name="csY10" fmla="*/ 32366 h 77397"/>
                <a:gd name="csX11" fmla="*/ 57893 w 72960"/>
                <a:gd name="csY11" fmla="*/ 32366 h 77397"/>
                <a:gd name="csX12" fmla="*/ 37437 w 72960"/>
                <a:gd name="csY12" fmla="*/ 13343 h 77397"/>
                <a:gd name="csX13" fmla="*/ 15222 w 72960"/>
                <a:gd name="csY13" fmla="*/ 32366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2960" h="77397">
                  <a:moveTo>
                    <a:pt x="72635" y="44422"/>
                  </a:moveTo>
                  <a:lnTo>
                    <a:pt x="15068" y="44422"/>
                  </a:lnTo>
                  <a:cubicBezTo>
                    <a:pt x="17135" y="56478"/>
                    <a:pt x="25999" y="64080"/>
                    <a:pt x="37437" y="64080"/>
                  </a:cubicBezTo>
                  <a:cubicBezTo>
                    <a:pt x="46799" y="64080"/>
                    <a:pt x="52977" y="60425"/>
                    <a:pt x="56152" y="53612"/>
                  </a:cubicBezTo>
                  <a:lnTo>
                    <a:pt x="71056" y="53612"/>
                  </a:lnTo>
                  <a:cubicBezTo>
                    <a:pt x="66603" y="67718"/>
                    <a:pt x="53775" y="77397"/>
                    <a:pt x="37429" y="77397"/>
                  </a:cubicBezTo>
                  <a:cubicBezTo>
                    <a:pt x="15857" y="77397"/>
                    <a:pt x="0" y="61703"/>
                    <a:pt x="0" y="38699"/>
                  </a:cubicBezTo>
                  <a:cubicBezTo>
                    <a:pt x="0" y="15694"/>
                    <a:pt x="15539" y="0"/>
                    <a:pt x="37429" y="0"/>
                  </a:cubicBezTo>
                  <a:cubicBezTo>
                    <a:pt x="56932" y="0"/>
                    <a:pt x="72961" y="16664"/>
                    <a:pt x="72961" y="38699"/>
                  </a:cubicBezTo>
                  <a:cubicBezTo>
                    <a:pt x="72961" y="40921"/>
                    <a:pt x="72961" y="42199"/>
                    <a:pt x="72652" y="44422"/>
                  </a:cubicBezTo>
                  <a:close/>
                  <a:moveTo>
                    <a:pt x="15222" y="32366"/>
                  </a:moveTo>
                  <a:lnTo>
                    <a:pt x="57893" y="32366"/>
                  </a:lnTo>
                  <a:cubicBezTo>
                    <a:pt x="56941" y="22207"/>
                    <a:pt x="48704" y="13343"/>
                    <a:pt x="37437" y="13343"/>
                  </a:cubicBezTo>
                  <a:cubicBezTo>
                    <a:pt x="25999" y="13326"/>
                    <a:pt x="17444" y="20791"/>
                    <a:pt x="15222" y="32366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F2CDD2A-E465-884F-B364-3ACADC374B4B}"/>
                </a:ext>
              </a:extLst>
            </p:cNvPr>
            <p:cNvSpPr/>
            <p:nvPr/>
          </p:nvSpPr>
          <p:spPr>
            <a:xfrm>
              <a:off x="11456536" y="6552888"/>
              <a:ext cx="74556" cy="77397"/>
            </a:xfrm>
            <a:custGeom>
              <a:avLst/>
              <a:gdLst>
                <a:gd name="csX0" fmla="*/ 74557 w 74556"/>
                <a:gd name="csY0" fmla="*/ 38699 h 77397"/>
                <a:gd name="csX1" fmla="*/ 74557 w 74556"/>
                <a:gd name="csY1" fmla="*/ 75810 h 77397"/>
                <a:gd name="csX2" fmla="*/ 61712 w 74556"/>
                <a:gd name="csY2" fmla="*/ 75810 h 77397"/>
                <a:gd name="csX3" fmla="*/ 60433 w 74556"/>
                <a:gd name="csY3" fmla="*/ 64234 h 77397"/>
                <a:gd name="csX4" fmla="*/ 35687 w 74556"/>
                <a:gd name="csY4" fmla="*/ 77397 h 77397"/>
                <a:gd name="csX5" fmla="*/ 0 w 74556"/>
                <a:gd name="csY5" fmla="*/ 38699 h 77397"/>
                <a:gd name="csX6" fmla="*/ 37583 w 74556"/>
                <a:gd name="csY6" fmla="*/ 0 h 77397"/>
                <a:gd name="csX7" fmla="*/ 74557 w 74556"/>
                <a:gd name="csY7" fmla="*/ 38699 h 77397"/>
                <a:gd name="csX8" fmla="*/ 59953 w 74556"/>
                <a:gd name="csY8" fmla="*/ 38699 h 77397"/>
                <a:gd name="csX9" fmla="*/ 37583 w 74556"/>
                <a:gd name="csY9" fmla="*/ 13326 h 77397"/>
                <a:gd name="csX10" fmla="*/ 14596 w 74556"/>
                <a:gd name="csY10" fmla="*/ 38699 h 77397"/>
                <a:gd name="csX11" fmla="*/ 37583 w 74556"/>
                <a:gd name="csY11" fmla="*/ 64071 h 77397"/>
                <a:gd name="csX12" fmla="*/ 59953 w 74556"/>
                <a:gd name="csY12" fmla="*/ 38699 h 77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4556" h="77397">
                  <a:moveTo>
                    <a:pt x="74557" y="38699"/>
                  </a:moveTo>
                  <a:lnTo>
                    <a:pt x="74557" y="75810"/>
                  </a:lnTo>
                  <a:lnTo>
                    <a:pt x="61712" y="75810"/>
                  </a:lnTo>
                  <a:lnTo>
                    <a:pt x="60433" y="64234"/>
                  </a:lnTo>
                  <a:cubicBezTo>
                    <a:pt x="54727" y="72806"/>
                    <a:pt x="44739" y="77397"/>
                    <a:pt x="35687" y="77397"/>
                  </a:cubicBezTo>
                  <a:cubicBezTo>
                    <a:pt x="15385" y="77397"/>
                    <a:pt x="0" y="61223"/>
                    <a:pt x="0" y="38699"/>
                  </a:cubicBezTo>
                  <a:cubicBezTo>
                    <a:pt x="0" y="16174"/>
                    <a:pt x="16492" y="0"/>
                    <a:pt x="37583" y="0"/>
                  </a:cubicBezTo>
                  <a:cubicBezTo>
                    <a:pt x="56950" y="0"/>
                    <a:pt x="74557" y="13952"/>
                    <a:pt x="74557" y="38699"/>
                  </a:cubicBezTo>
                  <a:close/>
                  <a:moveTo>
                    <a:pt x="59953" y="38699"/>
                  </a:moveTo>
                  <a:cubicBezTo>
                    <a:pt x="59953" y="22370"/>
                    <a:pt x="49176" y="13326"/>
                    <a:pt x="37583" y="13326"/>
                  </a:cubicBezTo>
                  <a:cubicBezTo>
                    <a:pt x="24892" y="13326"/>
                    <a:pt x="14596" y="23485"/>
                    <a:pt x="14596" y="38699"/>
                  </a:cubicBezTo>
                  <a:cubicBezTo>
                    <a:pt x="14596" y="53912"/>
                    <a:pt x="24120" y="64071"/>
                    <a:pt x="37583" y="64071"/>
                  </a:cubicBezTo>
                  <a:cubicBezTo>
                    <a:pt x="49021" y="64071"/>
                    <a:pt x="59953" y="54547"/>
                    <a:pt x="59953" y="38699"/>
                  </a:cubicBez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95A2F16-FFE4-E72C-CC7A-9827629F803E}"/>
                </a:ext>
              </a:extLst>
            </p:cNvPr>
            <p:cNvSpPr/>
            <p:nvPr/>
          </p:nvSpPr>
          <p:spPr>
            <a:xfrm>
              <a:off x="11540926" y="6552913"/>
              <a:ext cx="109145" cy="75946"/>
            </a:xfrm>
            <a:custGeom>
              <a:avLst/>
              <a:gdLst>
                <a:gd name="csX0" fmla="*/ 0 w 109145"/>
                <a:gd name="csY0" fmla="*/ 75792 h 75946"/>
                <a:gd name="csX1" fmla="*/ 0 w 109145"/>
                <a:gd name="csY1" fmla="*/ 31868 h 75946"/>
                <a:gd name="csX2" fmla="*/ 30461 w 109145"/>
                <a:gd name="csY2" fmla="*/ 0 h 75946"/>
                <a:gd name="csX3" fmla="*/ 54418 w 109145"/>
                <a:gd name="csY3" fmla="*/ 13489 h 75946"/>
                <a:gd name="csX4" fmla="*/ 54727 w 109145"/>
                <a:gd name="csY4" fmla="*/ 13489 h 75946"/>
                <a:gd name="csX5" fmla="*/ 78684 w 109145"/>
                <a:gd name="csY5" fmla="*/ 0 h 75946"/>
                <a:gd name="csX6" fmla="*/ 109145 w 109145"/>
                <a:gd name="csY6" fmla="*/ 31868 h 75946"/>
                <a:gd name="csX7" fmla="*/ 109145 w 109145"/>
                <a:gd name="csY7" fmla="*/ 75792 h 75946"/>
                <a:gd name="csX8" fmla="*/ 94558 w 109145"/>
                <a:gd name="csY8" fmla="*/ 75792 h 75946"/>
                <a:gd name="csX9" fmla="*/ 94558 w 109145"/>
                <a:gd name="csY9" fmla="*/ 32967 h 75946"/>
                <a:gd name="csX10" fmla="*/ 78229 w 109145"/>
                <a:gd name="csY10" fmla="*/ 13617 h 75946"/>
                <a:gd name="csX11" fmla="*/ 61901 w 109145"/>
                <a:gd name="csY11" fmla="*/ 33276 h 75946"/>
                <a:gd name="csX12" fmla="*/ 61901 w 109145"/>
                <a:gd name="csY12" fmla="*/ 75947 h 75946"/>
                <a:gd name="csX13" fmla="*/ 47314 w 109145"/>
                <a:gd name="csY13" fmla="*/ 75947 h 75946"/>
                <a:gd name="csX14" fmla="*/ 47314 w 109145"/>
                <a:gd name="csY14" fmla="*/ 33276 h 75946"/>
                <a:gd name="csX15" fmla="*/ 30985 w 109145"/>
                <a:gd name="csY15" fmla="*/ 13617 h 75946"/>
                <a:gd name="csX16" fmla="*/ 14656 w 109145"/>
                <a:gd name="csY16" fmla="*/ 32967 h 75946"/>
                <a:gd name="csX17" fmla="*/ 14656 w 109145"/>
                <a:gd name="csY17" fmla="*/ 75792 h 75946"/>
                <a:gd name="csX18" fmla="*/ 34 w 109145"/>
                <a:gd name="csY18" fmla="*/ 75792 h 75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09145" h="75946">
                  <a:moveTo>
                    <a:pt x="0" y="75792"/>
                  </a:moveTo>
                  <a:lnTo>
                    <a:pt x="0" y="31868"/>
                  </a:lnTo>
                  <a:cubicBezTo>
                    <a:pt x="0" y="13309"/>
                    <a:pt x="11901" y="0"/>
                    <a:pt x="30461" y="0"/>
                  </a:cubicBezTo>
                  <a:cubicBezTo>
                    <a:pt x="45366" y="0"/>
                    <a:pt x="53294" y="9988"/>
                    <a:pt x="54418" y="13489"/>
                  </a:cubicBezTo>
                  <a:lnTo>
                    <a:pt x="54727" y="13489"/>
                  </a:lnTo>
                  <a:cubicBezTo>
                    <a:pt x="55834" y="10005"/>
                    <a:pt x="63763" y="0"/>
                    <a:pt x="78684" y="0"/>
                  </a:cubicBezTo>
                  <a:cubicBezTo>
                    <a:pt x="97244" y="0"/>
                    <a:pt x="109145" y="13317"/>
                    <a:pt x="109145" y="31868"/>
                  </a:cubicBezTo>
                  <a:lnTo>
                    <a:pt x="109145" y="75792"/>
                  </a:lnTo>
                  <a:lnTo>
                    <a:pt x="94558" y="75792"/>
                  </a:lnTo>
                  <a:lnTo>
                    <a:pt x="94558" y="32967"/>
                  </a:lnTo>
                  <a:cubicBezTo>
                    <a:pt x="94558" y="20911"/>
                    <a:pt x="89161" y="13617"/>
                    <a:pt x="78229" y="13617"/>
                  </a:cubicBezTo>
                  <a:cubicBezTo>
                    <a:pt x="67298" y="13617"/>
                    <a:pt x="61901" y="20911"/>
                    <a:pt x="61901" y="33276"/>
                  </a:cubicBezTo>
                  <a:lnTo>
                    <a:pt x="61901" y="75947"/>
                  </a:lnTo>
                  <a:lnTo>
                    <a:pt x="47314" y="75947"/>
                  </a:lnTo>
                  <a:lnTo>
                    <a:pt x="47314" y="33276"/>
                  </a:lnTo>
                  <a:cubicBezTo>
                    <a:pt x="47314" y="20911"/>
                    <a:pt x="41916" y="13617"/>
                    <a:pt x="30985" y="13617"/>
                  </a:cubicBezTo>
                  <a:cubicBezTo>
                    <a:pt x="20053" y="13617"/>
                    <a:pt x="14656" y="20911"/>
                    <a:pt x="14656" y="32967"/>
                  </a:cubicBezTo>
                  <a:lnTo>
                    <a:pt x="14656" y="75792"/>
                  </a:lnTo>
                  <a:lnTo>
                    <a:pt x="34" y="75792"/>
                  </a:lnTo>
                  <a:close/>
                </a:path>
              </a:pathLst>
            </a:custGeom>
            <a:solidFill>
              <a:srgbClr val="FFFFFF"/>
            </a:solidFill>
            <a:ln w="854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</p:spTree>
    <p:extLst>
      <p:ext uri="{BB962C8B-B14F-4D97-AF65-F5344CB8AC3E}">
        <p14:creationId xmlns:p14="http://schemas.microsoft.com/office/powerpoint/2010/main" val="533486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3" r:id="rId1"/>
    <p:sldLayoutId id="2147484311" r:id="rId2"/>
    <p:sldLayoutId id="2147484359" r:id="rId3"/>
    <p:sldLayoutId id="2147484360" r:id="rId4"/>
    <p:sldLayoutId id="2147484328" r:id="rId5"/>
    <p:sldLayoutId id="2147484312" r:id="rId6"/>
    <p:sldLayoutId id="2147484379" r:id="rId7"/>
    <p:sldLayoutId id="2147484389" r:id="rId8"/>
    <p:sldLayoutId id="2147484362" r:id="rId9"/>
    <p:sldLayoutId id="2147484383" r:id="rId10"/>
    <p:sldLayoutId id="2147484307" r:id="rId11"/>
    <p:sldLayoutId id="2147484363" r:id="rId12"/>
    <p:sldLayoutId id="2147484364" r:id="rId13"/>
    <p:sldLayoutId id="2147484365" r:id="rId14"/>
    <p:sldLayoutId id="2147484366" r:id="rId15"/>
    <p:sldLayoutId id="2147484367" r:id="rId16"/>
    <p:sldLayoutId id="2147484368" r:id="rId17"/>
    <p:sldLayoutId id="2147484369" r:id="rId18"/>
    <p:sldLayoutId id="2147484303" r:id="rId19"/>
    <p:sldLayoutId id="2147484377" r:id="rId20"/>
    <p:sldLayoutId id="2147484381" r:id="rId21"/>
    <p:sldLayoutId id="2147484382" r:id="rId22"/>
    <p:sldLayoutId id="2147484370" r:id="rId23"/>
    <p:sldLayoutId id="2147484371" r:id="rId24"/>
    <p:sldLayoutId id="2147484284" r:id="rId25"/>
    <p:sldLayoutId id="2147484387" r:id="rId26"/>
    <p:sldLayoutId id="2147484351" r:id="rId27"/>
    <p:sldLayoutId id="2147484350" r:id="rId28"/>
    <p:sldLayoutId id="2147484331" r:id="rId29"/>
    <p:sldLayoutId id="2147484332" r:id="rId30"/>
    <p:sldLayoutId id="2147484333" r:id="rId31"/>
    <p:sldLayoutId id="2147484334" r:id="rId32"/>
    <p:sldLayoutId id="2147484295" r:id="rId33"/>
    <p:sldLayoutId id="2147484375" r:id="rId34"/>
    <p:sldLayoutId id="2147484376" r:id="rId35"/>
    <p:sldLayoutId id="2147484385" r:id="rId36"/>
    <p:sldLayoutId id="2147484344" r:id="rId37"/>
    <p:sldLayoutId id="2147484319" r:id="rId38"/>
    <p:sldLayoutId id="2147484320" r:id="rId39"/>
    <p:sldLayoutId id="2147484321" r:id="rId40"/>
    <p:sldLayoutId id="2147484323" r:id="rId41"/>
    <p:sldLayoutId id="2147484324" r:id="rId42"/>
    <p:sldLayoutId id="2147484289" r:id="rId43"/>
    <p:sldLayoutId id="2147484372" r:id="rId44"/>
    <p:sldLayoutId id="2147484373" r:id="rId45"/>
    <p:sldLayoutId id="2147484380" r:id="rId46"/>
    <p:sldLayoutId id="2147484374" r:id="rId4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rgbClr val="0E0D72"/>
          </a:solidFill>
          <a:latin typeface="ES Build" pitchFamily="2" charset="77"/>
          <a:ea typeface="ES Build" pitchFamily="2" charset="77"/>
          <a:cs typeface="+mj-cs"/>
        </a:defRPr>
      </a:lvl1pPr>
    </p:titleStyle>
    <p:bodyStyle>
      <a:lvl1pPr marL="0" indent="0" algn="l" defTabSz="914400" rtl="0" eaLnBrk="1" latinLnBrk="0" hangingPunct="1">
        <a:lnSpc>
          <a:spcPct val="96000"/>
        </a:lnSpc>
        <a:spcBef>
          <a:spcPts val="1200"/>
        </a:spcBef>
        <a:spcAft>
          <a:spcPts val="600"/>
        </a:spcAft>
        <a:buClrTx/>
        <a:buFont typeface="Calibri" panose="020F0502020204030204" pitchFamily="34" charset="0"/>
        <a:buNone/>
        <a:tabLst/>
        <a:defRPr sz="2000" b="0" i="0" kern="1200">
          <a:solidFill>
            <a:schemeClr val="tx1"/>
          </a:solidFill>
          <a:latin typeface="ES Build Neutral" pitchFamily="2" charset="77"/>
          <a:ea typeface="ES Build Neutral" pitchFamily="2" charset="77"/>
          <a:cs typeface="+mn-cs"/>
        </a:defRPr>
      </a:lvl1pPr>
      <a:lvl2pPr marL="173736" indent="-173736" algn="l" defTabSz="914400" rtl="0" eaLnBrk="1" latinLnBrk="0" hangingPunct="1">
        <a:lnSpc>
          <a:spcPct val="96000"/>
        </a:lnSpc>
        <a:spcBef>
          <a:spcPts val="300"/>
        </a:spcBef>
        <a:spcAft>
          <a:spcPts val="150"/>
        </a:spcAft>
        <a:buClrTx/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ES Build Neutral" pitchFamily="2" charset="77"/>
          <a:ea typeface="ES Build Neutral" pitchFamily="2" charset="77"/>
          <a:cs typeface="+mn-cs"/>
        </a:defRPr>
      </a:lvl2pPr>
      <a:lvl3pPr marL="342900" indent="-171450" algn="l" defTabSz="914400" rtl="0" eaLnBrk="1" latinLnBrk="0" hangingPunct="1">
        <a:lnSpc>
          <a:spcPct val="96000"/>
        </a:lnSpc>
        <a:spcBef>
          <a:spcPts val="300"/>
        </a:spcBef>
        <a:spcAft>
          <a:spcPts val="150"/>
        </a:spcAft>
        <a:buClrTx/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ES Build Neutral" pitchFamily="2" charset="77"/>
          <a:ea typeface="ES Build Neutral" pitchFamily="2" charset="77"/>
          <a:cs typeface="+mn-cs"/>
        </a:defRPr>
      </a:lvl3pPr>
      <a:lvl4pPr marL="576072" indent="-173736" algn="l" defTabSz="914400" rtl="0" eaLnBrk="1" latinLnBrk="0" hangingPunct="1">
        <a:lnSpc>
          <a:spcPct val="96000"/>
        </a:lnSpc>
        <a:spcBef>
          <a:spcPts val="300"/>
        </a:spcBef>
        <a:spcAft>
          <a:spcPts val="150"/>
        </a:spcAft>
        <a:buClrTx/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ES Build Neutral" pitchFamily="2" charset="77"/>
          <a:ea typeface="ES Build Neutral" pitchFamily="2" charset="77"/>
          <a:cs typeface="+mn-cs"/>
        </a:defRPr>
      </a:lvl4pPr>
      <a:lvl5pPr marL="731520" indent="-173736" algn="l" defTabSz="914400" rtl="0" eaLnBrk="1" latinLnBrk="0" hangingPunct="1">
        <a:lnSpc>
          <a:spcPct val="96000"/>
        </a:lnSpc>
        <a:spcBef>
          <a:spcPts val="300"/>
        </a:spcBef>
        <a:spcAft>
          <a:spcPts val="150"/>
        </a:spcAft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ES Build Neutral" pitchFamily="2" charset="77"/>
          <a:ea typeface="ES Build Neutral" pitchFamily="2" charset="77"/>
          <a:cs typeface="+mn-cs"/>
        </a:defRPr>
      </a:lvl5pPr>
      <a:lvl6pPr marL="11113" indent="0" algn="l" defTabSz="914400" rtl="0" eaLnBrk="1" latinLnBrk="0" hangingPunct="1">
        <a:lnSpc>
          <a:spcPct val="96000"/>
        </a:lnSpc>
        <a:spcBef>
          <a:spcPts val="600"/>
        </a:spcBef>
        <a:spcAft>
          <a:spcPts val="300"/>
        </a:spcAft>
        <a:buFont typeface="System Font Regular"/>
        <a:buNone/>
        <a:tabLst/>
        <a:defRPr sz="1600" b="0" i="0" kern="1200">
          <a:solidFill>
            <a:schemeClr val="tx1"/>
          </a:solidFill>
          <a:latin typeface="ES Build Neutral" pitchFamily="2" charset="77"/>
          <a:ea typeface="ES Build Neutral" pitchFamily="2" charset="77"/>
          <a:cs typeface="+mn-cs"/>
        </a:defRPr>
      </a:lvl6pPr>
      <a:lvl7pPr marL="11113" indent="0" algn="l" defTabSz="914400" rtl="0" eaLnBrk="1" latinLnBrk="0" hangingPunct="1">
        <a:lnSpc>
          <a:spcPct val="96000"/>
        </a:lnSpc>
        <a:spcBef>
          <a:spcPts val="600"/>
        </a:spcBef>
        <a:spcAft>
          <a:spcPts val="300"/>
        </a:spcAft>
        <a:buFont typeface="System Font Regular"/>
        <a:buNone/>
        <a:tabLst/>
        <a:defRPr sz="1600" b="0" i="0" kern="1200">
          <a:solidFill>
            <a:schemeClr val="tx1"/>
          </a:solidFill>
          <a:latin typeface="ES Build Neutral" pitchFamily="2" charset="77"/>
          <a:ea typeface="ES Build Neutral" pitchFamily="2" charset="77"/>
          <a:cs typeface="+mn-cs"/>
        </a:defRPr>
      </a:lvl7pPr>
      <a:lvl8pPr marL="0" indent="0" algn="l" defTabSz="914400" rtl="0" eaLnBrk="1" latinLnBrk="0" hangingPunct="1">
        <a:lnSpc>
          <a:spcPct val="84000"/>
        </a:lnSpc>
        <a:spcBef>
          <a:spcPts val="300"/>
        </a:spcBef>
        <a:buFont typeface="System Font Regular"/>
        <a:buNone/>
        <a:tabLst/>
        <a:defRPr sz="5500" b="0" i="0" kern="1200" spc="-150" baseline="0">
          <a:solidFill>
            <a:schemeClr val="tx1"/>
          </a:solidFill>
          <a:latin typeface="ES Build Neutral" pitchFamily="2" charset="77"/>
          <a:ea typeface="ES Build Neutral" pitchFamily="2" charset="77"/>
          <a:cs typeface="+mn-cs"/>
        </a:defRPr>
      </a:lvl8pPr>
      <a:lvl9pPr marL="11113" indent="0" algn="l" defTabSz="914400" rtl="0" eaLnBrk="1" latinLnBrk="0" hangingPunct="1">
        <a:lnSpc>
          <a:spcPct val="84000"/>
        </a:lnSpc>
        <a:spcBef>
          <a:spcPts val="0"/>
        </a:spcBef>
        <a:buFont typeface="System Font Regular"/>
        <a:buNone/>
        <a:tabLst/>
        <a:defRPr sz="11000" b="0" i="0" kern="1200" spc="-300">
          <a:solidFill>
            <a:schemeClr val="tx1"/>
          </a:solidFill>
          <a:latin typeface="ES Build Neutral" pitchFamily="2" charset="77"/>
          <a:ea typeface="ES Build Neutral" pitchFamily="2" charset="77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62" userDrawn="1">
          <p15:clr>
            <a:srgbClr val="F26B43"/>
          </p15:clr>
        </p15:guide>
        <p15:guide id="2" userDrawn="1">
          <p15:clr>
            <a:srgbClr val="F26B43"/>
          </p15:clr>
        </p15:guide>
        <p15:guide id="3" pos="7679" userDrawn="1">
          <p15:clr>
            <a:srgbClr val="F26B43"/>
          </p15:clr>
        </p15:guide>
        <p15:guide id="4" orient="horz" pos="1078" userDrawn="1">
          <p15:clr>
            <a:srgbClr val="F26B43"/>
          </p15:clr>
        </p15:guide>
        <p15:guide id="5" orient="horz" pos="646" userDrawn="1">
          <p15:clr>
            <a:srgbClr val="F26B43"/>
          </p15:clr>
        </p15:guide>
        <p15:guide id="6" orient="horz" pos="430" userDrawn="1">
          <p15:clr>
            <a:srgbClr val="F26B43"/>
          </p15:clr>
        </p15:guide>
        <p15:guide id="7" orient="horz" pos="214" userDrawn="1">
          <p15:clr>
            <a:srgbClr val="F26B43"/>
          </p15:clr>
        </p15:guide>
        <p15:guide id="8" orient="horz" pos="1942" userDrawn="1">
          <p15:clr>
            <a:srgbClr val="F26B43"/>
          </p15:clr>
        </p15:guide>
        <p15:guide id="9" orient="horz" pos="2158" userDrawn="1">
          <p15:clr>
            <a:srgbClr val="F26B43"/>
          </p15:clr>
        </p15:guide>
        <p15:guide id="10" orient="horz" pos="1726" userDrawn="1">
          <p15:clr>
            <a:srgbClr val="F26B43"/>
          </p15:clr>
        </p15:guide>
        <p15:guide id="11" orient="horz" pos="1510" userDrawn="1">
          <p15:clr>
            <a:srgbClr val="F26B43"/>
          </p15:clr>
        </p15:guide>
        <p15:guide id="12" orient="horz" pos="3022" userDrawn="1">
          <p15:clr>
            <a:srgbClr val="F26B43"/>
          </p15:clr>
        </p15:guide>
        <p15:guide id="13" orient="horz" pos="3238" userDrawn="1">
          <p15:clr>
            <a:srgbClr val="F26B43"/>
          </p15:clr>
        </p15:guide>
        <p15:guide id="14" orient="horz" pos="2806" userDrawn="1">
          <p15:clr>
            <a:srgbClr val="F26B43"/>
          </p15:clr>
        </p15:guide>
        <p15:guide id="15" orient="horz" pos="2590" userDrawn="1">
          <p15:clr>
            <a:srgbClr val="F26B43"/>
          </p15:clr>
        </p15:guide>
        <p15:guide id="16" orient="horz" pos="2374" userDrawn="1">
          <p15:clr>
            <a:srgbClr val="F26B43"/>
          </p15:clr>
        </p15:guide>
        <p15:guide id="17" orient="horz" pos="4102" userDrawn="1">
          <p15:clr>
            <a:srgbClr val="F26B43"/>
          </p15:clr>
        </p15:guide>
        <p15:guide id="18" orient="horz" pos="4318" userDrawn="1">
          <p15:clr>
            <a:srgbClr val="F26B43"/>
          </p15:clr>
        </p15:guide>
        <p15:guide id="19" orient="horz" pos="3886" userDrawn="1">
          <p15:clr>
            <a:srgbClr val="F26B43"/>
          </p15:clr>
        </p15:guide>
        <p15:guide id="20" orient="horz" pos="3670" userDrawn="1">
          <p15:clr>
            <a:srgbClr val="F26B43"/>
          </p15:clr>
        </p15:guide>
        <p15:guide id="21" orient="horz" pos="3454" userDrawn="1">
          <p15:clr>
            <a:srgbClr val="F26B43"/>
          </p15:clr>
        </p15:guide>
        <p15:guide id="22" orient="horz" pos="286" userDrawn="1">
          <p15:clr>
            <a:srgbClr val="F26B43"/>
          </p15:clr>
        </p15:guide>
        <p15:guide id="23" orient="horz" pos="4030" userDrawn="1">
          <p15:clr>
            <a:srgbClr val="F26B43"/>
          </p15:clr>
        </p15:guide>
        <p15:guide id="24" pos="6919" userDrawn="1">
          <p15:clr>
            <a:srgbClr val="F26B43"/>
          </p15:clr>
        </p15:guide>
        <p15:guide id="25" pos="7368" userDrawn="1">
          <p15:clr>
            <a:srgbClr val="F26B43"/>
          </p15:clr>
        </p15:guide>
        <p15:guide id="26" pos="311" userDrawn="1">
          <p15:clr>
            <a:srgbClr val="F26B43"/>
          </p15:clr>
        </p15:guide>
        <p15:guide id="27" pos="760" userDrawn="1">
          <p15:clr>
            <a:srgbClr val="F26B43"/>
          </p15:clr>
        </p15:guide>
        <p15:guide id="28" pos="911" userDrawn="1">
          <p15:clr>
            <a:srgbClr val="F26B43"/>
          </p15:clr>
        </p15:guide>
        <p15:guide id="29" pos="1361" userDrawn="1">
          <p15:clr>
            <a:srgbClr val="F26B43"/>
          </p15:clr>
        </p15:guide>
        <p15:guide id="30" pos="1512" userDrawn="1">
          <p15:clr>
            <a:srgbClr val="F26B43"/>
          </p15:clr>
        </p15:guide>
        <p15:guide id="31" pos="1961" userDrawn="1">
          <p15:clr>
            <a:srgbClr val="F26B43"/>
          </p15:clr>
        </p15:guide>
        <p15:guide id="32" pos="2113" userDrawn="1">
          <p15:clr>
            <a:srgbClr val="F26B43"/>
          </p15:clr>
        </p15:guide>
        <p15:guide id="33" pos="2562" userDrawn="1">
          <p15:clr>
            <a:srgbClr val="F26B43"/>
          </p15:clr>
        </p15:guide>
        <p15:guide id="34" pos="2714" userDrawn="1">
          <p15:clr>
            <a:srgbClr val="F26B43"/>
          </p15:clr>
        </p15:guide>
        <p15:guide id="35" pos="3163" userDrawn="1">
          <p15:clr>
            <a:srgbClr val="F26B43"/>
          </p15:clr>
        </p15:guide>
        <p15:guide id="36" pos="3314" userDrawn="1">
          <p15:clr>
            <a:srgbClr val="F26B43"/>
          </p15:clr>
        </p15:guide>
        <p15:guide id="37" pos="3764" userDrawn="1">
          <p15:clr>
            <a:srgbClr val="F26B43"/>
          </p15:clr>
        </p15:guide>
        <p15:guide id="38" pos="3915" userDrawn="1">
          <p15:clr>
            <a:srgbClr val="F26B43"/>
          </p15:clr>
        </p15:guide>
        <p15:guide id="39" pos="4365" userDrawn="1">
          <p15:clr>
            <a:srgbClr val="F26B43"/>
          </p15:clr>
        </p15:guide>
        <p15:guide id="40" pos="4516" userDrawn="1">
          <p15:clr>
            <a:srgbClr val="F26B43"/>
          </p15:clr>
        </p15:guide>
        <p15:guide id="41" pos="4965" userDrawn="1">
          <p15:clr>
            <a:srgbClr val="F26B43"/>
          </p15:clr>
        </p15:guide>
        <p15:guide id="42" pos="5117" userDrawn="1">
          <p15:clr>
            <a:srgbClr val="F26B43"/>
          </p15:clr>
        </p15:guide>
        <p15:guide id="43" pos="5566" userDrawn="1">
          <p15:clr>
            <a:srgbClr val="F26B43"/>
          </p15:clr>
        </p15:guide>
        <p15:guide id="44" pos="5718" userDrawn="1">
          <p15:clr>
            <a:srgbClr val="F26B43"/>
          </p15:clr>
        </p15:guide>
        <p15:guide id="45" pos="6167" userDrawn="1">
          <p15:clr>
            <a:srgbClr val="F26B43"/>
          </p15:clr>
        </p15:guide>
        <p15:guide id="46" pos="6318" userDrawn="1">
          <p15:clr>
            <a:srgbClr val="F26B43"/>
          </p15:clr>
        </p15:guide>
        <p15:guide id="47" pos="6768" userDrawn="1">
          <p15:clr>
            <a:srgbClr val="F26B43"/>
          </p15:clr>
        </p15:guide>
        <p15:guide id="48" orient="horz" pos="1" userDrawn="1">
          <p15:clr>
            <a:srgbClr val="F26B43"/>
          </p15:clr>
        </p15:guide>
        <p15:guide id="49" pos="7144" userDrawn="1">
          <p15:clr>
            <a:srgbClr val="F26B43"/>
          </p15:clr>
        </p15:guide>
        <p15:guide id="50" pos="535" userDrawn="1">
          <p15:clr>
            <a:srgbClr val="F26B43"/>
          </p15:clr>
        </p15:guide>
        <p15:guide id="51" pos="1136" userDrawn="1">
          <p15:clr>
            <a:srgbClr val="F26B43"/>
          </p15:clr>
        </p15:guide>
        <p15:guide id="52" pos="1737" userDrawn="1">
          <p15:clr>
            <a:srgbClr val="F26B43"/>
          </p15:clr>
        </p15:guide>
        <p15:guide id="53" pos="2338" userDrawn="1">
          <p15:clr>
            <a:srgbClr val="F26B43"/>
          </p15:clr>
        </p15:guide>
        <p15:guide id="54" pos="2938" userDrawn="1">
          <p15:clr>
            <a:srgbClr val="F26B43"/>
          </p15:clr>
        </p15:guide>
        <p15:guide id="55" pos="3539" userDrawn="1">
          <p15:clr>
            <a:srgbClr val="F26B43"/>
          </p15:clr>
        </p15:guide>
        <p15:guide id="56" pos="4140" userDrawn="1">
          <p15:clr>
            <a:srgbClr val="F26B43"/>
          </p15:clr>
        </p15:guide>
        <p15:guide id="57" pos="4741" userDrawn="1">
          <p15:clr>
            <a:srgbClr val="F26B43"/>
          </p15:clr>
        </p15:guide>
        <p15:guide id="58" pos="5341" userDrawn="1">
          <p15:clr>
            <a:srgbClr val="F26B43"/>
          </p15:clr>
        </p15:guide>
        <p15:guide id="59" pos="5942" userDrawn="1">
          <p15:clr>
            <a:srgbClr val="F26B43"/>
          </p15:clr>
        </p15:guide>
        <p15:guide id="60" pos="6543" userDrawn="1">
          <p15:clr>
            <a:srgbClr val="F26B43"/>
          </p15:clr>
        </p15:guide>
        <p15:guide id="61" orient="horz" pos="1294" userDrawn="1">
          <p15:clr>
            <a:srgbClr val="F26B43"/>
          </p15:clr>
        </p15:guide>
        <p15:guide id="62" pos="767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26.png"/><Relationship Id="rId3" Type="http://schemas.openxmlformats.org/officeDocument/2006/relationships/image" Target="../media/icon_folder_directory_200.svg"/>
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con_server_hardware_201.svg"/>
<Relationship Id="rId6" Type="http://schemas.openxmlformats.org/officeDocument/2006/relationships/image" Target="../media/icon_checkbox_multiple_202.svg"/>
<Relationship Id="rId7" Type="http://schemas.openxmlformats.org/officeDocument/2006/relationships/image" Target="../media/icon_error_warning_203.svg"/>
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con_file_list_204.svg"/>
<Relationship Id="rId7" Type="http://schemas.openxmlformats.org/officeDocument/2006/relationships/image" Target="../media/icon_speed_up_205.svg"/>
<Relationship Id="rId8" Type="http://schemas.openxmlformats.org/officeDocument/2006/relationships/image" Target="../media/icon_loop_left_206.svg"/>
<Relationship Id="rId9" Type="http://schemas.openxmlformats.org/officeDocument/2006/relationships/image" Target="../media/icon_lock_password_207.svg"/>
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34.png"/><Relationship Id="rId3" Type="http://schemas.openxmlformats.org/officeDocument/2006/relationships/image" Target="../media/icon_upload_cloud_208.svg"/>
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35.png"/><Relationship Id="rId3" Type="http://schemas.openxmlformats.org/officeDocument/2006/relationships/image" Target="../media/icon_shield_check_209.svg"/>
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9089" y="1543050"/>
            <a:ext cx="10058400" cy="2581259"/>
          </a:xfrm>
        </p:spPr>
        <p:txBody>
          <a:bodyPr/>
          <a:lstStyle/>
          <a:p>
            <a:pPr algn="l"/>
            <a:r>
              <a:rPr b="1" sz="4800">
                <a:solidFill>
                  <a:srgbClr val="FFFFFF"/>
                </a:solidFill>
                <a:latin typeface="ES Build Neutral"/>
              </a:rPr>
              <a:t>CLOUD PAK FOR DATA:
ARTIFACT-LEVEL BACKUP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9089" y="4186763"/>
            <a:ext cx="10058400" cy="685800"/>
          </a:xfrm>
        </p:spPr>
        <p:txBody>
          <a:bodyPr wrap="square"/>
          <a:lstStyle/>
          <a:p>
            <a:pPr algn="l"/>
            <a:r>
              <a:rPr sz="2000">
                <a:solidFill>
                  <a:srgbClr val="FFFFFF"/>
                </a:solidFill>
                <a:latin typeface="ES Build Neutral"/>
              </a:rPr>
              <a:t>One PVC per project, so restore is granular and multi-tenant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What this covers, and what cpdbr covers</a:t>
            </a:r>
          </a:p>
          <a:p>
            <a:r>
              <a:t>The pattern: an action blueprint, not a workload blueprint</a:t>
            </a:r>
          </a:p>
          <a:p>
            <a:r>
              <a:t>One PVC per project — the whole point</a:t>
            </a:r>
          </a:p>
          <a:p>
            <a:r>
              <a:t>Four design decisions</a:t>
            </a:r>
          </a:p>
          <a:p>
            <a:r>
              <a:t>Blueprint action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96128" y="777240"/>
            <a:ext cx="1005840" cy="1005840"/>
          </a:xfrm>
          <a:prstGeom prst="roundRect">
            <a:avLst>
              <a:gd name="adj" fmla="val 25207"/>
            </a:avLst>
          </a:prstGeom>
          <a:solidFill>
            <a:srgbClr val="FFFFFF">
              <a:alpha val="8000"/>
            </a:srgbClr>
          </a:solidFill>
          <a:ln>
            <a:gradFill>
              <a:gsLst>
                <a:gs pos="0">
                  <a:srgbClr val="4AFF9C"/>
                </a:gs>
                <a:gs pos="100000">
                  <a:srgbClr val="67FFFE"/>
                </a:gs>
              </a:gsLst>
              <a:lin ang="0" scaled="0"/>
            </a:gradFill>
          </a:ln>
          <a:effectLst>
            <a:outerShdw blurRad="190500" dist="0" dir="0" sx="102000" sy="102000" algn="ctr" rotWithShape="0">
              <a:srgbClr val="67FFFE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7412" y="998524"/>
            <a:ext cx="563270" cy="5632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14884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ES Build Neutral"/>
              </a:rPr>
              <a:t>ONE PVC PER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6000">
                <a:gradFill>
                  <a:gsLst>
                    <a:gs pos="4000">
                      <a:srgbClr val="4AFF9C"/>
                    </a:gs>
                    <a:gs pos="80000">
                      <a:srgbClr val="67FFFE"/>
                    </a:gs>
                  </a:gsLst>
                  <a:lin ang="0" scaled="0"/>
                </a:gradFill>
                <a:effectLst>
                  <a:outerShdw blurRad="190500" dist="0" dir="0" sx="102000" sy="102000" algn="ctr" rotWithShape="0">
                    <a:srgbClr val="4AFF9C">
                      <a:alpha val="40000"/>
                    </a:srgbClr>
                  </a:outerShdw>
                </a:effectLst>
                <a:latin typeface="ES Build Neutral"/>
              </a:rPr>
              <a:t>IS THE UNIT OF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4160520"/>
            <a:ext cx="9052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FFFFFF"/>
                </a:solidFill>
                <a:latin typeface="ES Build Neutral"/>
              </a:rPr>
              <a:t>PVC equals granularity equals multi-tenant restore. Pick the projects you want, restore only</a:t>
            </a:r>
          </a:p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FFFFFF"/>
                </a:solidFill>
                <a:latin typeface="ES Build Neutral"/>
              </a:rPr>
              <a:t>those PVCs into a namespace, and recreate the projects with a script.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7704" y="525780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gradFill>
              <a:gsLst>
                <a:gs pos="0">
                  <a:srgbClr val="4AFF9C"/>
                </a:gs>
                <a:gs pos="100000">
                  <a:srgbClr val="67FFFE"/>
                </a:gs>
              </a:gsLst>
              <a:lin ang="0" scaled="0"/>
            </a:gradFill>
          </a:ln>
          <a:effectLst>
            <a:outerShdw blurRad="190500" dist="0" dir="0" sx="102000" sy="102000" algn="ctr" rotWithShape="0">
              <a:srgbClr val="67FFFE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ES Build Neutral"/>
              </a:rPr>
              <a:t>Granular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93624" y="525780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gradFill>
              <a:gsLst>
                <a:gs pos="0">
                  <a:srgbClr val="4AFF9C"/>
                </a:gs>
                <a:gs pos="100000">
                  <a:srgbClr val="67FFFE"/>
                </a:gs>
              </a:gsLst>
              <a:lin ang="0" scaled="0"/>
            </a:gradFill>
          </a:ln>
          <a:effectLst>
            <a:outerShdw blurRad="190500" dist="0" dir="0" sx="102000" sy="102000" algn="ctr" rotWithShape="0">
              <a:srgbClr val="67FFFE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ES Build Neutral"/>
              </a:rPr>
              <a:t>Multi-tenant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39544" y="5257800"/>
            <a:ext cx="2204720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gradFill>
              <a:gsLst>
                <a:gs pos="0">
                  <a:srgbClr val="4AFF9C"/>
                </a:gs>
                <a:gs pos="100000">
                  <a:srgbClr val="67FFFE"/>
                </a:gs>
              </a:gsLst>
              <a:lin ang="0" scaled="0"/>
            </a:gradFill>
          </a:ln>
          <a:effectLst>
            <a:outerShdw blurRad="190500" dist="0" dir="0" sx="102000" sy="102000" algn="ctr" rotWithShape="0">
              <a:srgbClr val="67FFFE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ES Build Neutral"/>
              </a:rPr>
              <a:t>Portable between clusters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1647" y="347472"/>
            <a:ext cx="1124867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02060"/>
                </a:solidFill>
                <a:latin typeface="ES Build Neutral"/>
              </a:rPr>
              <a:t>THIS COMPLEMENTS THE PLATFORM BACKUP — IT DOES NOT REPLACE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1647" y="987552"/>
            <a:ext cx="1124867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29BA5"/>
                </a:solidFill>
                <a:latin typeface="ES Build Neutral"/>
              </a:rPr>
              <a:t>cpdbr and this blueprint cover different lanes; you want both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1647" y="1572768"/>
            <a:ext cx="3584966" cy="3977639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BDEE1"/>
            </a:solidFill>
          </a:ln>
          <a:effectLst>
            <a:outerShdw blurRad="190500" dist="0" dir="0" sx="102000" sy="102000" algn="ctr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4527" y="1755648"/>
            <a:ext cx="457200" cy="457200"/>
          </a:xfrm>
          <a:prstGeom prst="roundRect">
            <a:avLst>
              <a:gd name="adj" fmla="val 21716"/>
            </a:avLst>
          </a:prstGeom>
          <a:solidFill>
            <a:srgbClr val="CCEFFF"/>
          </a:solidFill>
          <a:ln>
            <a:noFill/>
          </a:ln>
          <a:effectLst>
            <a:outerShdw blurRad="190500" dist="0" dir="0" sx="102000" sy="102000" algn="ctr" rotWithShape="0">
              <a:srgbClr val="99DFFF">
                <a:alpha val="6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111" y="1856231"/>
            <a:ext cx="25603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21455" y="1783080"/>
            <a:ext cx="265227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ES Build Neutral"/>
              </a:rPr>
              <a:t>WHAT CPDBR COVERS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4527" y="2350008"/>
            <a:ext cx="3219206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505861"/>
                </a:solidFill>
                <a:latin typeface="ES Build Neutral"/>
              </a:rPr>
              <a:t>Whole-tenant infrastructure disaster recovery, including the control plane.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505861"/>
                </a:solidFill>
                <a:latin typeface="ES Build Neutral"/>
              </a:rPr>
              <a:t/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505861"/>
                </a:solidFill>
                <a:latin typeface="ES Build Neutral"/>
              </a:rPr>
              <a:t>That is the platform's own backup, and it remains the right tool for rebuilding a tenant.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3501" y="1572768"/>
            <a:ext cx="3584966" cy="3977639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BDEE1"/>
            </a:solidFill>
          </a:ln>
          <a:effectLst>
            <a:outerShdw blurRad="190500" dist="0" dir="0" sx="102000" sy="102000" algn="ctr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6381" y="1755648"/>
            <a:ext cx="457200" cy="457200"/>
          </a:xfrm>
          <a:prstGeom prst="roundRect">
            <a:avLst>
              <a:gd name="adj" fmla="val 21716"/>
            </a:avLst>
          </a:prstGeom>
          <a:gradFill>
            <a:gsLst>
              <a:gs pos="0">
                <a:srgbClr val="00FF47"/>
              </a:gs>
              <a:gs pos="100000">
                <a:srgbClr val="01B0FE"/>
              </a:gs>
            </a:gsLst>
            <a:lin ang="2700000" scaled="0"/>
          </a:gradFill>
          <a:ln>
            <a:noFill/>
          </a:ln>
          <a:effectLst>
            <a:outerShdw blurRad="190500" dist="0" dir="0" sx="102000" sy="102000" algn="ctr" rotWithShape="0">
              <a:srgbClr val="5AE88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86965" y="1856231"/>
            <a:ext cx="25603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53309" y="1783080"/>
            <a:ext cx="265227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ES Build Neutral"/>
              </a:rPr>
              <a:t>WHAT THIS COVERS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6381" y="2350008"/>
            <a:ext cx="3219206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505861"/>
                </a:solidFill>
                <a:latin typeface="ES Build Neutral"/>
              </a:rPr>
              <a:t>The lane cpdbr does not enter: per-project restore, portability between clusters, and self-service recovery.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505861"/>
                </a:solidFill>
                <a:latin typeface="ES Build Neutral"/>
              </a:rPr>
              <a:t/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505861"/>
                </a:solidFill>
                <a:latin typeface="ES Build Neutral"/>
              </a:rPr>
              <a:t>Analytics projects at the logical level — notebooks, jobs, data assets and connections — exported with cpdctl.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5355" y="1572768"/>
            <a:ext cx="3584966" cy="3977639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BDEE1"/>
            </a:solidFill>
          </a:ln>
          <a:effectLst>
            <a:outerShdw blurRad="190500" dist="0" dir="0" sx="102000" sy="102000" algn="ctr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18235" y="1755648"/>
            <a:ext cx="457200" cy="457200"/>
          </a:xfrm>
          <a:prstGeom prst="roundRect">
            <a:avLst>
              <a:gd name="adj" fmla="val 21716"/>
            </a:avLst>
          </a:prstGeom>
          <a:solidFill>
            <a:srgbClr val="FFE8D3"/>
          </a:solidFill>
          <a:ln>
            <a:noFill/>
          </a:ln>
          <a:effectLst>
            <a:outerShdw blurRad="190500" dist="0" dir="0" sx="102000" sy="102000" algn="ctr" rotWithShape="0">
              <a:srgbClr val="FEB97C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18819" y="1856231"/>
            <a:ext cx="256032" cy="256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85163" y="1783080"/>
            <a:ext cx="265227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ES Build Neutral"/>
              </a:rPr>
              <a:t>WHAT IT NEEDS, AND DOES NOT PROTECT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8235" y="2350008"/>
            <a:ext cx="3219206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505861"/>
                </a:solidFill>
                <a:latin typeface="ES Build Neutral"/>
              </a:rPr>
              <a:t>It needs the CP4D platform to be up, because the API is the only path to a notebook.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505861"/>
                </a:solidFill>
                <a:latin typeface="ES Build Neutral"/>
              </a:rPr>
              <a:t/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505861"/>
                </a:solidFill>
                <a:latin typeface="ES Build Neutral"/>
              </a:rPr>
              <a:t>It does not protect the control plane. If the platform is gone, this blueprint cannot bring it back — restore the platform first, then the projects.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0292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spc="200">
                <a:solidFill>
                  <a:srgbClr val="4AFF9C"/>
                </a:solidFill>
                <a:latin typeface="ES Build Neutral"/>
              </a:rPr>
              <a:t>WHY THIS IS AN ACTION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000">
                <a:solidFill>
                  <a:srgbClr val="FFFFFF"/>
                </a:solidFill>
                <a:latin typeface="ES Build Neutral"/>
              </a:rPr>
              <a:t>No CR to bind to.
</a:t>
            </a:r>
            <a:r>
              <a:rPr b="1" sz="3000">
                <a:gradFill>
                  <a:gsLst>
                    <a:gs pos="4000">
                      <a:srgbClr val="4AFF9C"/>
                    </a:gs>
                    <a:gs pos="80000">
                      <a:srgbClr val="67FFFE"/>
                    </a:gs>
                  </a:gsLst>
                  <a:lin ang="0" scaled="0"/>
                </a:gradFill>
                <a:effectLst>
                  <a:outerShdw blurRad="190500" dist="0" dir="0" sx="102000" sy="102000" algn="ctr" rotWithShape="0">
                    <a:srgbClr val="4AFF9C">
                      <a:alpha val="40000"/>
                    </a:srgbClr>
                  </a:outerShdw>
                </a:effectLst>
                <a:latin typeface="ES Build Neutral"/>
              </a:rPr>
              <a:t>So bind to the namespace.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ES Build Neutral"/>
              </a:rPr>
              <a:t>The pattern is a hybrid: pattern 4, a permanent keeper PVC, combined with the action-hook mechanism. Note the usual trade-off of action hooks: the context is namespace-only, and one blueprint covers everything in the namespace — so deploy one type of workload per namespace when you use this shape.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0" y="822960"/>
            <a:ext cx="27432" cy="50292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0" y="960120"/>
            <a:ext cx="960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ES Build Neutr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1014984"/>
            <a:ext cx="4434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ES Build Neutral"/>
              </a:rPr>
              <a:t>THERE IS NO PROJECT OR NOTEBOOK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1490472"/>
            <a:ext cx="443484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ES Build Neutral"/>
              </a:rPr>
              <a:t>A CP4D analytics project is not a Kubernetes object, so there is nothing for a BlueprintBinding to match. This is therefore a BackupAction preHook — an action blueprint — rather than a workload blueprint.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3429000"/>
            <a:ext cx="960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ES Build Neutr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3483864"/>
            <a:ext cx="4434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ES Build Neutral"/>
              </a:rPr>
              <a:t>AND THAT IS ALSO WHY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3959352"/>
            <a:ext cx="443484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ES Build Neutral"/>
              </a:rPr>
              <a:t>A preHook runs before Kasten's PVC discovery. So every per-project PVC the hook creates is included in the restore point — which a backupPrehook on a workload could never achieve, because discovery would already have run.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1647" y="347472"/>
            <a:ext cx="1124867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2060"/>
                </a:solidFill>
                <a:latin typeface="ES Build Neutral"/>
              </a:rPr>
              <a:t>FOUR DECISIONS THAT SHAPE THE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1647" y="987552"/>
            <a:ext cx="1124867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29BA5"/>
                </a:solidFill>
                <a:latin typeface="ES Build Neutral"/>
              </a:rPr>
              <a:t>Each one exists to make a specific failure or cost go 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1647" y="1572768"/>
            <a:ext cx="2627002" cy="3977639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BDEE1"/>
            </a:solidFill>
          </a:ln>
          <a:effectLst>
            <a:outerShdw blurRad="190500" dist="0" dir="0" sx="102000" sy="102000" algn="ctr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4527" y="1755648"/>
            <a:ext cx="457200" cy="457200"/>
          </a:xfrm>
          <a:prstGeom prst="roundRect">
            <a:avLst>
              <a:gd name="adj" fmla="val 21716"/>
            </a:avLst>
          </a:prstGeom>
          <a:solidFill>
            <a:srgbClr val="CCEFFF"/>
          </a:solidFill>
          <a:ln>
            <a:noFill/>
          </a:ln>
          <a:effectLst>
            <a:outerShdw blurRad="190500" dist="0" dir="0" sx="102000" sy="102000" algn="ctr" rotWithShape="0">
              <a:srgbClr val="99DFFF">
                <a:alpha val="6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5111" y="1856231"/>
            <a:ext cx="25603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21455" y="1783080"/>
            <a:ext cx="169431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ES Build Neutral"/>
              </a:rPr>
              <a:t>PERMANENT, GUID-KEYED PVCs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4527" y="2350008"/>
            <a:ext cx="2261242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505861"/>
                </a:solidFill>
                <a:latin typeface="ES Build Neutral"/>
              </a:rPr>
              <a:t>Named cp4d-&lt;sanitized-name&gt;-&lt;short-guid&gt;, created if missing and reused afterwards.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505861"/>
                </a:solidFill>
                <a:latin typeface="ES Build Neutral"/>
              </a:rPr>
              <a:t/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505861"/>
                </a:solidFill>
                <a:latin typeface="ES Build Neutral"/>
              </a:rPr>
              <a:t>The GUID rather than the name is what makes a renamed project keep its history instead of starting a new PVC.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5538" y="1572768"/>
            <a:ext cx="2627002" cy="3977639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BDEE1"/>
            </a:solidFill>
          </a:ln>
          <a:effectLst>
            <a:outerShdw blurRad="190500" dist="0" dir="0" sx="102000" sy="102000" algn="ctr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8418" y="1755648"/>
            <a:ext cx="457200" cy="457200"/>
          </a:xfrm>
          <a:prstGeom prst="roundRect">
            <a:avLst>
              <a:gd name="adj" fmla="val 21716"/>
            </a:avLst>
          </a:prstGeom>
          <a:solidFill>
            <a:srgbClr val="CCEFFF"/>
          </a:solidFill>
          <a:ln>
            <a:noFill/>
          </a:ln>
          <a:effectLst>
            <a:outerShdw blurRad="190500" dist="0" dir="0" sx="102000" sy="102000" algn="ctr" rotWithShape="0">
              <a:srgbClr val="99DFFF">
                <a:alpha val="6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29002" y="1856231"/>
            <a:ext cx="25603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95346" y="1783080"/>
            <a:ext cx="169431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ES Build Neutral"/>
              </a:rPr>
              <a:t>STORE THE EXPORT UNZIPPED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8418" y="2350008"/>
            <a:ext cx="2261242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505861"/>
                </a:solidFill>
                <a:latin typeface="ES Build Neutral"/>
              </a:rPr>
              <a:t>Not the zip. A one-cell change then rewrites one file rather than the whole archive.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505861"/>
                </a:solidFill>
                <a:latin typeface="ES Build Neutral"/>
              </a:rPr>
              <a:t/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505861"/>
                </a:solidFill>
                <a:latin typeface="ES Build Neutral"/>
              </a:rPr>
              <a:t>That is what lets Kasten's content-addressed export deduplicate between runs — a zip would change wholesale every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9428" y="1572768"/>
            <a:ext cx="2627002" cy="3977639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BDEE1"/>
            </a:solidFill>
          </a:ln>
          <a:effectLst>
            <a:outerShdw blurRad="190500" dist="0" dir="0" sx="102000" sy="102000" algn="ctr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2308" y="1755648"/>
            <a:ext cx="457200" cy="457200"/>
          </a:xfrm>
          <a:prstGeom prst="roundRect">
            <a:avLst>
              <a:gd name="adj" fmla="val 21716"/>
            </a:avLst>
          </a:prstGeom>
          <a:solidFill>
            <a:srgbClr val="CCEFFF"/>
          </a:solidFill>
          <a:ln>
            <a:noFill/>
          </a:ln>
          <a:effectLst>
            <a:outerShdw blurRad="190500" dist="0" dir="0" sx="102000" sy="102000" algn="ctr" rotWithShape="0">
              <a:srgbClr val="99DFFF">
                <a:alpha val="6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02892" y="1856231"/>
            <a:ext cx="256032" cy="256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69236" y="1783080"/>
            <a:ext cx="169431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ES Build Neutral"/>
              </a:rPr>
              <a:t>RESTORE IS DECOUPLED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2308" y="2350008"/>
            <a:ext cx="2261242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505861"/>
                </a:solidFill>
                <a:latin typeface="ES Build Neutral"/>
              </a:rPr>
              <a:t>A standalone restore.sh does the work, rather than a Kasten restore hook.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505861"/>
                </a:solidFill>
                <a:latin typeface="ES Build Neutral"/>
              </a:rPr>
              <a:t/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505861"/>
                </a:solidFill>
                <a:latin typeface="ES Build Neutral"/>
              </a:rPr>
              <a:t>So a restore can select individual projects, and does not depend on restore-hook behaviour.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3319" y="1572768"/>
            <a:ext cx="2627002" cy="3977639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BDEE1"/>
            </a:solidFill>
          </a:ln>
          <a:effectLst>
            <a:outerShdw blurRad="190500" dist="0" dir="0" sx="102000" sy="102000" algn="ctr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76199" y="1755648"/>
            <a:ext cx="457200" cy="457200"/>
          </a:xfrm>
          <a:prstGeom prst="roundRect">
            <a:avLst>
              <a:gd name="adj" fmla="val 21716"/>
            </a:avLst>
          </a:prstGeom>
          <a:solidFill>
            <a:srgbClr val="CCEFFF"/>
          </a:solidFill>
          <a:ln>
            <a:noFill/>
          </a:ln>
          <a:effectLst>
            <a:outerShdw blurRad="190500" dist="0" dir="0" sx="102000" sy="102000" algn="ctr" rotWithShape="0">
              <a:srgbClr val="99DFFF">
                <a:alpha val="6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76783" y="1856231"/>
            <a:ext cx="256032" cy="2560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43127" y="1783080"/>
            <a:ext cx="169431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ES Build Neutral"/>
              </a:rPr>
              <a:t>CREDENTIALS DO NOT FAN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6199" y="2350008"/>
            <a:ext cx="2261242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505861"/>
                </a:solidFill>
                <a:latin typeface="ES Build Neutral"/>
              </a:rPr>
              <a:t>The CP4D API key lives in one Secret in the cpd namespace — not copied into each project namespace.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505861"/>
                </a:solidFill>
                <a:latin typeface="ES Build Neutral"/>
              </a:rPr>
              <a:t/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505861"/>
                </a:solidFill>
                <a:latin typeface="ES Build Neutral"/>
              </a:rPr>
              <a:t>One place to rotate, one place to audit.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1647" y="347472"/>
            <a:ext cx="1124867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2060"/>
                </a:solidFill>
                <a:latin typeface="ES Build Neutral"/>
              </a:rPr>
              <a:t>VERSIONS AND THE BLUEPRINT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1647" y="987552"/>
            <a:ext cx="1124867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29BA5"/>
                </a:solidFill>
                <a:latin typeface="ES Build Neutral"/>
              </a:rPr>
              <a:t>One action, and it fails the whole backup rather than protecting some projects quietly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1647" y="1572768"/>
          <a:ext cx="5349240" cy="3310128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468880"/>
                <a:gridCol w="28803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latin typeface="ES Build Neutral"/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anchor="ctr" marL="91440" marR="91440"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latin typeface="ES Build Neutral"/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 anchor="ctr" marL="91440" marR="91440"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latin typeface="ES Build Neutral"/>
                          <a:solidFill>
                            <a:srgbClr val="00703C"/>
                          </a:solidFill>
                        </a:rPr>
                        <a:t>Kubernetes</a:t>
                      </a:r>
                    </a:p>
                  </a:txBody>
                  <a:tcPr anchor="ctr" marL="91440" marR="91440">
                    <a:solidFill>
                      <a:srgbClr val="EA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ES Build Neutral"/>
                          <a:solidFill>
                            <a:srgbClr val="1D1F2A"/>
                          </a:solidFill>
                        </a:rPr>
                        <a:t>1.34.9</a:t>
                      </a:r>
                    </a:p>
                  </a:txBody>
                  <a:tcPr anchor="ctr" marL="91440" marR="91440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latin typeface="ES Build Neutral"/>
                          <a:solidFill>
                            <a:srgbClr val="00703C"/>
                          </a:solidFill>
                        </a:rPr>
                        <a:t>OpenShift</a:t>
                      </a:r>
                    </a:p>
                  </a:txBody>
                  <a:tcPr anchor="ctr" marL="91440" marR="91440">
                    <a:solidFill>
                      <a:srgbClr val="EA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ES Build Neutral"/>
                          <a:solidFill>
                            <a:srgbClr val="1D1F2A"/>
                          </a:solidFill>
                        </a:rPr>
                        <a:t>4.21.30</a:t>
                      </a:r>
                    </a:p>
                  </a:txBody>
                  <a:tcPr anchor="ctr" marL="91440" marR="91440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latin typeface="ES Build Neutral"/>
                          <a:solidFill>
                            <a:srgbClr val="00703C"/>
                          </a:solidFill>
                        </a:rPr>
                        <a:t>Kasten</a:t>
                      </a:r>
                    </a:p>
                  </a:txBody>
                  <a:tcPr anchor="ctr" marL="91440" marR="91440">
                    <a:solidFill>
                      <a:srgbClr val="EA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ES Build Neutral"/>
                          <a:solidFill>
                            <a:srgbClr val="1D1F2A"/>
                          </a:solidFill>
                        </a:rPr>
                        <a:t>9.0.7</a:t>
                      </a:r>
                    </a:p>
                  </a:txBody>
                  <a:tcPr anchor="ctr" marL="91440" marR="91440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latin typeface="ES Build Neutral"/>
                          <a:solidFill>
                            <a:srgbClr val="00703C"/>
                          </a:solidFill>
                        </a:rPr>
                        <a:t>Cloud Pak for Data</a:t>
                      </a:r>
                    </a:p>
                  </a:txBody>
                  <a:tcPr anchor="ctr" marL="91440" marR="91440">
                    <a:solidFill>
                      <a:srgbClr val="EA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ES Build Neutral"/>
                          <a:solidFill>
                            <a:srgbClr val="1D1F2A"/>
                          </a:solidFill>
                        </a:rPr>
                        <a:t>5.4.0 Patch 7 (Watson Studio 13.0.4)</a:t>
                      </a:r>
                    </a:p>
                  </a:txBody>
                  <a:tcPr anchor="ctr" marL="91440" marR="91440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latin typeface="ES Build Neutral"/>
                          <a:solidFill>
                            <a:srgbClr val="00703C"/>
                          </a:solidFill>
                        </a:rPr>
                        <a:t>cpdctl</a:t>
                      </a:r>
                    </a:p>
                  </a:txBody>
                  <a:tcPr anchor="ctr" marL="91440" marR="91440">
                    <a:solidFill>
                      <a:srgbClr val="EA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ES Build Neutral"/>
                          <a:solidFill>
                            <a:srgbClr val="1D1F2A"/>
                          </a:solidFill>
                        </a:rPr>
                        <a:t>1.10.34</a:t>
                      </a:r>
                    </a:p>
                  </a:txBody>
                  <a:tcPr anchor="ctr" marL="91440" marR="91440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latin typeface="ES Build Neutral"/>
                          <a:solidFill>
                            <a:srgbClr val="00703C"/>
                          </a:solidFill>
                        </a:rPr>
                        <a:t>Keeper image</a:t>
                      </a:r>
                    </a:p>
                  </a:txBody>
                  <a:tcPr anchor="ctr" marL="91440" marR="91440">
                    <a:solidFill>
                      <a:srgbClr val="EA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ES Build Neutral"/>
                          <a:solidFill>
                            <a:srgbClr val="1D1F2A"/>
                          </a:solidFill>
                        </a:rPr>
                        <a:t>cp4d-backup:1.10.34-1</a:t>
                      </a:r>
                    </a:p>
                  </a:txBody>
                  <a:tcPr anchor="ctr" marL="91440" marR="91440">
                    <a:noFill/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72200" y="1572768"/>
            <a:ext cx="5548122" cy="4710623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BDEE1"/>
            </a:solidFill>
          </a:ln>
          <a:effectLst>
            <a:outerShdw blurRad="190500" dist="0" dir="0" sx="102000" sy="102000" algn="ctr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1783080"/>
            <a:ext cx="457200" cy="457200"/>
          </a:xfrm>
          <a:prstGeom prst="roundRect">
            <a:avLst>
              <a:gd name="adj" fmla="val 21716"/>
            </a:avLst>
          </a:prstGeom>
          <a:solidFill>
            <a:srgbClr val="CCEFFF"/>
          </a:solidFill>
          <a:ln>
            <a:noFill/>
          </a:ln>
          <a:effectLst>
            <a:outerShdw blurRad="190500" dist="0" dir="0" sx="102000" sy="102000" algn="ctr" rotWithShape="0">
              <a:srgbClr val="99DFFF">
                <a:alpha val="6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01384" y="1883664"/>
            <a:ext cx="256032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67728" y="1819656"/>
            <a:ext cx="454228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ES Build Neutral"/>
              </a:rPr>
              <a:t>backupPrehook — WHAT orchestrate.sh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41448"/>
            <a:ext cx="5090922" cy="3659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505861"/>
                </a:solidFill>
                <a:latin typeface="ES Build Neutral"/>
              </a:rPr>
              <a:t>Authenticates cpdctl using a cross-namespace secret.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505861"/>
                </a:solidFill>
                <a:latin typeface="ES Build Neutral"/>
              </a:rPr>
              <a:t>Enumerates all CP4D analytics projects.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505861"/>
                </a:solidFill>
                <a:latin typeface="ES Build Neutral"/>
              </a:rPr>
              <a:t>Enrols itself as editor on any project it is not already a member of — and aborts before any data moves if that fails.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505861"/>
                </a:solidFill>
                <a:latin typeface="ES Build Neutral"/>
              </a:rPr>
              <a:t>Ensures one permanent GUID-keyed PVC per project.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505861"/>
                </a:solidFill>
                <a:latin typeface="ES Build Neutral"/>
              </a:rPr>
              <a:t>Launches one export pod per project, with bounded concurrency, one retry, and an atomic unzip into /backup/current.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505861"/>
                </a:solidFill>
                <a:latin typeface="ES Build Neutral"/>
              </a:rPr>
              <a:t>Prunes the PVCs of deleted projects.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505861"/>
                </a:solidFill>
                <a:latin typeface="ES Build Neutral"/>
              </a:rPr>
              <a:t>Deletes the export pods, so nothing sensitive is left to be captured.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505861"/>
                </a:solidFill>
                <a:latin typeface="ES Build Neutral"/>
              </a:rPr>
              <a:t>Exits non-zero — failing the whole backup — if any project fails to enrol or export.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96128" y="777240"/>
            <a:ext cx="1005840" cy="1005840"/>
          </a:xfrm>
          <a:prstGeom prst="roundRect">
            <a:avLst>
              <a:gd name="adj" fmla="val 25207"/>
            </a:avLst>
          </a:prstGeom>
          <a:solidFill>
            <a:srgbClr val="FFFFFF">
              <a:alpha val="8000"/>
            </a:srgbClr>
          </a:solidFill>
          <a:ln>
            <a:gradFill>
              <a:gsLst>
                <a:gs pos="0">
                  <a:srgbClr val="4AFF9C"/>
                </a:gs>
                <a:gs pos="100000">
                  <a:srgbClr val="67FFFE"/>
                </a:gs>
              </a:gsLst>
              <a:lin ang="0" scaled="0"/>
            </a:gradFill>
          </a:ln>
          <a:effectLst>
            <a:outerShdw blurRad="190500" dist="0" dir="0" sx="102000" sy="102000" algn="ctr" rotWithShape="0">
              <a:srgbClr val="67FFFE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7412" y="998524"/>
            <a:ext cx="563270" cy="5632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14884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ES Build Neutral"/>
              </a:rPr>
              <a:t>IT ENROLS ITSELF,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6000">
                <a:gradFill>
                  <a:gsLst>
                    <a:gs pos="4000">
                      <a:srgbClr val="4AFF9C"/>
                    </a:gs>
                    <a:gs pos="80000">
                      <a:srgbClr val="67FFFE"/>
                    </a:gs>
                  </a:gsLst>
                  <a:lin ang="0" scaled="0"/>
                </a:gradFill>
                <a:effectLst>
                  <a:outerShdw blurRad="190500" dist="0" dir="0" sx="102000" sy="102000" algn="ctr" rotWithShape="0">
                    <a:srgbClr val="4AFF9C">
                      <a:alpha val="40000"/>
                    </a:srgbClr>
                  </a:outerShdw>
                </a:effectLst>
                <a:latin typeface="ES Build Neutral"/>
              </a:rPr>
              <a:t>OR IT REFUSES TO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4160520"/>
            <a:ext cx="9052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FFFFFF"/>
                </a:solidFill>
                <a:latin typeface="ES Build Neutral"/>
              </a:rPr>
              <a:t>A backup that silently skips the projects it cannot read is worse than one that fails:</a:t>
            </a:r>
          </a:p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FFFFFF"/>
                </a:solidFill>
                <a:latin typeface="ES Build Neutral"/>
              </a:rPr>
              <a:t>it reports success while leaving exactly the projects nobody checked unprotected.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04" y="5257800"/>
            <a:ext cx="2045969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gradFill>
              <a:gsLst>
                <a:gs pos="0">
                  <a:srgbClr val="4AFF9C"/>
                </a:gs>
                <a:gs pos="100000">
                  <a:srgbClr val="67FFFE"/>
                </a:gs>
              </a:gsLst>
              <a:lin ang="0" scaled="0"/>
            </a:gradFill>
          </a:ln>
          <a:effectLst>
            <a:outerShdw blurRad="190500" dist="0" dir="0" sx="102000" sy="102000" algn="ctr" rotWithShape="0">
              <a:srgbClr val="67FFFE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ES Build Neutral"/>
              </a:rPr>
              <a:t>Enrol as editor, or abort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2194" y="5257800"/>
            <a:ext cx="2007870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gradFill>
              <a:gsLst>
                <a:gs pos="0">
                  <a:srgbClr val="4AFF9C"/>
                </a:gs>
                <a:gs pos="100000">
                  <a:srgbClr val="67FFFE"/>
                </a:gs>
              </a:gsLst>
              <a:lin ang="0" scaled="0"/>
            </a:gradFill>
          </a:ln>
          <a:effectLst>
            <a:outerShdw blurRad="190500" dist="0" dir="0" sx="102000" sy="102000" algn="ctr" rotWithShape="0">
              <a:srgbClr val="67FFFE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ES Build Neutral"/>
              </a:rPr>
              <a:t>Before any data moves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>
          <a:xfrm>
            <a:off x="579089" y="2377440"/>
            <a:ext cx="10058400" cy="1371600"/>
          </a:xfrm>
        </p:spPr>
        <p:txBody>
          <a:bodyPr wrap="square"/>
          <a:lstStyle/>
          <a:p>
            <a:pPr algn="l"/>
            <a:r>
              <a:rPr b="1" sz="4200">
                <a:solidFill>
                  <a:srgbClr val="FFFFFF"/>
                </a:solidFill>
                <a:latin typeface="ES Build Neutral"/>
              </a:rPr>
              <a:t>THE PVC IS THE UNIT OF GRANULARITY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089" y="38404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ES Build Neutral"/>
              </a:rPr>
              <a:t>Export per project, snapshot per project, restore per project.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ES Build Neutral"/>
              </a:rPr>
              <a:t>github.com/kastenhq/blueprint-ai — cp4d-example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/>
</file>

<file path=ppt/theme/theme1.xml><?xml version="1.0" encoding="utf-8"?>
<a:theme xmlns:a="http://schemas.openxmlformats.org/drawingml/2006/main" name="Veeam">
  <a:themeElements>
    <a:clrScheme name="Custom 3">
      <a:dk1>
        <a:srgbClr val="505861"/>
      </a:dk1>
      <a:lt1>
        <a:srgbClr val="FFFFFF"/>
      </a:lt1>
      <a:dk2>
        <a:srgbClr val="ADACAF"/>
      </a:dk2>
      <a:lt2>
        <a:srgbClr val="EFEFEF"/>
      </a:lt2>
      <a:accent1>
        <a:srgbClr val="000000"/>
      </a:accent1>
      <a:accent2>
        <a:srgbClr val="00D15F"/>
      </a:accent2>
      <a:accent3>
        <a:srgbClr val="3700FF"/>
      </a:accent3>
      <a:accent4>
        <a:srgbClr val="01B0FE"/>
      </a:accent4>
      <a:accent5>
        <a:srgbClr val="FFD836"/>
      </a:accent5>
      <a:accent6>
        <a:srgbClr val="FE8A25"/>
      </a:accent6>
      <a:hlink>
        <a:srgbClr val="00D15F"/>
      </a:hlink>
      <a:folHlink>
        <a:srgbClr val="3700FF"/>
      </a:folHlink>
    </a:clrScheme>
    <a:fontScheme name="Veeam">
      <a:majorFont>
        <a:latin typeface="ES Build"/>
        <a:ea typeface=""/>
        <a:cs typeface=""/>
      </a:majorFont>
      <a:minorFont>
        <a:latin typeface="ES Build Neutr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lnSpc>
            <a:spcPct val="96000"/>
          </a:lnSpc>
          <a:defRPr dirty="0">
            <a:solidFill>
              <a:schemeClr val="bg1"/>
            </a:solidFill>
            <a:latin typeface="ES Build" pitchFamily="50" charset="0"/>
            <a:cs typeface="Microsoft Sans Serif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3"/>
          </a:solidFill>
          <a:round/>
          <a:headEnd type="none" w="med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Casia">
      <a:srgbClr val="8E71F4"/>
    </a:custClr>
    <a:custClr name="Ignis">
      <a:srgbClr val="ED2B3D"/>
    </a:custClr>
    <a:custClr name="Viridis">
      <a:srgbClr val="00D15F"/>
    </a:custClr>
    <a:custClr name="Black">
      <a:srgbClr val="000000"/>
    </a:custClr>
    <a:custClr name="Dark Mineral">
      <a:srgbClr val="505861"/>
    </a:custClr>
    <a:custClr name="French Grey">
      <a:srgbClr val="ADACAF"/>
    </a:custClr>
    <a:custClr name="Sol">
      <a:srgbClr val="FFD839"/>
    </a:custClr>
    <a:custClr name="Suma">
      <a:srgbClr val="FE8A25"/>
    </a:custClr>
    <a:custClr name="Electric Azure">
      <a:srgbClr val="3700FF"/>
    </a:custClr>
    <a:custClr name="Sky">
      <a:srgbClr val="01B0FE"/>
    </a:custClr>
  </a:custClrLst>
  <a:extLst>
    <a:ext uri="{05A4C25C-085E-4340-85A3-A5531E510DB2}">
      <thm15:themeFamily xmlns:thm15="http://schemas.microsoft.com/office/thememl/2012/main" name="Veeam_Template_Build_04_02_AL" id="{CD0DBDA9-FB18-448B-8791-9E2F61EFADA7}" vid="{ECCBD8CE-2479-4303-883B-9BEEA456C87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7" baseType="lpstr">
      <vt:lpstr>Arial</vt:lpstr>
      <vt:lpstr>Calibri</vt:lpstr>
      <vt:lpstr>ES Build</vt:lpstr>
      <vt:lpstr>ES Build </vt:lpstr>
      <vt:lpstr>ES Build Neutral</vt:lpstr>
      <vt:lpstr>System Font Regular</vt:lpstr>
      <vt:lpstr>Veeam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Veeam</dc:creator>
  <cp:keywords>Veeam</cp:keywords>
  <dc:description/>
  <cp:lastModifiedBy>Veeam</cp:lastModifiedBy>
  <cp:revision>1</cp:revision>
  <dcterms:created xsi:type="dcterms:W3CDTF">2023-09-11T00:36:10Z</dcterms:created>
  <dcterms:modified xsi:type="dcterms:W3CDTF">2026-07-15T11:59:21Z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0x0101005BB6FEED7F0ECC4597FA431C454F24E4</vt:lpwstr>
  </property>
  <property fmtid="{D5CDD505-2E9C-101B-9397-08002B2CF9AE}" pid="3" name="MediaServiceImageTags">
    <vt:lpwstr/>
  </property>
</Properties>
</file>