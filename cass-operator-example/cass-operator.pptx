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151" r:id="rId4"/>
  </p:sldMasterIdLst>
  <p:notesMasterIdLst>
    <p:notesMasterId r:id="rId5"/>
  </p:notesMasterIdLst>
  <p:handoutMasterIdLst>
    <p:handoutMasterId r:id="rId6"/>
  </p:handoutMasterIdLst>
  <p:sldIdLst>
    <p:sldId id="256" r:id="rId3"/>
    <p:sldId id="257" r:id="rId2"/>
    <p:sldId id="258" r:id="rId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15F"/>
    <a:srgbClr val="0127AF"/>
    <a:srgbClr val="1AE1C0"/>
    <a:srgbClr val="0073D5"/>
    <a:srgbClr val="0059C3"/>
    <a:srgbClr val="4AFF9C"/>
    <a:srgbClr val="0E0D72"/>
    <a:srgbClr val="00D4FD"/>
    <a:srgbClr val="019DFE"/>
    <a:srgbClr val="060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srgbClr val="505861"/>
        </a:fontRef>
        <a:srgbClr val="50586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7000" cmpd="sng">
              <a:solidFill>
                <a:srgbClr val="E6E7F1"/>
              </a:solidFill>
            </a:ln>
          </a:bottom>
          <a:insideH>
            <a:ln w="7000" cmpd="sng">
              <a:solidFill>
                <a:srgbClr val="E6E7F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4">
              <a:alpha val="0"/>
            </a:schemeClr>
          </a:solidFill>
        </a:fill>
      </a:tcStyle>
    </a:wholeTbl>
    <a:band1H>
      <a:tcStyle>
        <a:tcBdr/>
        <a:fill>
          <a:solidFill>
            <a:schemeClr val="accent4">
              <a:alpha val="0"/>
            </a:schemeClr>
          </a:solidFill>
        </a:fill>
      </a:tcStyle>
    </a:band1H>
    <a:band2H>
      <a:tcStyle>
        <a:tcBdr/>
        <a:fill>
          <a:solidFill>
            <a:schemeClr val="accent4">
              <a:alpha val="0"/>
            </a:schemeClr>
          </a:solidFill>
        </a:fill>
      </a:tcStyle>
    </a:band2H>
    <a:band1V>
      <a:tcStyle>
        <a:tcBdr/>
        <a:fill>
          <a:solidFill>
            <a:schemeClr val="accent1">
              <a:alpha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  <a:insideV>
            <a:ln w="7000" cmpd="sng">
              <a:solidFill>
                <a:schemeClr val="lt1"/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D15F"/>
        </a:fontRef>
        <a:srgbClr val="00D15F"/>
      </a:tcTxStyle>
      <a:tcStyle>
        <a:tcBdr>
          <a:bottom>
            <a:ln w="10500" cmpd="sng">
              <a:solidFill>
                <a:srgbClr val="00D15F"/>
              </a:solidFill>
            </a:ln>
          </a:bottom>
          <a:insideV>
            <a:ln w="0" cmpd="sng">
              <a:solidFill>
                <a:srgbClr val="005C37"/>
              </a:solidFill>
            </a:ln>
          </a:insideV>
        </a:tcBdr>
        <a:fill>
          <a:solidFill>
            <a:schemeClr val="accent1">
              <a:alpha val="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rgbClr val="505861"/>
        </a:fontRef>
        <a:srgbClr val="50586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7000" cmpd="sng">
              <a:solidFill>
                <a:srgbClr val="E6E7F1"/>
              </a:solidFill>
            </a:ln>
          </a:bottom>
          <a:insideH>
            <a:ln w="7000" cmpd="sng">
              <a:solidFill>
                <a:srgbClr val="E6E7F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4">
              <a:alpha val="0"/>
            </a:schemeClr>
          </a:solidFill>
        </a:fill>
      </a:tcStyle>
    </a:wholeTbl>
    <a:band1H>
      <a:tcStyle>
        <a:tcBdr/>
        <a:fill>
          <a:solidFill>
            <a:schemeClr val="accent4">
              <a:alpha val="0"/>
            </a:schemeClr>
          </a:solidFill>
        </a:fill>
      </a:tcStyle>
    </a:band1H>
    <a:band2H>
      <a:tcStyle>
        <a:tcBdr/>
        <a:fill>
          <a:solidFill>
            <a:schemeClr val="accent4">
              <a:alpha val="0"/>
            </a:schemeClr>
          </a:solidFill>
        </a:fill>
      </a:tcStyle>
    </a:band2H>
    <a:band1V>
      <a:tcStyle>
        <a:tcBdr/>
        <a:fill>
          <a:solidFill>
            <a:schemeClr val="accent1">
              <a:alpha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  <a:insideV>
            <a:ln w="7000" cmpd="sng">
              <a:solidFill>
                <a:schemeClr val="lt1"/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8E71F4"/>
        </a:fontRef>
        <a:srgbClr val="8E71F4"/>
      </a:tcTxStyle>
      <a:tcStyle>
        <a:tcBdr>
          <a:bottom>
            <a:ln w="10500" cmpd="sng">
              <a:solidFill>
                <a:srgbClr val="8E71F4"/>
              </a:solidFill>
            </a:ln>
          </a:bottom>
          <a:insideV>
            <a:ln w="0" cmpd="sng">
              <a:solidFill>
                <a:srgbClr val="005C37"/>
              </a:solidFill>
            </a:ln>
          </a:insideV>
        </a:tcBdr>
        <a:fill>
          <a:solidFill>
            <a:schemeClr val="accent1">
              <a:alpha val="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3238"/>
    <p:restoredTop sz="94682"/>
  </p:normalViewPr>
  <p:slideViewPr>
    <p:cSldViewPr snapToGrid="0">
      <p:cViewPr>
        <p:scale>
          <a:sx n="93" d="100"/>
          <a:sy n="93" d="100"/>
        </p:scale>
        <p:origin x="160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3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E5FB8B-0990-501F-CBDA-8289ADEB90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ES Build Neutral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7E847-83A8-2B69-E0E8-3F504C182B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08D62-93BB-489A-8F92-534C2AF6AC1C}" type="datetimeFigureOut">
              <a:rPr lang="en-US" smtClean="0">
                <a:latin typeface="ES Build Neutral" pitchFamily="2" charset="77"/>
              </a:rPr>
              <a:t>7/14/26</a:t>
            </a:fld>
            <a:endParaRPr lang="en-US">
              <a:latin typeface="ES Build Neutral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2CA24-2FA5-DD34-7905-7CBA9F3839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ES Build Neutral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47AAB-FBD8-3417-7333-7DD68E445A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182C0-81F9-45AC-A139-9D56FEA8E9F0}" type="slidenum">
              <a:rPr lang="en-US" smtClean="0">
                <a:latin typeface="ES Build Neutral" pitchFamily="2" charset="77"/>
              </a:rPr>
              <a:t>‹#›</a:t>
            </a:fld>
            <a:endParaRPr lang="en-US">
              <a:latin typeface="ES Build Neutr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0728997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ES Build Neutral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ES Build Neutral" pitchFamily="2" charset="77"/>
              </a:defRPr>
            </a:lvl1pPr>
          </a:lstStyle>
          <a:p>
            <a:fld id="{04FECDBD-7113-A144-A72E-4C1FC98DD220}" type="datetimeFigureOut">
              <a:rPr lang="en-US" smtClean="0"/>
              <a:pPr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ES Build Neutral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ES Build Neutral" pitchFamily="2" charset="77"/>
              </a:defRPr>
            </a:lvl1pPr>
          </a:lstStyle>
          <a:p>
            <a:fld id="{A2D206B4-D7FF-F742-9988-8286DC6B11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ES Build Neutral" pitchFamily="2" charset="77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03F406D-75B3-17DC-CE66-A46B032C81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CDB086E-9F87-4B33-D62C-A31BB4E547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F42BD3E-E39E-7A26-D12A-C29883054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AE751CD-EF2C-3A61-EE9B-1DF1A1E8E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57109EE7-7309-7DBE-3CB2-28C0D1D8BF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BFC15B5A-AB24-515C-F6C9-94C1D4A51797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865BE27-CEDC-08B3-B2FB-DF586E225D5A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213EEA82-17CD-CDBE-BCAA-F1C5E22A9206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A811F01-8B45-056A-A785-5DA529127B52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9313AABD-2E39-A24E-852C-9C9F54DC864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30E6F64-F735-19EC-9E44-03DFCDB0955C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A07D8C-B493-6AD8-8F1E-34245BB007B9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3B17C65-887E-BEEC-E0B1-0FD767300330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C3CAB29-1CBE-F6B2-3865-11ADC56912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73E7EE72-D12B-ED6E-1D7E-13181B5060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C02E2-0C1E-3CFA-FE4D-AD682B8C4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ED88CB-C91C-A5E6-816B-FE2CDEB324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72388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green gradient background&#10;&#10;Description automatically generated">
            <a:extLst>
              <a:ext uri="{FF2B5EF4-FFF2-40B4-BE49-F238E27FC236}">
                <a16:creationId xmlns:a16="http://schemas.microsoft.com/office/drawing/2014/main" id="{70D2BFA6-B319-EA89-B2B8-CCE4BA28C1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01F9B9C-F7FA-80CC-2D63-3366251A7305}"/>
              </a:ext>
            </a:extLst>
          </p:cNvPr>
          <p:cNvSpPr/>
          <p:nvPr userDrawn="1"/>
        </p:nvSpPr>
        <p:spPr>
          <a:xfrm>
            <a:off x="0" y="2692772"/>
            <a:ext cx="12192000" cy="4196443"/>
          </a:xfrm>
          <a:prstGeom prst="rect">
            <a:avLst/>
          </a:prstGeom>
          <a:gradFill flip="none" rotWithShape="1">
            <a:gsLst>
              <a:gs pos="39000">
                <a:schemeClr val="accent2">
                  <a:lumMod val="60000"/>
                  <a:lumOff val="40000"/>
                  <a:alpha val="0"/>
                </a:schemeClr>
              </a:gs>
              <a:gs pos="100000">
                <a:srgbClr val="0127AF">
                  <a:alpha val="7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7F5482D-0415-7045-3C06-44633FFBE8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FBEA43A2-6CD5-333D-99DC-200A67D020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8180D43-F7F4-7089-0791-2C8577CC95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Picture Placeholder 22">
            <a:extLst>
              <a:ext uri="{FF2B5EF4-FFF2-40B4-BE49-F238E27FC236}">
                <a16:creationId xmlns:a16="http://schemas.microsoft.com/office/drawing/2014/main" id="{4E0C4564-88D6-B63C-AEAB-D384E7E5AF6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24E9B0A-D768-5619-C7DB-3EB519B133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9F4AF52-D236-C95A-6618-83CF4342FA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29286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88DFB-15DB-9159-19E5-DF77AC5483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923F9E6C-2757-75E3-DBFF-CFD2CA8B7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0670F24F-E4BF-3D48-D6FB-C8E1B03EC4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9AA710D0-5D4A-FAA2-D639-E8E7CAB8FA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Picture Placeholder 22">
            <a:extLst>
              <a:ext uri="{FF2B5EF4-FFF2-40B4-BE49-F238E27FC236}">
                <a16:creationId xmlns:a16="http://schemas.microsoft.com/office/drawing/2014/main" id="{FE96BACD-08EC-95EE-A40F-A80FAF04BE1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2BF47-197B-D3C2-EFC6-C6C65253B8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3B741F-CF54-0341-CEEF-39C3578B4C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39E3453-569F-7D78-A57B-0FC35B18B3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62585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BFFB1-EA6F-5160-4EAD-7B5A58A5E5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E8CE6E7-61F2-4FF0-A960-91018AE788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163F706A-962D-1422-54D7-8116A849A9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B109993-5A04-66BE-F174-C6ADDFC628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Picture Placeholder 22">
            <a:extLst>
              <a:ext uri="{FF2B5EF4-FFF2-40B4-BE49-F238E27FC236}">
                <a16:creationId xmlns:a16="http://schemas.microsoft.com/office/drawing/2014/main" id="{BE496794-A625-51E3-AA64-6E14D2595E8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02E6BA-D402-796C-84EC-4F13F283B3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D004F-B166-5B8B-C0F1-AD5CC626A9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2312C4E-80FA-D8C6-7D51-350859A7CA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06744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and person working on a project&#10;&#10;Description automatically generated">
            <a:extLst>
              <a:ext uri="{FF2B5EF4-FFF2-40B4-BE49-F238E27FC236}">
                <a16:creationId xmlns:a16="http://schemas.microsoft.com/office/drawing/2014/main" id="{66015DD3-CF3C-653A-B289-8A44CD4AE0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B53216-86C1-B549-1F60-EEC57FAFD999}"/>
              </a:ext>
            </a:extLst>
          </p:cNvPr>
          <p:cNvSpPr/>
          <p:nvPr userDrawn="1"/>
        </p:nvSpPr>
        <p:spPr>
          <a:xfrm>
            <a:off x="0" y="3069771"/>
            <a:ext cx="12192000" cy="3819444"/>
          </a:xfrm>
          <a:prstGeom prst="rect">
            <a:avLst/>
          </a:prstGeom>
          <a:gradFill flip="none" rotWithShape="1">
            <a:gsLst>
              <a:gs pos="39000">
                <a:schemeClr val="accent2">
                  <a:lumMod val="60000"/>
                  <a:lumOff val="40000"/>
                  <a:alpha val="0"/>
                </a:schemeClr>
              </a:gs>
              <a:gs pos="100000">
                <a:srgbClr val="0127AF">
                  <a:alpha val="7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65ADD8-401A-A38C-D3B9-F81F0FC9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1F029CF2-CBAD-C1A7-7695-3E3944DE89F5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05844C-2FDF-062E-9425-8E6C4B4E0BA2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9" name="Graphic 8">
              <a:extLst>
                <a:ext uri="{FF2B5EF4-FFF2-40B4-BE49-F238E27FC236}">
                  <a16:creationId xmlns:a16="http://schemas.microsoft.com/office/drawing/2014/main" id="{96FE4595-0A3E-BED7-953F-2C7C16867C14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1CF66697-C548-4DF6-4A4A-9BA97A4DF166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C9837E5-E21E-DBC3-3FBF-97757D35DCB5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F8456D8-C9C5-4B09-AC13-5FFB2D514F1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1500D6D0-98D6-1F3A-EB37-5EC689358486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E7B2E87-6F81-FFE3-F71E-44FD7BA2505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E6216836-3DC0-B942-3F5F-816AF9CD9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5B58F76E-3C18-2DB0-8F23-4C4F14B319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3A882C7-4F41-1800-DCE3-2F05DA5C7B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5BFFE7FF-88A5-0605-D674-43C6BF21770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472AA5-273E-A76F-D568-5C5594E620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209CD66-2C23-0FA7-B051-C18397962F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BBDC4-7149-C5C6-44D0-5D0BAD74E3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1022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green gradient with a white triangle&#10;&#10;Description automatically generated">
            <a:extLst>
              <a:ext uri="{FF2B5EF4-FFF2-40B4-BE49-F238E27FC236}">
                <a16:creationId xmlns:a16="http://schemas.microsoft.com/office/drawing/2014/main" id="{01914A4F-3C5B-EDE2-EFA8-01658F147C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9B31B46-AC9C-D2F3-F312-BAB4BBAADD7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81082" y="1"/>
            <a:ext cx="9010918" cy="5794818"/>
          </a:xfrm>
          <a:custGeom>
            <a:avLst/>
            <a:gdLst>
              <a:gd name="csX0" fmla="*/ 0 w 8970278"/>
              <a:gd name="csY0" fmla="*/ 0 h 5781103"/>
              <a:gd name="csX1" fmla="*/ 8970278 w 8970278"/>
              <a:gd name="csY1" fmla="*/ 0 h 5781103"/>
              <a:gd name="csX2" fmla="*/ 8970278 w 8970278"/>
              <a:gd name="csY2" fmla="*/ 3026413 h 5781103"/>
              <a:gd name="csX3" fmla="*/ 6369204 w 8970278"/>
              <a:gd name="csY3" fmla="*/ 5627488 h 5781103"/>
              <a:gd name="csX4" fmla="*/ 5627486 w 8970278"/>
              <a:gd name="csY4" fmla="*/ 5627488 h 5781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970278" h="5781103">
                <a:moveTo>
                  <a:pt x="0" y="0"/>
                </a:moveTo>
                <a:lnTo>
                  <a:pt x="8970278" y="0"/>
                </a:lnTo>
                <a:lnTo>
                  <a:pt x="8970278" y="3026413"/>
                </a:lnTo>
                <a:lnTo>
                  <a:pt x="6369204" y="5627488"/>
                </a:lnTo>
                <a:cubicBezTo>
                  <a:pt x="6164384" y="5832309"/>
                  <a:pt x="5832306" y="5832309"/>
                  <a:pt x="5627486" y="56274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ctr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/>
              <a:t>Please add Veeam approved images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8BE0A-7033-E5AD-E4C6-3EC0FFF191E8}"/>
              </a:ext>
            </a:extLst>
          </p:cNvPr>
          <p:cNvSpPr/>
          <p:nvPr userDrawn="1"/>
        </p:nvSpPr>
        <p:spPr>
          <a:xfrm>
            <a:off x="0" y="2692772"/>
            <a:ext cx="12192000" cy="4196443"/>
          </a:xfrm>
          <a:prstGeom prst="rect">
            <a:avLst/>
          </a:prstGeom>
          <a:gradFill flip="none" rotWithShape="1">
            <a:gsLst>
              <a:gs pos="39000">
                <a:schemeClr val="accent2">
                  <a:lumMod val="60000"/>
                  <a:lumOff val="40000"/>
                  <a:alpha val="0"/>
                </a:schemeClr>
              </a:gs>
              <a:gs pos="100000">
                <a:srgbClr val="0127AF">
                  <a:alpha val="7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>
              <a:solidFill>
                <a:schemeClr val="bg1"/>
              </a:solidFill>
              <a:latin typeface="ES Build" pitchFamily="50" charset="0"/>
              <a:cs typeface="Microsoft Sans Serif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5C23D81-6AAB-502E-121E-465CA5756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0BC721BA-C6F0-40D2-9478-175BC294BEED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31BB7E2-30D9-2B20-BE61-5BA1812380C6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9" name="Graphic 8">
              <a:extLst>
                <a:ext uri="{FF2B5EF4-FFF2-40B4-BE49-F238E27FC236}">
                  <a16:creationId xmlns:a16="http://schemas.microsoft.com/office/drawing/2014/main" id="{ED2233A2-6BB7-F864-58E5-7165B679D143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6202FA6-5531-42F4-1EC4-C12F5404691E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A443B4D-5766-4D02-8977-885A15542F69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DA148584-2150-D922-0AEE-93A3A75C4D8F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C88BD49-9E1C-953B-54DF-1B8449615220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C81D107-BB41-3C32-69B9-FE6AF4BD1463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E99744A2-078A-DC52-1790-80F821E51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9FAC0E1B-FD2B-4B63-0464-332AD4FEBD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FA17F67C-5259-4059-5EAB-87372AFC3A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B35351E5-D91B-86E8-691E-092AF250D7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5C67C-4DA8-8546-7F62-4678976C7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544D057-55AE-1768-461A-4F7339130E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6DE908A-BF37-2A87-DE47-A0CA96014F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2031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4E99F9D-F5E1-7941-003A-BC7694766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4329"/>
            <a:ext cx="8502649" cy="1866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751" y="372288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6AD7B1CE-1D3E-A89E-9786-FBD6738B67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45C593E2-1683-0C5B-3E45-3D99497C2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B88A0A1-4985-9251-AD99-53AE5031E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75595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373227E0-2066-5763-2BA5-EAAAB1D55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91199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5AD6AF1-BA77-3DB0-C3E1-423FF40E95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AB52C40-5FCE-6593-9269-C1231C4C95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5366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looking at a tablet&#10;&#10;AI-generated content may be incorrect.">
            <a:extLst>
              <a:ext uri="{FF2B5EF4-FFF2-40B4-BE49-F238E27FC236}">
                <a16:creationId xmlns:a16="http://schemas.microsoft.com/office/drawing/2014/main" id="{214C1BA3-F4A3-2402-7420-FF9C359276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A022E50-C4C7-44AA-D903-D1DED85EC3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65ADD8-401A-A38C-D3B9-F81F0FC9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1F029CF2-CBAD-C1A7-7695-3E3944DE89F5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05844C-2FDF-062E-9425-8E6C4B4E0BA2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9" name="Graphic 8">
              <a:extLst>
                <a:ext uri="{FF2B5EF4-FFF2-40B4-BE49-F238E27FC236}">
                  <a16:creationId xmlns:a16="http://schemas.microsoft.com/office/drawing/2014/main" id="{96FE4595-0A3E-BED7-953F-2C7C16867C14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1CF66697-C548-4DF6-4A4A-9BA97A4DF166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C9837E5-E21E-DBC3-3FBF-97757D35DCB5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F8456D8-C9C5-4B09-AC13-5FFB2D514F1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1500D6D0-98D6-1F3A-EB37-5EC689358486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E7B2E87-6F81-FFE3-F71E-44FD7BA2505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E6216836-3DC0-B942-3F5F-816AF9CD9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5B58F76E-3C18-2DB0-8F23-4C4F14B319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3A882C7-4F41-1800-DCE3-2F05DA5C7B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5BFFE7FF-88A5-0605-D674-43C6BF21770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35E1BD0-2B01-B755-6E96-12D36C635D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E54E6-D6DD-54A8-29CC-51D53A4425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5692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85849B-19B5-853F-60D9-7F0907E987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4329"/>
            <a:ext cx="8502649" cy="1866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751" y="372288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6AD7B1CE-1D3E-A89E-9786-FBD6738B67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45C593E2-1683-0C5B-3E45-3D99497C2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B88A0A1-4985-9251-AD99-53AE5031E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373227E0-2066-5763-2BA5-EAAAB1D55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9BB624-6E16-3CCF-194C-919522C7A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4C3213-78F3-3A62-608B-0C3C3F3231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55006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4"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7000">
              <a:schemeClr val="accent4">
                <a:lumMod val="60000"/>
                <a:lumOff val="4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093A26-C708-909F-444B-936DC5B9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1170F2D-B97B-D670-4444-2AD798996E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89357" y="0"/>
            <a:ext cx="8002643" cy="5557204"/>
          </a:xfrm>
          <a:custGeom>
            <a:avLst/>
            <a:gdLst>
              <a:gd name="csX0" fmla="*/ 0 w 8002643"/>
              <a:gd name="csY0" fmla="*/ 0 h 5557204"/>
              <a:gd name="csX1" fmla="*/ 2926619 w 8002643"/>
              <a:gd name="csY1" fmla="*/ 0 h 5557204"/>
              <a:gd name="csX2" fmla="*/ 8002643 w 8002643"/>
              <a:gd name="csY2" fmla="*/ 0 h 5557204"/>
              <a:gd name="csX3" fmla="*/ 8002643 w 8002643"/>
              <a:gd name="csY3" fmla="*/ 3439068 h 5557204"/>
              <a:gd name="csX4" fmla="*/ 6006229 w 8002643"/>
              <a:gd name="csY4" fmla="*/ 5435481 h 5557204"/>
              <a:gd name="csX5" fmla="*/ 5418499 w 8002643"/>
              <a:gd name="csY5" fmla="*/ 5435481 h 5557204"/>
              <a:gd name="csX6" fmla="*/ 959332 w 8002643"/>
              <a:gd name="csY6" fmla="*/ 976313 h 5557204"/>
              <a:gd name="csX7" fmla="*/ 976312 w 8002643"/>
              <a:gd name="csY7" fmla="*/ 976313 h 5557204"/>
              <a:gd name="csX0" fmla="*/ 0 w 8002643"/>
              <a:gd name="csY0" fmla="*/ 0 h 5557204"/>
              <a:gd name="csX1" fmla="*/ 2926619 w 8002643"/>
              <a:gd name="csY1" fmla="*/ 0 h 5557204"/>
              <a:gd name="csX2" fmla="*/ 8002643 w 8002643"/>
              <a:gd name="csY2" fmla="*/ 0 h 5557204"/>
              <a:gd name="csX3" fmla="*/ 8002643 w 8002643"/>
              <a:gd name="csY3" fmla="*/ 3439068 h 5557204"/>
              <a:gd name="csX4" fmla="*/ 6006229 w 8002643"/>
              <a:gd name="csY4" fmla="*/ 5435481 h 5557204"/>
              <a:gd name="csX5" fmla="*/ 5418499 w 8002643"/>
              <a:gd name="csY5" fmla="*/ 5435481 h 5557204"/>
              <a:gd name="csX6" fmla="*/ 959332 w 8002643"/>
              <a:gd name="csY6" fmla="*/ 976313 h 5557204"/>
              <a:gd name="csX7" fmla="*/ 0 w 8002643"/>
              <a:gd name="csY7" fmla="*/ 0 h 5557204"/>
              <a:gd name="csX0" fmla="*/ 0 w 8002643"/>
              <a:gd name="csY0" fmla="*/ 0 h 5557204"/>
              <a:gd name="csX1" fmla="*/ 2926619 w 8002643"/>
              <a:gd name="csY1" fmla="*/ 0 h 5557204"/>
              <a:gd name="csX2" fmla="*/ 8002643 w 8002643"/>
              <a:gd name="csY2" fmla="*/ 0 h 5557204"/>
              <a:gd name="csX3" fmla="*/ 8002643 w 8002643"/>
              <a:gd name="csY3" fmla="*/ 3439068 h 5557204"/>
              <a:gd name="csX4" fmla="*/ 6006229 w 8002643"/>
              <a:gd name="csY4" fmla="*/ 5435481 h 5557204"/>
              <a:gd name="csX5" fmla="*/ 5418499 w 8002643"/>
              <a:gd name="csY5" fmla="*/ 5435481 h 5557204"/>
              <a:gd name="csX6" fmla="*/ 0 w 8002643"/>
              <a:gd name="csY6" fmla="*/ 0 h 5557204"/>
              <a:gd name="csX0" fmla="*/ 0 w 8002643"/>
              <a:gd name="csY0" fmla="*/ 0 h 5557204"/>
              <a:gd name="csX1" fmla="*/ 8002643 w 8002643"/>
              <a:gd name="csY1" fmla="*/ 0 h 5557204"/>
              <a:gd name="csX2" fmla="*/ 8002643 w 8002643"/>
              <a:gd name="csY2" fmla="*/ 3439068 h 5557204"/>
              <a:gd name="csX3" fmla="*/ 6006229 w 8002643"/>
              <a:gd name="csY3" fmla="*/ 5435481 h 5557204"/>
              <a:gd name="csX4" fmla="*/ 5418499 w 8002643"/>
              <a:gd name="csY4" fmla="*/ 5435481 h 5557204"/>
              <a:gd name="csX5" fmla="*/ 0 w 8002643"/>
              <a:gd name="csY5" fmla="*/ 0 h 5557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002643" h="5557204">
                <a:moveTo>
                  <a:pt x="0" y="0"/>
                </a:moveTo>
                <a:lnTo>
                  <a:pt x="8002643" y="0"/>
                </a:lnTo>
                <a:lnTo>
                  <a:pt x="8002643" y="3439068"/>
                </a:lnTo>
                <a:lnTo>
                  <a:pt x="6006229" y="5435481"/>
                </a:lnTo>
                <a:cubicBezTo>
                  <a:pt x="5843933" y="5597779"/>
                  <a:pt x="5580797" y="5597779"/>
                  <a:pt x="5418499" y="543548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RO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4329"/>
            <a:ext cx="8502649" cy="1866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751" y="372288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6AD7B1CE-1D3E-A89E-9786-FBD6738B67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45C593E2-1683-0C5B-3E45-3D99497C2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B88A0A1-4985-9251-AD99-53AE5031E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7631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373227E0-2066-5763-2BA5-EAAAB1D55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53235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8C6DFC5-12E0-A68B-50D9-91DC2FF54D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D6CE539-C48F-E399-3435-E10E9F579D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37901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45991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70E2C7-164E-8DBA-3425-CAA43D872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6782F98-B42B-6943-A135-A0045ECEB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E0E6A78-172A-4A20-FD3B-613625FC4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721EC86-11E1-3ADB-4FB0-E4DE3AEA63C4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6C496D8-3F4B-D43D-A2F0-75EB82AB354D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0200E3D5-035D-031E-CD11-76E8A0EF28DC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BD497B6-E981-8FEB-1FDE-F6E41563A35F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45F5D5B-421D-5C96-040C-8453577F4182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9E99B9-3C0A-22F8-A5E2-4706862B7BE2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B5E0273-0EB3-82FF-AABF-F156CA60D79B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16FBB9A-61F7-66B2-7714-E1D8CE91BE3F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B31A21E1-F23A-F1A9-F7FB-AF678975E1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1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9B161-5874-3FC5-F63A-D377B7216C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39"/>
          <a:stretch>
            <a:fillRect/>
          </a:stretch>
        </p:blipFill>
        <p:spPr>
          <a:xfrm>
            <a:off x="-66502" y="-37408"/>
            <a:ext cx="12258502" cy="6932815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29E9833C-3106-DD2C-C0E4-723BF2D02159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0230BC2-50D4-7450-69FA-74121CE87774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3" name="Graphic 3">
            <a:extLst>
              <a:ext uri="{FF2B5EF4-FFF2-40B4-BE49-F238E27FC236}">
                <a16:creationId xmlns:a16="http://schemas.microsoft.com/office/drawing/2014/main" id="{52BBB6B9-F947-ED7C-76CB-E7F9BC256746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EFCC233-F3F9-C2D3-3431-F03F5724AD5C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C1ECF1-D58D-5FBE-58A8-8702900F52B9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1D6F9DF-CBEF-8B15-6FAC-B26C41A02A7B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39D29D5-04E3-969C-7FA6-5A6E449F7799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377EF91-0EFF-F819-D621-F746EB109983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698B06A-426B-71A5-D6FC-78180EEA8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4901C3D-87FA-75CB-AE0B-DD71BF36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0EC10F4-4B6D-DA1F-8FD1-BA6EAF08A8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00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59D0FB-989A-4442-F784-2F9FFC465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F9E258C3-7754-70C8-8C9E-40569AD14B72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7E087EA-A98F-6897-68D0-98121B00E14A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3" name="Graphic 3">
            <a:extLst>
              <a:ext uri="{FF2B5EF4-FFF2-40B4-BE49-F238E27FC236}">
                <a16:creationId xmlns:a16="http://schemas.microsoft.com/office/drawing/2014/main" id="{697853AB-73EF-D071-908F-7BE086169988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4523985-1C2A-98B1-7AB2-4B57C80AE49B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C2457C-6A96-24E9-5601-EB7C4FEA433E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078F429-04E8-96D3-1CAA-07E8C2667149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0F13B91-2AD0-C060-4B2D-9A93DFF2EB9E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F78F35A-02B9-35A3-7A7C-1C830C3D226C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116AFB5-37BF-8E0D-63D3-D8AB2A35C6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DB4C2EE-73C2-4B85-F456-9D609383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478E68-E0C8-D957-B046-5B33CE3F7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40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632B6-0884-D143-EA36-A6C7D0FCFE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59F13F6-4E60-44A9-6CB1-BC5E5823B6B6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8A5DE33-3CC4-DC68-3EE3-1D67D95E8B26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chemeClr val="bg1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3A63FF0-EC27-E32D-8BAF-D8FCE9C15340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3" name="Graphic 3">
              <a:extLst>
                <a:ext uri="{FF2B5EF4-FFF2-40B4-BE49-F238E27FC236}">
                  <a16:creationId xmlns:a16="http://schemas.microsoft.com/office/drawing/2014/main" id="{AF8AD337-53CF-1175-D221-CDDD7D2F6649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5582378-2160-7184-FEED-C20F09C165F6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7394BA0-9981-BC7B-2FE1-FE644F897F0B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F88356D-F4FA-72F0-1579-1CBB309ADBD0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CDF775C-EE73-DEBF-3A1C-32C613564A83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DE0A214-22D2-DEB4-578D-28B4C6302487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DAC607C4-0118-16C0-8DEC-1B050E9C2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749EB9B-07C1-5A79-0F2F-EEC9C867F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7A30F1-86D3-58C7-893E-A3AD0C75C2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1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B8A751-6117-465C-F260-16EEE7976B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14CB23AC-3299-C1FD-FE91-1296408E6B13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8482317-6315-6B46-4CDA-EAE096180397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65643DC2-D568-FFFA-BFCD-3EA4688C5702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9EAC7DE-01FD-3A3D-5F70-2074BF00F95C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237E85-C4D3-C9E8-8366-61A4E00CA526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FDC6104-BB4E-09E2-4C94-574A8A2066BB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FBB34B7-55AB-8AE6-877C-67E42106A99D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9C58A9-B6E3-731B-CE9E-B84E10E08D30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A2ED2262-ED0D-CCA8-6B6C-B5C004A2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1518189"/>
            <a:ext cx="8940800" cy="2492830"/>
          </a:xfrm>
        </p:spPr>
        <p:txBody>
          <a:bodyPr anchor="b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BE32CB-83A8-F1C3-95AE-A96995AF0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207622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23319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A0AEB4-674D-E808-0ABF-2A2F67519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6782F98-B42B-6943-A135-A0045ECEB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1518189"/>
            <a:ext cx="8940800" cy="2492830"/>
          </a:xfrm>
        </p:spPr>
        <p:txBody>
          <a:bodyPr anchor="b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E0E6A78-172A-4A20-FD3B-613625FC4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207622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CD741A6-8249-0D06-7905-9752015BBD02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9FBF012-5ED4-0AC9-7A1C-C5B8D8774C7C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3" name="Graphic 3">
            <a:extLst>
              <a:ext uri="{FF2B5EF4-FFF2-40B4-BE49-F238E27FC236}">
                <a16:creationId xmlns:a16="http://schemas.microsoft.com/office/drawing/2014/main" id="{E6581B8C-D7B8-6C2A-BE36-391928704D0F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3AF4DF7-B284-BB30-5DD2-7F572B5E97BE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73AD12A-D6B7-54F4-8C88-B070BE2270F7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9FCCEC-F0A8-637B-0FFC-2933C3D363BB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557450D-E4E1-8CF5-6E92-504F5B59914B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4D43E1B-1AD5-42C7-9037-30D11D7814F9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2773135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AF3A1-FDF5-7911-0265-0BD087C8E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6782F98-B42B-6943-A135-A0045ECEB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669656"/>
            <a:ext cx="8940800" cy="2492830"/>
          </a:xfrm>
        </p:spPr>
        <p:txBody>
          <a:bodyPr anchor="b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E0E6A78-172A-4A20-FD3B-613625FC4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5359089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7358B0B-704E-69C2-BA53-0D43D6102A10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D13AA80-3E45-2678-D500-D362BAB00A08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9D7212ED-AAC1-BEA2-AD37-5E53ED919D4C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D7050B6-6C3A-F58B-BF25-50AFA5406A45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73856E-C5CC-2400-7A72-A63AD60AA987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F319E36-850F-EA18-E5FE-A90DE55F6BC3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9AF204C-9740-064D-56D1-622800A9CCE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7D8B2CD-C1AB-3C32-A5B8-986A097A02C1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398064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L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F3CD6F-097A-C3F1-1A51-5CAF36C09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F8AE6DE-7D30-4D76-53F2-DA9C3AF397A6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F0E7B79C-B216-01F8-087A-CB032A0F2D55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5DBE1C10-3E28-CE10-1D95-7C6A553815E3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4" name="Graphic 3">
              <a:extLst>
                <a:ext uri="{FF2B5EF4-FFF2-40B4-BE49-F238E27FC236}">
                  <a16:creationId xmlns:a16="http://schemas.microsoft.com/office/drawing/2014/main" id="{6881E2E9-0384-ADEC-19D2-B9D617A295C2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F000C670-4A1A-1ACA-D2B8-DEE4DA91D7DE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2CC61A4-9C00-A3BA-E761-950A9EB6FEE5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9FB00FA-17A7-CAD5-4583-0EB4735E3057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868B27E-6BE4-60C9-DDA0-769C35046E75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FCA05A2C-3E40-50C4-F3E1-5F3C896AD9E5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6627E348-94B3-BD2E-E135-9CDABCB22B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5CBC24-448E-3059-67DC-7394BC4ED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36A83C9-8FB7-7B16-C735-7DED4F3E8B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20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7B6190-AA75-02A1-3DC5-DF523E0BF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1AD86-A9D9-99CC-7BBD-968A35374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286673"/>
            <a:ext cx="8940800" cy="2492830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5400" b="1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8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A3F2B53-0FB8-5AC7-9C50-AA54EBC56314}"/>
              </a:ext>
            </a:extLst>
          </p:cNvPr>
          <p:cNvSpPr/>
          <p:nvPr userDrawn="1"/>
        </p:nvSpPr>
        <p:spPr>
          <a:xfrm>
            <a:off x="526128" y="1947004"/>
            <a:ext cx="543873" cy="543873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828121" y="0"/>
                </a:moveTo>
                <a:lnTo>
                  <a:pt x="511712" y="565"/>
                </a:lnTo>
                <a:lnTo>
                  <a:pt x="468206" y="4936"/>
                </a:lnTo>
                <a:lnTo>
                  <a:pt x="426776" y="17574"/>
                </a:lnTo>
                <a:lnTo>
                  <a:pt x="388579" y="37999"/>
                </a:lnTo>
                <a:lnTo>
                  <a:pt x="354774" y="65736"/>
                </a:lnTo>
                <a:lnTo>
                  <a:pt x="65736" y="354774"/>
                </a:lnTo>
                <a:lnTo>
                  <a:pt x="38004" y="388579"/>
                </a:lnTo>
                <a:lnTo>
                  <a:pt x="17577" y="426774"/>
                </a:lnTo>
                <a:lnTo>
                  <a:pt x="4938" y="468201"/>
                </a:lnTo>
                <a:lnTo>
                  <a:pt x="565" y="511701"/>
                </a:lnTo>
                <a:lnTo>
                  <a:pt x="0" y="828110"/>
                </a:lnTo>
                <a:lnTo>
                  <a:pt x="235553" y="828110"/>
                </a:lnTo>
                <a:lnTo>
                  <a:pt x="236087" y="280776"/>
                </a:lnTo>
                <a:lnTo>
                  <a:pt x="239616" y="263356"/>
                </a:lnTo>
                <a:lnTo>
                  <a:pt x="249213" y="249132"/>
                </a:lnTo>
                <a:lnTo>
                  <a:pt x="263438" y="239540"/>
                </a:lnTo>
                <a:lnTo>
                  <a:pt x="280850" y="236013"/>
                </a:lnTo>
                <a:lnTo>
                  <a:pt x="828121" y="235553"/>
                </a:lnTo>
                <a:lnTo>
                  <a:pt x="828121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F5860"/>
              </a:solidFill>
              <a:effectLst/>
              <a:uLnTx/>
              <a:uFillTx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877CDC-9F61-CF2A-EEE2-EAC796A8BE38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C99B9-2175-11B3-2E6D-175A47E3C819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chemeClr val="bg1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A1A9E5-FDF1-FDEE-D28B-33E6C1ECE3E9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4" name="Graphic 3">
              <a:extLst>
                <a:ext uri="{FF2B5EF4-FFF2-40B4-BE49-F238E27FC236}">
                  <a16:creationId xmlns:a16="http://schemas.microsoft.com/office/drawing/2014/main" id="{D5915BA5-E4C9-0887-EBD8-8FD84356517B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049ED37F-714C-E0EE-7BCC-53659B30F527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C744267-BB2E-1FAE-5423-86CB86D30D3C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0DD74C3-1082-FF23-379E-7B10005A1006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EE5FA69-6540-B5A2-ACD7-AAE838829AD7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E463D09-5EB9-241F-532C-2F96DB8E35B5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14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8CB83-21CF-4C05-47D9-A33CF522EB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1AD86-A9D9-99CC-7BBD-968A35374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2302439"/>
            <a:ext cx="8940800" cy="2492830"/>
          </a:xfrm>
        </p:spPr>
        <p:txBody>
          <a:bodyPr anchor="t">
            <a:noAutofit/>
          </a:bodyPr>
          <a:lstStyle>
            <a:lvl1pPr algn="ctr">
              <a:lnSpc>
                <a:spcPct val="84000"/>
              </a:lnSpc>
              <a:defRPr sz="5400" b="1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8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010D90-B395-0958-A5ED-F521BDDD1046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8034616-2F40-FAE5-CFF1-B9122A5AF8F9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chemeClr val="bg1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5BAB49C-6180-08D5-7412-D344C9BAAB8A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6" name="Graphic 3">
              <a:extLst>
                <a:ext uri="{FF2B5EF4-FFF2-40B4-BE49-F238E27FC236}">
                  <a16:creationId xmlns:a16="http://schemas.microsoft.com/office/drawing/2014/main" id="{9FBE3085-E1B3-1BAC-CFB2-3FEBC1E9203D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65F05D2-EDB2-F3B1-7877-B2DDA26A8526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678C58E-EB2D-4F43-1A54-14A69C6285DD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FC37360D-9444-FB07-6184-E0531A0447D1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D8AA9BC-EC07-39DF-2021-A92F31061644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4F2988D-5BBC-93BC-A059-9B63BEC15498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6199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72EA1C-D89A-4D66-B85E-9F258292F9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A3F2B53-0FB8-5AC7-9C50-AA54EBC56314}"/>
              </a:ext>
            </a:extLst>
          </p:cNvPr>
          <p:cNvSpPr/>
          <p:nvPr userDrawn="1"/>
        </p:nvSpPr>
        <p:spPr>
          <a:xfrm>
            <a:off x="526128" y="1947004"/>
            <a:ext cx="543873" cy="543873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828121" y="0"/>
                </a:moveTo>
                <a:lnTo>
                  <a:pt x="511712" y="565"/>
                </a:lnTo>
                <a:lnTo>
                  <a:pt x="468206" y="4936"/>
                </a:lnTo>
                <a:lnTo>
                  <a:pt x="426776" y="17574"/>
                </a:lnTo>
                <a:lnTo>
                  <a:pt x="388579" y="37999"/>
                </a:lnTo>
                <a:lnTo>
                  <a:pt x="354774" y="65736"/>
                </a:lnTo>
                <a:lnTo>
                  <a:pt x="65736" y="354774"/>
                </a:lnTo>
                <a:lnTo>
                  <a:pt x="38004" y="388579"/>
                </a:lnTo>
                <a:lnTo>
                  <a:pt x="17577" y="426774"/>
                </a:lnTo>
                <a:lnTo>
                  <a:pt x="4938" y="468201"/>
                </a:lnTo>
                <a:lnTo>
                  <a:pt x="565" y="511701"/>
                </a:lnTo>
                <a:lnTo>
                  <a:pt x="0" y="828110"/>
                </a:lnTo>
                <a:lnTo>
                  <a:pt x="235553" y="828110"/>
                </a:lnTo>
                <a:lnTo>
                  <a:pt x="236087" y="280776"/>
                </a:lnTo>
                <a:lnTo>
                  <a:pt x="239616" y="263356"/>
                </a:lnTo>
                <a:lnTo>
                  <a:pt x="249213" y="249132"/>
                </a:lnTo>
                <a:lnTo>
                  <a:pt x="263438" y="239540"/>
                </a:lnTo>
                <a:lnTo>
                  <a:pt x="280850" y="236013"/>
                </a:lnTo>
                <a:lnTo>
                  <a:pt x="828121" y="235553"/>
                </a:lnTo>
                <a:lnTo>
                  <a:pt x="828121" y="0"/>
                </a:lnTo>
                <a:close/>
              </a:path>
            </a:pathLst>
          </a:custGeom>
          <a:solidFill>
            <a:srgbClr val="00D15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F5860"/>
              </a:solidFill>
              <a:effectLst/>
              <a:uLnTx/>
              <a:uFillTx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A7BD86-C062-B7E3-645F-3323966F1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286673"/>
            <a:ext cx="8940800" cy="2492830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5400" b="1">
                <a:solidFill>
                  <a:srgbClr val="002060"/>
                </a:solidFill>
                <a:effectLst/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169289-505B-2F65-3358-DBB98C7E68E3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0F9A10B-AFC7-217D-B995-06C7AA6899AE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DE4D447-C77B-872C-C199-BC46663AEC92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8" name="Graphic 3">
              <a:extLst>
                <a:ext uri="{FF2B5EF4-FFF2-40B4-BE49-F238E27FC236}">
                  <a16:creationId xmlns:a16="http://schemas.microsoft.com/office/drawing/2014/main" id="{F1696B8F-04AE-B555-15F5-9BAA4F3EC0D8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7937ED1-9F4E-4B0C-D7DC-DE447C9AAE1D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438A67C1-6C41-D844-950E-8CDF4D6128B2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A10682FD-24F3-D345-2B00-DE4CA384CD01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4ADCBCA-BF44-3A75-6F9B-917067835D87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D272C6FD-D81F-C67C-3C08-C3583B97A580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8280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4F7037-981C-9665-D1D7-7B2F9AFC6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1AD86-A9D9-99CC-7BBD-968A35374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2302439"/>
            <a:ext cx="8940800" cy="2492830"/>
          </a:xfrm>
        </p:spPr>
        <p:txBody>
          <a:bodyPr anchor="t">
            <a:noAutofit/>
          </a:bodyPr>
          <a:lstStyle>
            <a:lvl1pPr algn="ctr">
              <a:lnSpc>
                <a:spcPct val="84000"/>
              </a:lnSpc>
              <a:defRPr sz="5400" b="1">
                <a:solidFill>
                  <a:srgbClr val="002060"/>
                </a:solidFill>
                <a:effectLst/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0D1728-E64D-1033-87EB-BC2D90F540AB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6E2FE4D-CE17-F2E0-280A-C4BB4D453F19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211F901-1DFB-368A-A3D8-001AC318145A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6" name="Graphic 3">
              <a:extLst>
                <a:ext uri="{FF2B5EF4-FFF2-40B4-BE49-F238E27FC236}">
                  <a16:creationId xmlns:a16="http://schemas.microsoft.com/office/drawing/2014/main" id="{226C0A78-17D6-07B9-93A8-0264A24DA17D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4CC34113-B919-E041-D81D-E60653A87DFE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B20CC6E-0E43-E0C2-F917-D74F360A6CE0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C2F33F41-1692-573D-1E47-08A1AA40FCA6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76F6635-FC31-0FA4-188E-DDD1DCF93CF5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4B260FE8-AECC-D8C3-45EE-9675233E9D56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4955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9A6319-2CCA-308D-05AD-C096AFA679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15"/>
          <a:stretch>
            <a:fillRect/>
          </a:stretch>
        </p:blipFill>
        <p:spPr>
          <a:xfrm>
            <a:off x="-31750" y="0"/>
            <a:ext cx="6010398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0C2672-616F-7E48-D192-190D79314B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2251" y="696686"/>
            <a:ext cx="5121312" cy="54646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7000"/>
              </a:lnSpc>
              <a:spcBef>
                <a:spcPts val="900"/>
              </a:spcBef>
              <a:spcAft>
                <a:spcPts val="900"/>
              </a:spcAft>
              <a:buClr>
                <a:srgbClr val="8E71F4"/>
              </a:buClr>
              <a:buFont typeface="ES Build Neutral" pitchFamily="50" charset="0"/>
              <a:buChar char="​"/>
              <a:defRPr sz="3400">
                <a:solidFill>
                  <a:schemeClr val="tx1"/>
                </a:solidFill>
              </a:defRPr>
            </a:lvl1pPr>
            <a:lvl2pPr marL="7938" indent="-7938"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  <a:lvl6pPr marL="27432" indent="0">
              <a:lnSpc>
                <a:spcPct val="67000"/>
              </a:lnSpc>
              <a:spcBef>
                <a:spcPts val="600"/>
              </a:spcBef>
              <a:spcAft>
                <a:spcPts val="0"/>
              </a:spcAft>
              <a:buFont typeface="ES Build Neutral" pitchFamily="50" charset="0"/>
              <a:buNone/>
              <a:tabLst/>
              <a:defRPr sz="2800" b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6pPr>
            <a:lvl7pPr marL="571500" indent="-5715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1B0FE"/>
              </a:buClr>
              <a:buFont typeface="Arial" panose="020B0604020202020204" pitchFamily="34" charset="0"/>
              <a:buChar char="•"/>
              <a:defRPr sz="2000" spc="0" baseline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7pPr>
            <a:lvl8pPr marL="27432">
              <a:spcBef>
                <a:spcPts val="0"/>
              </a:spcBef>
              <a:defRPr sz="2800" spc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6"/>
            <a:r>
              <a:rPr lang="en-US"/>
              <a:t>Edit text</a:t>
            </a:r>
          </a:p>
          <a:p>
            <a:pPr lvl="6"/>
            <a:r>
              <a:rPr lang="en-US"/>
              <a:t>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FD9ED4-BA90-90F1-F275-C79B3743B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08" y="2712844"/>
            <a:ext cx="4430065" cy="123264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6600" b="1" spc="0" baseline="0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FED11-5DDF-6BBB-EDA3-08E180744A71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bg1">
                    <a:alpha val="5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4081061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73106F-F93B-902D-7A55-A8FDD340E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5987845" cy="685799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0C2672-616F-7E48-D192-190D79314B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2251" y="696686"/>
            <a:ext cx="5121312" cy="54646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7000"/>
              </a:lnSpc>
              <a:spcBef>
                <a:spcPts val="900"/>
              </a:spcBef>
              <a:spcAft>
                <a:spcPts val="900"/>
              </a:spcAft>
              <a:buClr>
                <a:srgbClr val="8E71F4"/>
              </a:buClr>
              <a:buFont typeface="ES Build Neutral" pitchFamily="50" charset="0"/>
              <a:buChar char="​"/>
              <a:defRPr sz="3400">
                <a:solidFill>
                  <a:schemeClr val="tx1"/>
                </a:solidFill>
              </a:defRPr>
            </a:lvl1pPr>
            <a:lvl2pPr marL="7938" indent="-7938"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  <a:lvl6pPr marL="27432" indent="0">
              <a:lnSpc>
                <a:spcPct val="67000"/>
              </a:lnSpc>
              <a:spcBef>
                <a:spcPts val="600"/>
              </a:spcBef>
              <a:spcAft>
                <a:spcPts val="0"/>
              </a:spcAft>
              <a:buFont typeface="ES Build Neutral" pitchFamily="50" charset="0"/>
              <a:buNone/>
              <a:tabLst/>
              <a:defRPr sz="2800" b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6pPr>
            <a:lvl7pPr marL="571500" indent="-5715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1B0FE"/>
              </a:buClr>
              <a:buFont typeface="Arial" panose="020B0604020202020204" pitchFamily="34" charset="0"/>
              <a:buChar char="•"/>
              <a:defRPr sz="2000" spc="0" baseline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7pPr>
            <a:lvl8pPr marL="27432">
              <a:spcBef>
                <a:spcPts val="0"/>
              </a:spcBef>
              <a:defRPr sz="2800" spc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6"/>
            <a:r>
              <a:rPr lang="en-US"/>
              <a:t>Edit text</a:t>
            </a:r>
          </a:p>
          <a:p>
            <a:pPr lvl="6"/>
            <a:r>
              <a:rPr lang="en-US"/>
              <a:t>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126E1ED-6A15-3779-289A-915AB5FD0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08" y="2712844"/>
            <a:ext cx="4430065" cy="123264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6600" b="1" spc="0" baseline="0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BD1FCF-91AA-0498-2488-AA519A0759F7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bg1">
                    <a:alpha val="5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41122656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CA5E8C-63C8-8AD4-F044-CD266DE5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Content Placeholder 18">
            <a:extLst>
              <a:ext uri="{FF2B5EF4-FFF2-40B4-BE49-F238E27FC236}">
                <a16:creationId xmlns:a16="http://schemas.microsoft.com/office/drawing/2014/main" id="{DD860FCA-A322-E028-A3B7-EEC65595DE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7" y="1719645"/>
            <a:ext cx="11203413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461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1611F1-2D40-4E7A-C8ED-70354AC11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CA5E8C-63C8-8AD4-F044-CD266DE5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Content Placeholder 18">
            <a:extLst>
              <a:ext uri="{FF2B5EF4-FFF2-40B4-BE49-F238E27FC236}">
                <a16:creationId xmlns:a16="http://schemas.microsoft.com/office/drawing/2014/main" id="{DD860FCA-A322-E028-A3B7-EEC65595DE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7" y="1719645"/>
            <a:ext cx="11203413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72B3423-A48B-95A4-10B0-883489B8811D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7C667C5-4CFD-A118-916E-E91517277235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7" name="Graphic 3">
            <a:extLst>
              <a:ext uri="{FF2B5EF4-FFF2-40B4-BE49-F238E27FC236}">
                <a16:creationId xmlns:a16="http://schemas.microsoft.com/office/drawing/2014/main" id="{4318B51C-6CB7-0A10-5356-02DB406DECDD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20FF948-D8E1-C79A-17CF-672E6680B3BB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F98BBF1-C287-750F-014F-D81605531F60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581D321-BFAF-08F3-6D53-187F52B6BDDC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DC756FF-5A82-8DA1-4737-03AC1C529890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BF3E438-CCC5-FCFD-243A-F5394D4F055B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256AFCF-B0EB-4DC1-61C3-EC52C02A6AA3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10281562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DAA575-456A-DDA3-4F5D-73A64AC056EB}"/>
              </a:ext>
            </a:extLst>
          </p:cNvPr>
          <p:cNvSpPr/>
          <p:nvPr userDrawn="1"/>
        </p:nvSpPr>
        <p:spPr>
          <a:xfrm>
            <a:off x="385011" y="6400800"/>
            <a:ext cx="521368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0EF036-038A-C507-F3F9-0763276CCB57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CFAA040-6E18-AB43-10A5-7027CD76ADA0}"/>
                </a:ext>
              </a:extLst>
            </p:cNvPr>
            <p:cNvSpPr/>
            <p:nvPr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A5501F3-5179-3555-529D-F0BEF05EA4F7}"/>
                </a:ext>
              </a:extLst>
            </p:cNvPr>
            <p:cNvSpPr/>
            <p:nvPr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aphic 1">
              <a:extLst>
                <a:ext uri="{FF2B5EF4-FFF2-40B4-BE49-F238E27FC236}">
                  <a16:creationId xmlns:a16="http://schemas.microsoft.com/office/drawing/2014/main" id="{B52BF795-8654-ECF9-00F3-E3DC43453AF2}"/>
                </a:ext>
              </a:extLst>
            </p:cNvPr>
            <p:cNvGrpSpPr/>
            <p:nvPr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CE4C3E1-F628-6338-39E3-8D5B1C3A9F63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E94EE0C-BEC9-B912-BB03-D98E572D66E3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BDCE91C-8825-7018-D444-B3E271741719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8B19A8D-904A-5D63-6FF2-0DC92F265198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50C85499-90D5-0F74-1D39-BD7C8D5C695B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5CA09B-6C3F-4599-1FFD-0D16BE49C81E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42799127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9A6B50D-2CC2-29FC-5BD7-C7382C4F8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2416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EEB3FAD-14D2-C4DD-3EBF-784D1E06B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6088C5F-11E1-2603-8DB0-B44A0464F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374D7A0D-E6A3-FD6C-5C21-AF6D1FB077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7" y="1719645"/>
            <a:ext cx="5482055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4F2F03E7-9AFE-94B7-4B17-7B053E0B6D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064" y="1717247"/>
            <a:ext cx="5481626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7290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D800749E-69A5-DCEB-6106-60A29FF502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8" y="1719645"/>
            <a:ext cx="3575304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C2F90A21-80D0-EF06-695F-D7CA0AA51C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08475" y="1719645"/>
            <a:ext cx="3575304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F9023ECA-8241-3A8B-63DF-A1DC1B7EA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23662" y="1722852"/>
            <a:ext cx="3575304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D0AA8CE-9CEE-421C-89E5-12EB4AC30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547B21A5-9ED4-950A-49F4-4D5979234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62356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6CA7916B-FF49-1DA5-B508-246BFA32FE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1263" y="1717247"/>
            <a:ext cx="6675427" cy="4449380"/>
          </a:xfrm>
        </p:spPr>
        <p:txBody>
          <a:bodyPr/>
          <a:lstStyle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3FBDF473-E65E-0E4B-7AFD-41DF647B09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8" y="1719645"/>
            <a:ext cx="3815188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86ABD00-5B2A-4C21-C64C-BC61F2E9C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 anchor="ctr"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989FD4-052F-8EAB-E4E0-97DBA6D27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54908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 Placeholder 5">
            <a:extLst>
              <a:ext uri="{FF2B5EF4-FFF2-40B4-BE49-F238E27FC236}">
                <a16:creationId xmlns:a16="http://schemas.microsoft.com/office/drawing/2014/main" id="{DDBCA87B-9F44-FFDE-F8AE-5D147C84A89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308474" y="685800"/>
            <a:ext cx="3573463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Chart Placeholder 5">
            <a:extLst>
              <a:ext uri="{FF2B5EF4-FFF2-40B4-BE49-F238E27FC236}">
                <a16:creationId xmlns:a16="http://schemas.microsoft.com/office/drawing/2014/main" id="{D56E667B-3F0D-C552-CB73-C76853B89F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305299" y="3432997"/>
            <a:ext cx="3575304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5385838E-5C68-7930-6119-C08F2093DD3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125919" y="685800"/>
            <a:ext cx="3575304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A30F29C-9C29-2BDF-D024-7AE60D4B19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125919" y="3432997"/>
            <a:ext cx="3575304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301EFC-1867-930C-4FF8-C246E171C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88" y="2075392"/>
            <a:ext cx="2861099" cy="1471461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9A22000-3265-7B90-A285-A6290F1D5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3" y="3675854"/>
            <a:ext cx="2860675" cy="628841"/>
          </a:xfr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069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6A15E-7F0C-056B-0C77-87EF603752ED}"/>
              </a:ext>
            </a:extLst>
          </p:cNvPr>
          <p:cNvSpPr/>
          <p:nvPr userDrawn="1"/>
        </p:nvSpPr>
        <p:spPr>
          <a:xfrm>
            <a:off x="0" y="6457950"/>
            <a:ext cx="554355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58CF0-D78C-6AFE-BA1C-A11DC09915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70205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9891-E607-D810-0433-4C2419FE8987}"/>
              </a:ext>
            </a:extLst>
          </p:cNvPr>
          <p:cNvSpPr txBox="1"/>
          <p:nvPr userDrawn="1"/>
        </p:nvSpPr>
        <p:spPr>
          <a:xfrm>
            <a:off x="4267200" y="6562481"/>
            <a:ext cx="5293842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72F3-D1B9-6BD6-5969-AD9180247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1" y="1482196"/>
            <a:ext cx="2859087" cy="213497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A563BAB-3B8D-C24A-AC1E-697D9D11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2" y="3760520"/>
            <a:ext cx="2859086" cy="628841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D005392-7810-A30F-AFBF-65A70B3D15BA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8CB1B56-8443-369A-A0ED-B145E2AF2759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944EFDE5-A0A8-416A-6688-EEE9AE0089D1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6E34C1-7EB5-0345-4CBA-7E44E3FB78F9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5F6C2A-098A-1AD5-061F-9F531308E043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60023B-8E12-F84B-2C66-3ABAFB1E8E4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8FCBB4-1FED-BCC3-6F92-F217561859B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BB47196-B7A2-21AE-F203-E8DBC70339D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02AF5BE2-C31C-F5D3-CF19-43EB5C4B7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605028"/>
            <a:ext cx="7429498" cy="556159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38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6A15E-7F0C-056B-0C77-87EF603752ED}"/>
              </a:ext>
            </a:extLst>
          </p:cNvPr>
          <p:cNvSpPr/>
          <p:nvPr userDrawn="1"/>
        </p:nvSpPr>
        <p:spPr>
          <a:xfrm>
            <a:off x="0" y="6457950"/>
            <a:ext cx="554355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7106B7-09B2-5347-BFE3-6DBA172FE5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834" y="0"/>
            <a:ext cx="370205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9891-E607-D810-0433-4C2419FE8987}"/>
              </a:ext>
            </a:extLst>
          </p:cNvPr>
          <p:cNvSpPr txBox="1"/>
          <p:nvPr userDrawn="1"/>
        </p:nvSpPr>
        <p:spPr>
          <a:xfrm>
            <a:off x="4267200" y="6562481"/>
            <a:ext cx="5293842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72F3-D1B9-6BD6-5969-AD9180247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1" y="1482196"/>
            <a:ext cx="2859087" cy="213497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A563BAB-3B8D-C24A-AC1E-697D9D11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2" y="3760520"/>
            <a:ext cx="2859086" cy="628841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D005392-7810-A30F-AFBF-65A70B3D15BA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8CB1B56-8443-369A-A0ED-B145E2AF2759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944EFDE5-A0A8-416A-6688-EEE9AE0089D1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6E34C1-7EB5-0345-4CBA-7E44E3FB78F9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5F6C2A-098A-1AD5-061F-9F531308E043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60023B-8E12-F84B-2C66-3ABAFB1E8E4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8FCBB4-1FED-BCC3-6F92-F217561859B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BB47196-B7A2-21AE-F203-E8DBC70339D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02AF5BE2-C31C-F5D3-CF19-43EB5C4B7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605028"/>
            <a:ext cx="7429498" cy="556159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996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6A15E-7F0C-056B-0C77-87EF603752ED}"/>
              </a:ext>
            </a:extLst>
          </p:cNvPr>
          <p:cNvSpPr/>
          <p:nvPr userDrawn="1"/>
        </p:nvSpPr>
        <p:spPr>
          <a:xfrm>
            <a:off x="0" y="6457950"/>
            <a:ext cx="554355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C34C1-82B0-4481-6375-1F1F9BADC1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-19663" y="-2"/>
            <a:ext cx="370205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9891-E607-D810-0433-4C2419FE8987}"/>
              </a:ext>
            </a:extLst>
          </p:cNvPr>
          <p:cNvSpPr txBox="1"/>
          <p:nvPr userDrawn="1"/>
        </p:nvSpPr>
        <p:spPr>
          <a:xfrm>
            <a:off x="4267200" y="6562481"/>
            <a:ext cx="5293842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72F3-D1B9-6BD6-5969-AD9180247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1" y="1482196"/>
            <a:ext cx="2859087" cy="213497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A563BAB-3B8D-C24A-AC1E-697D9D11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2" y="3760520"/>
            <a:ext cx="2859086" cy="628841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D005392-7810-A30F-AFBF-65A70B3D15BA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8CB1B56-8443-369A-A0ED-B145E2AF2759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944EFDE5-A0A8-416A-6688-EEE9AE0089D1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6E34C1-7EB5-0345-4CBA-7E44E3FB78F9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5F6C2A-098A-1AD5-061F-9F531308E043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60023B-8E12-F84B-2C66-3ABAFB1E8E4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8FCBB4-1FED-BCC3-6F92-F217561859B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BB47196-B7A2-21AE-F203-E8DBC70339D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02AF5BE2-C31C-F5D3-CF19-43EB5C4B7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605028"/>
            <a:ext cx="7429498" cy="556159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549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F1AA25-A56E-1870-4426-67A417778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88" y="2208282"/>
            <a:ext cx="2861099" cy="1471461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025648-4B33-8998-8112-0A1BEE019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3" y="3808744"/>
            <a:ext cx="2860675" cy="628841"/>
          </a:xfrm>
        </p:spPr>
        <p:txBody>
          <a:bodyPr>
            <a:noAutofit/>
          </a:bodyPr>
          <a:lstStyle>
            <a:lvl1pPr marL="0" indent="0" algn="l">
              <a:buNone/>
              <a:defRPr sz="21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6733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540269-BEBE-74F3-6029-2093729F6D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2F1AA25-A56E-1870-4426-67A417778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88" y="2208282"/>
            <a:ext cx="2861099" cy="1471461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025648-4B33-8998-8112-0A1BEE019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3" y="3808744"/>
            <a:ext cx="2860675" cy="628841"/>
          </a:xfrm>
        </p:spPr>
        <p:txBody>
          <a:bodyPr>
            <a:noAutofit/>
          </a:bodyPr>
          <a:lstStyle>
            <a:lvl1pPr marL="0" indent="0" algn="l">
              <a:buNone/>
              <a:defRPr sz="21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28C73-8C23-44DC-22E9-B16C54149923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767731-8CF8-3752-4C17-1F362496ADEB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6017C9-AC87-55C4-1142-0AC6046138A7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414E32D-7B5C-8178-3AC0-CF8FFC179D53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9" name="Graphic 3">
              <a:extLst>
                <a:ext uri="{FF2B5EF4-FFF2-40B4-BE49-F238E27FC236}">
                  <a16:creationId xmlns:a16="http://schemas.microsoft.com/office/drawing/2014/main" id="{A563FC5E-CC05-C9FD-106E-62DE219C0B69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A502C670-1E6B-AAB3-4AFB-6386EA728DA9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0A4E02D-4874-1D7F-F97D-2753592F36B1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2925578-6798-D60A-CB27-8531CB3CA6D2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C5539AC-3F99-AC07-D0DE-FD9DEF58900C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FC531C50-BBE8-DB6B-C567-95FDA98559B3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15306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Takeawa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KEY TAKEAWAYS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CA5E8C-63C8-8AD4-F044-CD266DE5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Picture Placeholder 24">
            <a:extLst>
              <a:ext uri="{FF2B5EF4-FFF2-40B4-BE49-F238E27FC236}">
                <a16:creationId xmlns:a16="http://schemas.microsoft.com/office/drawing/2014/main" id="{571F33A6-D68F-C5E7-F885-6E4F2B34F41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2179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DF382570-E925-7A18-A470-9F11484234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0271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64A3D5DA-3D55-345B-75EE-1E13258DBA7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18363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9" name="Picture Placeholder 24">
            <a:extLst>
              <a:ext uri="{FF2B5EF4-FFF2-40B4-BE49-F238E27FC236}">
                <a16:creationId xmlns:a16="http://schemas.microsoft.com/office/drawing/2014/main" id="{343301F9-088B-F58B-20FD-5ABE2CA3070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226455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EA052B6-D09B-4FD1-6657-D6DCD65DCA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21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173A3C21-6BD8-1DF7-3377-40227D120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9B843E4-588F-3AB7-A5A8-8731D5BBDAA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50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AAA5011E-AD2C-BC1E-A377-3D0D582B0D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850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6D127C4-840D-0C8D-4B29-C6AC9592D8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933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AFDA6CE-A596-2474-3D69-E4285BD30B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33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7BF228D-74E9-A8B4-53BF-68479E04F0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016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94C50677-977B-1E75-DA6D-7679375675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16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</p:spTree>
    <p:extLst>
      <p:ext uri="{BB962C8B-B14F-4D97-AF65-F5344CB8AC3E}">
        <p14:creationId xmlns:p14="http://schemas.microsoft.com/office/powerpoint/2010/main" val="6478219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Product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algn="ctr"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PRODUCT COMPARISON</a:t>
            </a:r>
          </a:p>
        </p:txBody>
      </p:sp>
      <p:sp>
        <p:nvSpPr>
          <p:cNvPr id="2" name="Picture Placeholder 24">
            <a:extLst>
              <a:ext uri="{FF2B5EF4-FFF2-40B4-BE49-F238E27FC236}">
                <a16:creationId xmlns:a16="http://schemas.microsoft.com/office/drawing/2014/main" id="{2BB082FF-4377-06D9-EC83-760F68B8D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46881" y="1762390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60606F5B-E894-55AA-ED9A-11AC99FD1E2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46881" y="292392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5" name="Picture Placeholder 24">
            <a:extLst>
              <a:ext uri="{FF2B5EF4-FFF2-40B4-BE49-F238E27FC236}">
                <a16:creationId xmlns:a16="http://schemas.microsoft.com/office/drawing/2014/main" id="{9843EEC0-81DB-14B6-3D42-A728BCE7E59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46881" y="4085460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34A79F4D-258E-1291-DA9D-83A2D209786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646881" y="525935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19D2C5AF-AFF0-7B5D-2E85-97472ACB2D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58315" y="1267198"/>
            <a:ext cx="3192848" cy="321533"/>
          </a:xfrm>
        </p:spPr>
        <p:txBody>
          <a:bodyPr rIns="108000" anchor="ctr"/>
          <a:lstStyle>
            <a:lvl1pPr algn="r">
              <a:defRPr sz="1600" b="1"/>
            </a:lvl1pPr>
          </a:lstStyle>
          <a:p>
            <a:pPr lvl="0"/>
            <a:r>
              <a:rPr lang="en-GB"/>
              <a:t>Product A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0B58923-F0FF-8BBF-E5CB-CC80251799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43015" y="1267198"/>
            <a:ext cx="3192848" cy="321533"/>
          </a:xfrm>
        </p:spPr>
        <p:txBody>
          <a:bodyPr lIns="108000" rIns="108000" anchor="ctr"/>
          <a:lstStyle>
            <a:lvl1pPr algn="l">
              <a:defRPr sz="1600" b="1"/>
            </a:lvl1pPr>
          </a:lstStyle>
          <a:p>
            <a:pPr lvl="0"/>
            <a:r>
              <a:rPr lang="en-GB"/>
              <a:t>Product A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DC4C3E2-0CF1-8036-37A2-7BB918616E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58315" y="17623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1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F84B41C4-139A-4BE6-00B9-902F079621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58315" y="29180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2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98A70CD3-37AE-F3F7-31F7-6E4860EA5E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58315" y="40864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3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77965202-D986-452D-FF2C-E7F5F4978AB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58315" y="52548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4</a:t>
            </a:r>
          </a:p>
        </p:txBody>
      </p:sp>
      <p:sp>
        <p:nvSpPr>
          <p:cNvPr id="47" name="Text Placeholder 37">
            <a:extLst>
              <a:ext uri="{FF2B5EF4-FFF2-40B4-BE49-F238E27FC236}">
                <a16:creationId xmlns:a16="http://schemas.microsoft.com/office/drawing/2014/main" id="{DF08FF09-E780-7BC1-888A-5319BB20ED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43015" y="17623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1</a:t>
            </a:r>
          </a:p>
        </p:txBody>
      </p:sp>
      <p:sp>
        <p:nvSpPr>
          <p:cNvPr id="49" name="Text Placeholder 37">
            <a:extLst>
              <a:ext uri="{FF2B5EF4-FFF2-40B4-BE49-F238E27FC236}">
                <a16:creationId xmlns:a16="http://schemas.microsoft.com/office/drawing/2014/main" id="{DF1D00AC-367E-350F-0EDF-3B57610FB3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43015" y="29180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2</a:t>
            </a:r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4E04383C-5302-225F-3415-BE7B4AC6B2B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743015" y="40864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3</a:t>
            </a:r>
          </a:p>
        </p:txBody>
      </p:sp>
      <p:sp>
        <p:nvSpPr>
          <p:cNvPr id="53" name="Text Placeholder 37">
            <a:extLst>
              <a:ext uri="{FF2B5EF4-FFF2-40B4-BE49-F238E27FC236}">
                <a16:creationId xmlns:a16="http://schemas.microsoft.com/office/drawing/2014/main" id="{CA9FDF7E-8AD3-EF16-BB8E-CB118FE43A2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43015" y="52548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4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8846940D-BE14-C095-65DD-38429441716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59000" y="2249948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57" name="Text Placeholder 55">
            <a:extLst>
              <a:ext uri="{FF2B5EF4-FFF2-40B4-BE49-F238E27FC236}">
                <a16:creationId xmlns:a16="http://schemas.microsoft.com/office/drawing/2014/main" id="{15C01ABE-A61B-649B-3B65-2291E7FD833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59000" y="3410927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58" name="Text Placeholder 55">
            <a:extLst>
              <a:ext uri="{FF2B5EF4-FFF2-40B4-BE49-F238E27FC236}">
                <a16:creationId xmlns:a16="http://schemas.microsoft.com/office/drawing/2014/main" id="{6FD8F286-D451-E918-3D7B-EAAAF1B6154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159000" y="4571908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59" name="Text Placeholder 55">
            <a:extLst>
              <a:ext uri="{FF2B5EF4-FFF2-40B4-BE49-F238E27FC236}">
                <a16:creationId xmlns:a16="http://schemas.microsoft.com/office/drawing/2014/main" id="{B772C749-5E2E-983D-9AB5-4F8AA01AE15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59000" y="5732887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0" name="Text Placeholder 55">
            <a:extLst>
              <a:ext uri="{FF2B5EF4-FFF2-40B4-BE49-F238E27FC236}">
                <a16:creationId xmlns:a16="http://schemas.microsoft.com/office/drawing/2014/main" id="{EDBC7E87-DF02-743A-52F8-80DA36676C1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743700" y="2249948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DD766DF8-B464-4FE5-16A9-21B35D6F1E7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743700" y="3410927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2" name="Text Placeholder 55">
            <a:extLst>
              <a:ext uri="{FF2B5EF4-FFF2-40B4-BE49-F238E27FC236}">
                <a16:creationId xmlns:a16="http://schemas.microsoft.com/office/drawing/2014/main" id="{484BD968-A996-F44B-151F-849CB64FA5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743700" y="4571908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3" name="Text Placeholder 55">
            <a:extLst>
              <a:ext uri="{FF2B5EF4-FFF2-40B4-BE49-F238E27FC236}">
                <a16:creationId xmlns:a16="http://schemas.microsoft.com/office/drawing/2014/main" id="{DC676086-1E35-70B1-F630-AE2AC6FF631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743700" y="5732887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2949620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Content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CONTENT COMPARISON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50F82635-E64D-5E2E-638D-56A4032F4B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064477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7AE6C791-9B53-763C-8A5F-AFE2207E58F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064477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5" name="Picture Placeholder 24">
            <a:extLst>
              <a:ext uri="{FF2B5EF4-FFF2-40B4-BE49-F238E27FC236}">
                <a16:creationId xmlns:a16="http://schemas.microsoft.com/office/drawing/2014/main" id="{6D494D75-EE47-69AE-66E4-FFE38CC8B83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064477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6" name="Picture Placeholder 24">
            <a:extLst>
              <a:ext uri="{FF2B5EF4-FFF2-40B4-BE49-F238E27FC236}">
                <a16:creationId xmlns:a16="http://schemas.microsoft.com/office/drawing/2014/main" id="{20F3C0BB-ABD6-AA32-7152-B71ED69E4977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064477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7" name="Picture Placeholder 24">
            <a:extLst>
              <a:ext uri="{FF2B5EF4-FFF2-40B4-BE49-F238E27FC236}">
                <a16:creationId xmlns:a16="http://schemas.microsoft.com/office/drawing/2014/main" id="{38A4E2A9-D24F-72DA-8D24-6B4BC2333A7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064477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8" name="Picture Placeholder 24">
            <a:extLst>
              <a:ext uri="{FF2B5EF4-FFF2-40B4-BE49-F238E27FC236}">
                <a16:creationId xmlns:a16="http://schemas.microsoft.com/office/drawing/2014/main" id="{F6A17069-3FD5-295B-AF32-53141F6D00E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3064477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9" name="Picture Placeholder 24">
            <a:extLst>
              <a:ext uri="{FF2B5EF4-FFF2-40B4-BE49-F238E27FC236}">
                <a16:creationId xmlns:a16="http://schemas.microsoft.com/office/drawing/2014/main" id="{D9C5854A-9389-0E95-BCD3-156512A5C8E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167597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0" name="Picture Placeholder 24">
            <a:extLst>
              <a:ext uri="{FF2B5EF4-FFF2-40B4-BE49-F238E27FC236}">
                <a16:creationId xmlns:a16="http://schemas.microsoft.com/office/drawing/2014/main" id="{E55DC6A4-5243-57F0-E3ED-AFD5E37600E5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5167597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1" name="Picture Placeholder 24">
            <a:extLst>
              <a:ext uri="{FF2B5EF4-FFF2-40B4-BE49-F238E27FC236}">
                <a16:creationId xmlns:a16="http://schemas.microsoft.com/office/drawing/2014/main" id="{5298F304-B80D-6DB0-7D3A-C8B93ED0401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5167597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2" name="Picture Placeholder 24">
            <a:extLst>
              <a:ext uri="{FF2B5EF4-FFF2-40B4-BE49-F238E27FC236}">
                <a16:creationId xmlns:a16="http://schemas.microsoft.com/office/drawing/2014/main" id="{16F4C921-A4CC-EAAC-9363-BDEFE72CAAD4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5167597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3" name="Picture Placeholder 24">
            <a:extLst>
              <a:ext uri="{FF2B5EF4-FFF2-40B4-BE49-F238E27FC236}">
                <a16:creationId xmlns:a16="http://schemas.microsoft.com/office/drawing/2014/main" id="{9B6045C8-3DBB-65AC-4A70-0BA7C3D880AE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5167597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4" name="Picture Placeholder 24">
            <a:extLst>
              <a:ext uri="{FF2B5EF4-FFF2-40B4-BE49-F238E27FC236}">
                <a16:creationId xmlns:a16="http://schemas.microsoft.com/office/drawing/2014/main" id="{9177E72E-9C89-876A-BDA0-36D85F6A04B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167597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5" name="Picture Placeholder 24">
            <a:extLst>
              <a:ext uri="{FF2B5EF4-FFF2-40B4-BE49-F238E27FC236}">
                <a16:creationId xmlns:a16="http://schemas.microsoft.com/office/drawing/2014/main" id="{B55C8CA0-ABA5-5CC1-2253-DE796C8BFE8C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257655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6" name="Picture Placeholder 24">
            <a:extLst>
              <a:ext uri="{FF2B5EF4-FFF2-40B4-BE49-F238E27FC236}">
                <a16:creationId xmlns:a16="http://schemas.microsoft.com/office/drawing/2014/main" id="{3FFF9232-81A1-A6F8-1F6B-703A7D70E65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257655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7" name="Picture Placeholder 24">
            <a:extLst>
              <a:ext uri="{FF2B5EF4-FFF2-40B4-BE49-F238E27FC236}">
                <a16:creationId xmlns:a16="http://schemas.microsoft.com/office/drawing/2014/main" id="{765A3A05-B201-3C82-B44C-003E973F33F6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7257655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8" name="Picture Placeholder 24">
            <a:extLst>
              <a:ext uri="{FF2B5EF4-FFF2-40B4-BE49-F238E27FC236}">
                <a16:creationId xmlns:a16="http://schemas.microsoft.com/office/drawing/2014/main" id="{9604EADD-5717-5A18-78ED-0CE209A7EB2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7257655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9" name="Picture Placeholder 24">
            <a:extLst>
              <a:ext uri="{FF2B5EF4-FFF2-40B4-BE49-F238E27FC236}">
                <a16:creationId xmlns:a16="http://schemas.microsoft.com/office/drawing/2014/main" id="{183D36A4-C0ED-24F4-5106-730E7263503F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7257655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0" name="Picture Placeholder 24">
            <a:extLst>
              <a:ext uri="{FF2B5EF4-FFF2-40B4-BE49-F238E27FC236}">
                <a16:creationId xmlns:a16="http://schemas.microsoft.com/office/drawing/2014/main" id="{F2A835EF-A0AF-3BA9-3055-5C8845AACC44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257655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1" name="Picture Placeholder 24">
            <a:extLst>
              <a:ext uri="{FF2B5EF4-FFF2-40B4-BE49-F238E27FC236}">
                <a16:creationId xmlns:a16="http://schemas.microsoft.com/office/drawing/2014/main" id="{1CE8FB6B-AD12-7C28-9128-AD87D7CD910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360775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2" name="Picture Placeholder 24">
            <a:extLst>
              <a:ext uri="{FF2B5EF4-FFF2-40B4-BE49-F238E27FC236}">
                <a16:creationId xmlns:a16="http://schemas.microsoft.com/office/drawing/2014/main" id="{3DF85B58-05B7-842F-79B5-5ADEEAD93A9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360775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4F31C8C3-978A-8A6C-81EC-99F92EC2CA1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360775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4" name="Picture Placeholder 24">
            <a:extLst>
              <a:ext uri="{FF2B5EF4-FFF2-40B4-BE49-F238E27FC236}">
                <a16:creationId xmlns:a16="http://schemas.microsoft.com/office/drawing/2014/main" id="{B5D5E71F-6720-7DF0-6792-DE910EC12AB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9360775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5" name="Picture Placeholder 24">
            <a:extLst>
              <a:ext uri="{FF2B5EF4-FFF2-40B4-BE49-F238E27FC236}">
                <a16:creationId xmlns:a16="http://schemas.microsoft.com/office/drawing/2014/main" id="{B13E49E1-05BC-18C3-3208-DBF55B52736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360775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6" name="Picture Placeholder 24">
            <a:extLst>
              <a:ext uri="{FF2B5EF4-FFF2-40B4-BE49-F238E27FC236}">
                <a16:creationId xmlns:a16="http://schemas.microsoft.com/office/drawing/2014/main" id="{BB37591B-8ABD-A0F1-A9A0-1D5C593E3653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9360775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7" name="Text Placeholder 37">
            <a:extLst>
              <a:ext uri="{FF2B5EF4-FFF2-40B4-BE49-F238E27FC236}">
                <a16:creationId xmlns:a16="http://schemas.microsoft.com/office/drawing/2014/main" id="{789FBBBD-4AFC-600F-C9A2-BB7B5E387E1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93712" y="1970321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1</a:t>
            </a:r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FEFA4B2E-0B1F-6D84-07A4-E036FA66E09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525756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A</a:t>
            </a:r>
          </a:p>
        </p:txBody>
      </p:sp>
      <p:sp>
        <p:nvSpPr>
          <p:cNvPr id="59" name="Text Placeholder 20">
            <a:extLst>
              <a:ext uri="{FF2B5EF4-FFF2-40B4-BE49-F238E27FC236}">
                <a16:creationId xmlns:a16="http://schemas.microsoft.com/office/drawing/2014/main" id="{6C24D0DD-4079-9869-5AB3-6C584254DC4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547739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B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AF8B50D7-5A49-E219-1114-2427C6D4602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672753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C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AB900CA8-C197-73D9-B99C-F7F06AE8376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707615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D</a:t>
            </a:r>
          </a:p>
        </p:txBody>
      </p:sp>
      <p:sp>
        <p:nvSpPr>
          <p:cNvPr id="62" name="Text Placeholder 37">
            <a:extLst>
              <a:ext uri="{FF2B5EF4-FFF2-40B4-BE49-F238E27FC236}">
                <a16:creationId xmlns:a16="http://schemas.microsoft.com/office/drawing/2014/main" id="{8E589899-41F7-61BE-4877-7367570DE06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93712" y="5576405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6</a:t>
            </a:r>
          </a:p>
        </p:txBody>
      </p:sp>
      <p:sp>
        <p:nvSpPr>
          <p:cNvPr id="63" name="Text Placeholder 37">
            <a:extLst>
              <a:ext uri="{FF2B5EF4-FFF2-40B4-BE49-F238E27FC236}">
                <a16:creationId xmlns:a16="http://schemas.microsoft.com/office/drawing/2014/main" id="{424FB23E-0750-478F-FFDB-380F7773903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93712" y="4855189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5</a:t>
            </a:r>
          </a:p>
        </p:txBody>
      </p:sp>
      <p:sp>
        <p:nvSpPr>
          <p:cNvPr id="64" name="Text Placeholder 37">
            <a:extLst>
              <a:ext uri="{FF2B5EF4-FFF2-40B4-BE49-F238E27FC236}">
                <a16:creationId xmlns:a16="http://schemas.microsoft.com/office/drawing/2014/main" id="{18F4969F-437C-FE07-C6FD-7AF9C940554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93712" y="4133972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4</a:t>
            </a:r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C59A4A1C-BC91-8854-6004-B622A22E9EF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93712" y="3412755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3</a:t>
            </a:r>
          </a:p>
        </p:txBody>
      </p:sp>
      <p:sp>
        <p:nvSpPr>
          <p:cNvPr id="66" name="Text Placeholder 37">
            <a:extLst>
              <a:ext uri="{FF2B5EF4-FFF2-40B4-BE49-F238E27FC236}">
                <a16:creationId xmlns:a16="http://schemas.microsoft.com/office/drawing/2014/main" id="{AFC4003C-2D78-6DD2-FDDC-B282F51318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93712" y="2691538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2</a:t>
            </a:r>
          </a:p>
        </p:txBody>
      </p:sp>
    </p:spTree>
    <p:extLst>
      <p:ext uri="{BB962C8B-B14F-4D97-AF65-F5344CB8AC3E}">
        <p14:creationId xmlns:p14="http://schemas.microsoft.com/office/powerpoint/2010/main" val="6104762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St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algn="l"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STAGES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CE148A68-EEA2-35E5-A0C8-5E7224E32AD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93711" y="1718713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1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D04228B9-9383-D64A-5D88-8EBEE94EE53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93711" y="5324797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6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594A6C2A-1AC6-AE94-CC5C-C7DA72C350F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93711" y="4603581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5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3A7E4206-A4A7-880E-0465-63B31B298C8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93711" y="3882364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4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901139B3-C768-17FE-F027-372AB21C6DA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93711" y="3161147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3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72D4A8B-8495-249F-0E16-219322FE2AC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93711" y="2439930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2</a:t>
            </a:r>
          </a:p>
        </p:txBody>
      </p:sp>
      <p:sp>
        <p:nvSpPr>
          <p:cNvPr id="46" name="Text Placeholder 55">
            <a:extLst>
              <a:ext uri="{FF2B5EF4-FFF2-40B4-BE49-F238E27FC236}">
                <a16:creationId xmlns:a16="http://schemas.microsoft.com/office/drawing/2014/main" id="{3CAF87A5-1814-8C9F-2CA9-77B26AA483A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227768" y="1716396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1</a:t>
            </a:r>
            <a:endParaRPr lang="en-RO"/>
          </a:p>
        </p:txBody>
      </p:sp>
      <p:sp>
        <p:nvSpPr>
          <p:cNvPr id="47" name="Text Placeholder 55">
            <a:extLst>
              <a:ext uri="{FF2B5EF4-FFF2-40B4-BE49-F238E27FC236}">
                <a16:creationId xmlns:a16="http://schemas.microsoft.com/office/drawing/2014/main" id="{DCC69750-09F7-5FFC-1CB9-4347C5F7D6C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227768" y="2435296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2</a:t>
            </a:r>
            <a:endParaRPr lang="en-RO"/>
          </a:p>
        </p:txBody>
      </p:sp>
      <p:sp>
        <p:nvSpPr>
          <p:cNvPr id="48" name="Text Placeholder 55">
            <a:extLst>
              <a:ext uri="{FF2B5EF4-FFF2-40B4-BE49-F238E27FC236}">
                <a16:creationId xmlns:a16="http://schemas.microsoft.com/office/drawing/2014/main" id="{53CA8085-8613-B444-2846-1D394C77520C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227768" y="3165052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3</a:t>
            </a:r>
            <a:endParaRPr lang="en-RO"/>
          </a:p>
        </p:txBody>
      </p:sp>
      <p:sp>
        <p:nvSpPr>
          <p:cNvPr id="49" name="Text Placeholder 55">
            <a:extLst>
              <a:ext uri="{FF2B5EF4-FFF2-40B4-BE49-F238E27FC236}">
                <a16:creationId xmlns:a16="http://schemas.microsoft.com/office/drawing/2014/main" id="{407061BD-05EE-B07C-2243-AEA6CD72E7E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227768" y="3883952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4</a:t>
            </a:r>
            <a:endParaRPr lang="en-RO"/>
          </a:p>
        </p:txBody>
      </p:sp>
      <p:sp>
        <p:nvSpPr>
          <p:cNvPr id="50" name="Text Placeholder 55">
            <a:extLst>
              <a:ext uri="{FF2B5EF4-FFF2-40B4-BE49-F238E27FC236}">
                <a16:creationId xmlns:a16="http://schemas.microsoft.com/office/drawing/2014/main" id="{D65B776A-3B08-3BDF-0EBC-90FA32DB8FAF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227768" y="4603434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5</a:t>
            </a:r>
            <a:endParaRPr lang="en-RO"/>
          </a:p>
        </p:txBody>
      </p:sp>
      <p:sp>
        <p:nvSpPr>
          <p:cNvPr id="51" name="Text Placeholder 55">
            <a:extLst>
              <a:ext uri="{FF2B5EF4-FFF2-40B4-BE49-F238E27FC236}">
                <a16:creationId xmlns:a16="http://schemas.microsoft.com/office/drawing/2014/main" id="{14179B4D-A45E-8A14-D5D9-4EFA0F949A5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227768" y="5322334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6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901885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algn="l"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ACCOUNT GROWTH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E913ED-1A9C-0111-16E3-FFA01C37B4CE}"/>
              </a:ext>
            </a:extLst>
          </p:cNvPr>
          <p:cNvCxnSpPr>
            <a:cxnSpLocks/>
          </p:cNvCxnSpPr>
          <p:nvPr userDrawn="1"/>
        </p:nvCxnSpPr>
        <p:spPr>
          <a:xfrm>
            <a:off x="493712" y="3578087"/>
            <a:ext cx="11202978" cy="0"/>
          </a:xfrm>
          <a:prstGeom prst="line">
            <a:avLst/>
          </a:prstGeom>
          <a:ln w="31750" cap="rnd">
            <a:gradFill>
              <a:gsLst>
                <a:gs pos="0">
                  <a:srgbClr val="01B0FE"/>
                </a:gs>
                <a:gs pos="100000">
                  <a:schemeClr val="accent2"/>
                </a:gs>
              </a:gsLst>
              <a:lin ang="0" scaled="0"/>
            </a:gradFill>
            <a:round/>
            <a:headEnd type="none" w="lg" len="lg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5F09012-56A3-8311-F818-D8C28A756D28}"/>
              </a:ext>
            </a:extLst>
          </p:cNvPr>
          <p:cNvSpPr/>
          <p:nvPr userDrawn="1"/>
        </p:nvSpPr>
        <p:spPr>
          <a:xfrm>
            <a:off x="1231943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3F5292-754B-D4A5-DB2A-A8BE57C0C0B1}"/>
              </a:ext>
            </a:extLst>
          </p:cNvPr>
          <p:cNvSpPr/>
          <p:nvPr userDrawn="1"/>
        </p:nvSpPr>
        <p:spPr>
          <a:xfrm>
            <a:off x="3577640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29D20C-6783-8673-7671-FF711D6EEC85}"/>
              </a:ext>
            </a:extLst>
          </p:cNvPr>
          <p:cNvSpPr/>
          <p:nvPr userDrawn="1"/>
        </p:nvSpPr>
        <p:spPr>
          <a:xfrm>
            <a:off x="5923337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ED54B9-94D6-3298-DAA0-7B164FC16B6D}"/>
              </a:ext>
            </a:extLst>
          </p:cNvPr>
          <p:cNvSpPr/>
          <p:nvPr userDrawn="1"/>
        </p:nvSpPr>
        <p:spPr>
          <a:xfrm>
            <a:off x="8269034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DC7183-3234-105F-8D60-DD77DCFBC975}"/>
              </a:ext>
            </a:extLst>
          </p:cNvPr>
          <p:cNvSpPr/>
          <p:nvPr userDrawn="1"/>
        </p:nvSpPr>
        <p:spPr>
          <a:xfrm>
            <a:off x="10614730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20" name="Picture Placeholder 24">
            <a:extLst>
              <a:ext uri="{FF2B5EF4-FFF2-40B4-BE49-F238E27FC236}">
                <a16:creationId xmlns:a16="http://schemas.microsoft.com/office/drawing/2014/main" id="{8A716419-F524-9FF1-6125-980C21ABF35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62337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450F2FA3-74EE-E87C-E258-BCCCA09743B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13651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2" name="Picture Placeholder 24">
            <a:extLst>
              <a:ext uri="{FF2B5EF4-FFF2-40B4-BE49-F238E27FC236}">
                <a16:creationId xmlns:a16="http://schemas.microsoft.com/office/drawing/2014/main" id="{61A88803-6D38-BC91-AC27-1E0D686194B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35937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1" name="Picture Placeholder 24">
            <a:extLst>
              <a:ext uri="{FF2B5EF4-FFF2-40B4-BE49-F238E27FC236}">
                <a16:creationId xmlns:a16="http://schemas.microsoft.com/office/drawing/2014/main" id="{35AEE275-FE36-1675-236F-727297EC7C4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916280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5" name="Picture Placeholder 24">
            <a:extLst>
              <a:ext uri="{FF2B5EF4-FFF2-40B4-BE49-F238E27FC236}">
                <a16:creationId xmlns:a16="http://schemas.microsoft.com/office/drawing/2014/main" id="{F3413C32-BBFF-3FF0-469C-67493D6D5DC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34756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244BC2B1-B371-AA13-D98C-37A949609C6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95715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936017C-3902-669B-A068-25EF6774D6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5534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E3E1C227-E1D2-4BCD-9C98-D08376F8F77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0920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419B02E6-9573-179C-766D-766491520A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35504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1DCC8D81-5484-D16C-02F1-DD33D32399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835323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AC1E1EC5-8115-9B2B-BEF5-E8326036B7C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860709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F6BC3B0A-4D98-77BF-12A5-0D9F719B9B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02186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57" name="Text Placeholder 49">
            <a:extLst>
              <a:ext uri="{FF2B5EF4-FFF2-40B4-BE49-F238E27FC236}">
                <a16:creationId xmlns:a16="http://schemas.microsoft.com/office/drawing/2014/main" id="{7894574A-6D3C-F724-8320-C28DF9F418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02005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95CE8B15-721F-9A95-00C6-EDF36947AE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27391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0A92781-D872-6118-76A2-79693C6BE4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95762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23A03870-B457-A5B3-E02A-70EB405CF1F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95581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50FEF754-18E5-8964-AEEC-DB3CA493AE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620967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62" name="Text Placeholder 47">
            <a:extLst>
              <a:ext uri="{FF2B5EF4-FFF2-40B4-BE49-F238E27FC236}">
                <a16:creationId xmlns:a16="http://schemas.microsoft.com/office/drawing/2014/main" id="{A567219A-814D-7BF2-149F-01B6EE7BCB9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868315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63" name="Text Placeholder 49">
            <a:extLst>
              <a:ext uri="{FF2B5EF4-FFF2-40B4-BE49-F238E27FC236}">
                <a16:creationId xmlns:a16="http://schemas.microsoft.com/office/drawing/2014/main" id="{2ABED6A7-86E9-262F-2D6A-05B98734957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868134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64" name="Text Placeholder 51">
            <a:extLst>
              <a:ext uri="{FF2B5EF4-FFF2-40B4-BE49-F238E27FC236}">
                <a16:creationId xmlns:a16="http://schemas.microsoft.com/office/drawing/2014/main" id="{6E1D94CB-CBE4-D91B-E406-3C0004637CA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893520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36066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green gradient background&#10;&#10;Description automatically generated">
            <a:extLst>
              <a:ext uri="{FF2B5EF4-FFF2-40B4-BE49-F238E27FC236}">
                <a16:creationId xmlns:a16="http://schemas.microsoft.com/office/drawing/2014/main" id="{91FDE543-C56A-3818-75DC-AAE4F7483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160CA8A-66B2-D4BD-A54B-BA9414D2C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6661943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Dar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85B1A7-5EA9-EDD3-CE72-1429DB45FB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53ABB7F-18CD-FD4F-EE6C-BA74AD81A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925300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Dar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94E0B1-74A1-CA51-B80C-BF0C07C095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1F3A47B-827A-D857-FBFD-C677B28161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995083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B3144B-C870-3DD7-E33D-242E5382BA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DB22D5D-1A11-25BD-BA20-6BE7975594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rgbClr val="002060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4107596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L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0BCD14-5DC4-CB92-BDA4-1260D7E507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2ED927-9A7D-E656-F486-B82DB68D4D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rgbClr val="002060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6871489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4B3B3-230B-6CB2-B836-A5132C86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88" y="1648925"/>
            <a:ext cx="11202987" cy="4520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D83A8-9E79-2C61-4D66-EF146674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12" y="342900"/>
            <a:ext cx="11202987" cy="68262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A504D58-0E95-843B-D693-959DB54CB7A1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257AF4E-7F6C-A299-976A-94085C2A8141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D8FB353-437C-2B7B-DFDE-CE8A6363B8AE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9" name="Graphic 3">
            <a:extLst>
              <a:ext uri="{FF2B5EF4-FFF2-40B4-BE49-F238E27FC236}">
                <a16:creationId xmlns:a16="http://schemas.microsoft.com/office/drawing/2014/main" id="{1DE30424-A7F4-A37E-AE22-60C87AABAF43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E05DC2-416D-7306-6C9D-7A9997D22276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77DC64F-CEF2-BE51-36B6-3D8B18B59908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E666D85-2B83-A208-1984-822752DC03E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F2CDD2A-E465-884F-B364-3ACADC374B4B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95A2F16-FFE4-E72C-CC7A-9827629F803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5334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311" r:id="rId2"/>
    <p:sldLayoutId id="2147484359" r:id="rId3"/>
    <p:sldLayoutId id="2147484360" r:id="rId4"/>
    <p:sldLayoutId id="2147484328" r:id="rId5"/>
    <p:sldLayoutId id="2147484312" r:id="rId6"/>
    <p:sldLayoutId id="2147484379" r:id="rId7"/>
    <p:sldLayoutId id="2147484389" r:id="rId8"/>
    <p:sldLayoutId id="2147484362" r:id="rId9"/>
    <p:sldLayoutId id="2147484383" r:id="rId10"/>
    <p:sldLayoutId id="2147484307" r:id="rId11"/>
    <p:sldLayoutId id="2147484363" r:id="rId12"/>
    <p:sldLayoutId id="2147484364" r:id="rId13"/>
    <p:sldLayoutId id="2147484365" r:id="rId14"/>
    <p:sldLayoutId id="2147484366" r:id="rId15"/>
    <p:sldLayoutId id="2147484367" r:id="rId16"/>
    <p:sldLayoutId id="2147484368" r:id="rId17"/>
    <p:sldLayoutId id="2147484369" r:id="rId18"/>
    <p:sldLayoutId id="2147484303" r:id="rId19"/>
    <p:sldLayoutId id="2147484377" r:id="rId20"/>
    <p:sldLayoutId id="2147484381" r:id="rId21"/>
    <p:sldLayoutId id="2147484382" r:id="rId22"/>
    <p:sldLayoutId id="2147484370" r:id="rId23"/>
    <p:sldLayoutId id="2147484371" r:id="rId24"/>
    <p:sldLayoutId id="2147484284" r:id="rId25"/>
    <p:sldLayoutId id="2147484387" r:id="rId26"/>
    <p:sldLayoutId id="2147484351" r:id="rId27"/>
    <p:sldLayoutId id="2147484350" r:id="rId28"/>
    <p:sldLayoutId id="2147484331" r:id="rId29"/>
    <p:sldLayoutId id="2147484332" r:id="rId30"/>
    <p:sldLayoutId id="2147484333" r:id="rId31"/>
    <p:sldLayoutId id="2147484334" r:id="rId32"/>
    <p:sldLayoutId id="2147484295" r:id="rId33"/>
    <p:sldLayoutId id="2147484375" r:id="rId34"/>
    <p:sldLayoutId id="2147484376" r:id="rId35"/>
    <p:sldLayoutId id="2147484385" r:id="rId36"/>
    <p:sldLayoutId id="2147484344" r:id="rId37"/>
    <p:sldLayoutId id="2147484319" r:id="rId38"/>
    <p:sldLayoutId id="2147484320" r:id="rId39"/>
    <p:sldLayoutId id="2147484321" r:id="rId40"/>
    <p:sldLayoutId id="2147484323" r:id="rId41"/>
    <p:sldLayoutId id="2147484324" r:id="rId42"/>
    <p:sldLayoutId id="2147484289" r:id="rId43"/>
    <p:sldLayoutId id="2147484372" r:id="rId44"/>
    <p:sldLayoutId id="2147484373" r:id="rId45"/>
    <p:sldLayoutId id="2147484380" r:id="rId46"/>
    <p:sldLayoutId id="2147484374" r:id="rId4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rgbClr val="0E0D72"/>
          </a:solidFill>
          <a:latin typeface="ES Build" pitchFamily="2" charset="77"/>
          <a:ea typeface="ES Build" pitchFamily="2" charset="77"/>
          <a:cs typeface="+mj-cs"/>
        </a:defRPr>
      </a:lvl1pPr>
    </p:titleStyle>
    <p:bodyStyle>
      <a:lvl1pPr marL="0" indent="0" algn="l" defTabSz="914400" rtl="0" eaLnBrk="1" latinLnBrk="0" hangingPunct="1">
        <a:lnSpc>
          <a:spcPct val="96000"/>
        </a:lnSpc>
        <a:spcBef>
          <a:spcPts val="1200"/>
        </a:spcBef>
        <a:spcAft>
          <a:spcPts val="600"/>
        </a:spcAft>
        <a:buClrTx/>
        <a:buFont typeface="Calibri" panose="020F0502020204030204" pitchFamily="34" charset="0"/>
        <a:buNone/>
        <a:tabLst/>
        <a:defRPr sz="20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1pPr>
      <a:lvl2pPr marL="173736" indent="-173736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ClrTx/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2pPr>
      <a:lvl3pPr marL="342900" indent="-171450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ClrTx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3pPr>
      <a:lvl4pPr marL="576072" indent="-173736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ClrTx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4pPr>
      <a:lvl5pPr marL="731520" indent="-173736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5pPr>
      <a:lvl6pPr marL="11113" indent="0" algn="l" defTabSz="914400" rtl="0" eaLnBrk="1" latinLnBrk="0" hangingPunct="1">
        <a:lnSpc>
          <a:spcPct val="96000"/>
        </a:lnSpc>
        <a:spcBef>
          <a:spcPts val="600"/>
        </a:spcBef>
        <a:spcAft>
          <a:spcPts val="300"/>
        </a:spcAft>
        <a:buFont typeface="System Font Regular"/>
        <a:buNone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6pPr>
      <a:lvl7pPr marL="11113" indent="0" algn="l" defTabSz="914400" rtl="0" eaLnBrk="1" latinLnBrk="0" hangingPunct="1">
        <a:lnSpc>
          <a:spcPct val="96000"/>
        </a:lnSpc>
        <a:spcBef>
          <a:spcPts val="600"/>
        </a:spcBef>
        <a:spcAft>
          <a:spcPts val="300"/>
        </a:spcAft>
        <a:buFont typeface="System Font Regular"/>
        <a:buNone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7pPr>
      <a:lvl8pPr marL="0" indent="0" algn="l" defTabSz="914400" rtl="0" eaLnBrk="1" latinLnBrk="0" hangingPunct="1">
        <a:lnSpc>
          <a:spcPct val="84000"/>
        </a:lnSpc>
        <a:spcBef>
          <a:spcPts val="300"/>
        </a:spcBef>
        <a:buFont typeface="System Font Regular"/>
        <a:buNone/>
        <a:tabLst/>
        <a:defRPr sz="5500" b="0" i="0" kern="1200" spc="-150" baseline="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8pPr>
      <a:lvl9pPr marL="11113" indent="0" algn="l" defTabSz="914400" rtl="0" eaLnBrk="1" latinLnBrk="0" hangingPunct="1">
        <a:lnSpc>
          <a:spcPct val="84000"/>
        </a:lnSpc>
        <a:spcBef>
          <a:spcPts val="0"/>
        </a:spcBef>
        <a:buFont typeface="System Font Regular"/>
        <a:buNone/>
        <a:tabLst/>
        <a:defRPr sz="11000" b="0" i="0" kern="1200" spc="-3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2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79" userDrawn="1">
          <p15:clr>
            <a:srgbClr val="F26B43"/>
          </p15:clr>
        </p15:guide>
        <p15:guide id="4" orient="horz" pos="1078" userDrawn="1">
          <p15:clr>
            <a:srgbClr val="F26B43"/>
          </p15:clr>
        </p15:guide>
        <p15:guide id="5" orient="horz" pos="646" userDrawn="1">
          <p15:clr>
            <a:srgbClr val="F26B43"/>
          </p15:clr>
        </p15:guide>
        <p15:guide id="6" orient="horz" pos="430" userDrawn="1">
          <p15:clr>
            <a:srgbClr val="F26B43"/>
          </p15:clr>
        </p15:guide>
        <p15:guide id="7" orient="horz" pos="214" userDrawn="1">
          <p15:clr>
            <a:srgbClr val="F26B43"/>
          </p15:clr>
        </p15:guide>
        <p15:guide id="8" orient="horz" pos="1942" userDrawn="1">
          <p15:clr>
            <a:srgbClr val="F26B43"/>
          </p15:clr>
        </p15:guide>
        <p15:guide id="9" orient="horz" pos="2158" userDrawn="1">
          <p15:clr>
            <a:srgbClr val="F26B43"/>
          </p15:clr>
        </p15:guide>
        <p15:guide id="10" orient="horz" pos="1726" userDrawn="1">
          <p15:clr>
            <a:srgbClr val="F26B43"/>
          </p15:clr>
        </p15:guide>
        <p15:guide id="11" orient="horz" pos="1510" userDrawn="1">
          <p15:clr>
            <a:srgbClr val="F26B43"/>
          </p15:clr>
        </p15:guide>
        <p15:guide id="12" orient="horz" pos="3022" userDrawn="1">
          <p15:clr>
            <a:srgbClr val="F26B43"/>
          </p15:clr>
        </p15:guide>
        <p15:guide id="13" orient="horz" pos="3238" userDrawn="1">
          <p15:clr>
            <a:srgbClr val="F26B43"/>
          </p15:clr>
        </p15:guide>
        <p15:guide id="14" orient="horz" pos="2806" userDrawn="1">
          <p15:clr>
            <a:srgbClr val="F26B43"/>
          </p15:clr>
        </p15:guide>
        <p15:guide id="15" orient="horz" pos="2590" userDrawn="1">
          <p15:clr>
            <a:srgbClr val="F26B43"/>
          </p15:clr>
        </p15:guide>
        <p15:guide id="16" orient="horz" pos="2374" userDrawn="1">
          <p15:clr>
            <a:srgbClr val="F26B43"/>
          </p15:clr>
        </p15:guide>
        <p15:guide id="17" orient="horz" pos="4102" userDrawn="1">
          <p15:clr>
            <a:srgbClr val="F26B43"/>
          </p15:clr>
        </p15:guide>
        <p15:guide id="18" orient="horz" pos="4318" userDrawn="1">
          <p15:clr>
            <a:srgbClr val="F26B43"/>
          </p15:clr>
        </p15:guide>
        <p15:guide id="19" orient="horz" pos="3886" userDrawn="1">
          <p15:clr>
            <a:srgbClr val="F26B43"/>
          </p15:clr>
        </p15:guide>
        <p15:guide id="20" orient="horz" pos="3670" userDrawn="1">
          <p15:clr>
            <a:srgbClr val="F26B43"/>
          </p15:clr>
        </p15:guide>
        <p15:guide id="21" orient="horz" pos="3454" userDrawn="1">
          <p15:clr>
            <a:srgbClr val="F26B43"/>
          </p15:clr>
        </p15:guide>
        <p15:guide id="22" orient="horz" pos="286" userDrawn="1">
          <p15:clr>
            <a:srgbClr val="F26B43"/>
          </p15:clr>
        </p15:guide>
        <p15:guide id="23" orient="horz" pos="4030" userDrawn="1">
          <p15:clr>
            <a:srgbClr val="F26B43"/>
          </p15:clr>
        </p15:guide>
        <p15:guide id="24" pos="6919" userDrawn="1">
          <p15:clr>
            <a:srgbClr val="F26B43"/>
          </p15:clr>
        </p15:guide>
        <p15:guide id="25" pos="7368" userDrawn="1">
          <p15:clr>
            <a:srgbClr val="F26B43"/>
          </p15:clr>
        </p15:guide>
        <p15:guide id="26" pos="311" userDrawn="1">
          <p15:clr>
            <a:srgbClr val="F26B43"/>
          </p15:clr>
        </p15:guide>
        <p15:guide id="27" pos="760" userDrawn="1">
          <p15:clr>
            <a:srgbClr val="F26B43"/>
          </p15:clr>
        </p15:guide>
        <p15:guide id="28" pos="911" userDrawn="1">
          <p15:clr>
            <a:srgbClr val="F26B43"/>
          </p15:clr>
        </p15:guide>
        <p15:guide id="29" pos="1361" userDrawn="1">
          <p15:clr>
            <a:srgbClr val="F26B43"/>
          </p15:clr>
        </p15:guide>
        <p15:guide id="30" pos="1512" userDrawn="1">
          <p15:clr>
            <a:srgbClr val="F26B43"/>
          </p15:clr>
        </p15:guide>
        <p15:guide id="31" pos="1961" userDrawn="1">
          <p15:clr>
            <a:srgbClr val="F26B43"/>
          </p15:clr>
        </p15:guide>
        <p15:guide id="32" pos="2113" userDrawn="1">
          <p15:clr>
            <a:srgbClr val="F26B43"/>
          </p15:clr>
        </p15:guide>
        <p15:guide id="33" pos="2562" userDrawn="1">
          <p15:clr>
            <a:srgbClr val="F26B43"/>
          </p15:clr>
        </p15:guide>
        <p15:guide id="34" pos="2714" userDrawn="1">
          <p15:clr>
            <a:srgbClr val="F26B43"/>
          </p15:clr>
        </p15:guide>
        <p15:guide id="35" pos="3163" userDrawn="1">
          <p15:clr>
            <a:srgbClr val="F26B43"/>
          </p15:clr>
        </p15:guide>
        <p15:guide id="36" pos="3314" userDrawn="1">
          <p15:clr>
            <a:srgbClr val="F26B43"/>
          </p15:clr>
        </p15:guide>
        <p15:guide id="37" pos="3764" userDrawn="1">
          <p15:clr>
            <a:srgbClr val="F26B43"/>
          </p15:clr>
        </p15:guide>
        <p15:guide id="38" pos="3915" userDrawn="1">
          <p15:clr>
            <a:srgbClr val="F26B43"/>
          </p15:clr>
        </p15:guide>
        <p15:guide id="39" pos="4365" userDrawn="1">
          <p15:clr>
            <a:srgbClr val="F26B43"/>
          </p15:clr>
        </p15:guide>
        <p15:guide id="40" pos="4516" userDrawn="1">
          <p15:clr>
            <a:srgbClr val="F26B43"/>
          </p15:clr>
        </p15:guide>
        <p15:guide id="41" pos="4965" userDrawn="1">
          <p15:clr>
            <a:srgbClr val="F26B43"/>
          </p15:clr>
        </p15:guide>
        <p15:guide id="42" pos="5117" userDrawn="1">
          <p15:clr>
            <a:srgbClr val="F26B43"/>
          </p15:clr>
        </p15:guide>
        <p15:guide id="43" pos="5566" userDrawn="1">
          <p15:clr>
            <a:srgbClr val="F26B43"/>
          </p15:clr>
        </p15:guide>
        <p15:guide id="44" pos="5718" userDrawn="1">
          <p15:clr>
            <a:srgbClr val="F26B43"/>
          </p15:clr>
        </p15:guide>
        <p15:guide id="45" pos="6167" userDrawn="1">
          <p15:clr>
            <a:srgbClr val="F26B43"/>
          </p15:clr>
        </p15:guide>
        <p15:guide id="46" pos="6318" userDrawn="1">
          <p15:clr>
            <a:srgbClr val="F26B43"/>
          </p15:clr>
        </p15:guide>
        <p15:guide id="47" pos="6768" userDrawn="1">
          <p15:clr>
            <a:srgbClr val="F26B43"/>
          </p15:clr>
        </p15:guide>
        <p15:guide id="48" orient="horz" pos="1" userDrawn="1">
          <p15:clr>
            <a:srgbClr val="F26B43"/>
          </p15:clr>
        </p15:guide>
        <p15:guide id="49" pos="7144" userDrawn="1">
          <p15:clr>
            <a:srgbClr val="F26B43"/>
          </p15:clr>
        </p15:guide>
        <p15:guide id="50" pos="535" userDrawn="1">
          <p15:clr>
            <a:srgbClr val="F26B43"/>
          </p15:clr>
        </p15:guide>
        <p15:guide id="51" pos="1136" userDrawn="1">
          <p15:clr>
            <a:srgbClr val="F26B43"/>
          </p15:clr>
        </p15:guide>
        <p15:guide id="52" pos="1737" userDrawn="1">
          <p15:clr>
            <a:srgbClr val="F26B43"/>
          </p15:clr>
        </p15:guide>
        <p15:guide id="53" pos="2338" userDrawn="1">
          <p15:clr>
            <a:srgbClr val="F26B43"/>
          </p15:clr>
        </p15:guide>
        <p15:guide id="54" pos="2938" userDrawn="1">
          <p15:clr>
            <a:srgbClr val="F26B43"/>
          </p15:clr>
        </p15:guide>
        <p15:guide id="55" pos="3539" userDrawn="1">
          <p15:clr>
            <a:srgbClr val="F26B43"/>
          </p15:clr>
        </p15:guide>
        <p15:guide id="56" pos="4140" userDrawn="1">
          <p15:clr>
            <a:srgbClr val="F26B43"/>
          </p15:clr>
        </p15:guide>
        <p15:guide id="57" pos="4741" userDrawn="1">
          <p15:clr>
            <a:srgbClr val="F26B43"/>
          </p15:clr>
        </p15:guide>
        <p15:guide id="58" pos="5341" userDrawn="1">
          <p15:clr>
            <a:srgbClr val="F26B43"/>
          </p15:clr>
        </p15:guide>
        <p15:guide id="59" pos="5942" userDrawn="1">
          <p15:clr>
            <a:srgbClr val="F26B43"/>
          </p15:clr>
        </p15:guide>
        <p15:guide id="60" pos="6543" userDrawn="1">
          <p15:clr>
            <a:srgbClr val="F26B43"/>
          </p15:clr>
        </p15:guide>
        <p15:guide id="61" orient="horz" pos="1294" userDrawn="1">
          <p15:clr>
            <a:srgbClr val="F26B43"/>
          </p15:clr>
        </p15:guide>
        <p15:guide id="62" pos="767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6.png"/><Relationship Id="rId3" Type="http://schemas.openxmlformats.org/officeDocument/2006/relationships/image" Target="../media/icon_database_200.svg"/>
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con_checkbox_201.svg"/>
<Relationship Id="rId7" Type="http://schemas.openxmlformats.org/officeDocument/2006/relationships/image" Target="../media/icon_loop_202.svg"/>
<Relationship Id="rId8" Type="http://schemas.openxmlformats.org/officeDocument/2006/relationships/image" Target="../media/icon_lock_203.svg"/>
<Relationship Id="rId9" Type="http://schemas.openxmlformats.org/officeDocument/2006/relationships/image" Target="../media/icon_cloud_204.svg"/>
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con_shield_205.svg"/>
<Relationship Id="rId6" Type="http://schemas.openxmlformats.org/officeDocument/2006/relationships/image" Target="../media/icon_time_206.svg"/>
<Relationship Id="rId7" Type="http://schemas.openxmlformats.org/officeDocument/2006/relationships/image" Target="../media/icon_close_circle_207.svg"/>
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4.png"/><Relationship Id="rId3" Type="http://schemas.openxmlformats.org/officeDocument/2006/relationships/image" Target="../media/icon_error_warning_208.svg"/>
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089" y="1543050"/>
            <a:ext cx="10058400" cy="2581259"/>
          </a:xfrm>
        </p:spPr>
        <p:txBody>
          <a:bodyPr/>
          <a:lstStyle/>
          <a:p>
            <a:pPr algn="l"/>
            <a:r>
              <a:rPr b="1" sz="3600">
                <a:solidFill>
                  <a:srgbClr val="FFFFFF"/>
                </a:solidFill>
                <a:latin typeface="ES Build Neutral"/>
              </a:rPr>
              <a:t>APACHE CASSANDRA WITH CASS-OPERATOR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089" y="4186763"/>
            <a:ext cx="10058400" cy="685800"/>
          </a:xfrm>
        </p:spPr>
        <p:txBody>
          <a:bodyPr wrap="square"/>
          <a:lstStyle/>
          <a:p>
            <a:pPr algn="l"/>
            <a:r>
              <a:rPr sz="2000">
                <a:solidFill>
                  <a:srgbClr val="FFFFFF"/>
                </a:solidFill>
                <a:latin typeface="ES Build Neutral"/>
              </a:rPr>
              <a:t>Kasten snapshots every node; the blueprint flushes before and repairs after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workload and the pattern</a:t>
            </a:r>
          </a:p>
          <a:p>
            <a:r>
              <a:t>What the backup protects, and what it does not</a:t>
            </a:r>
          </a:p>
          <a:p>
            <a:r>
              <a:t>Three Kasten behaviours that shaped the design</a:t>
            </a:r>
          </a:p>
          <a:p>
            <a:r>
              <a:t>Blueprint actions and the restore</a:t>
            </a:r>
          </a:p>
          <a:p>
            <a:r>
              <a:t>Proof under heavy 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6128" y="777240"/>
            <a:ext cx="1005840" cy="1005840"/>
          </a:xfrm>
          <a:prstGeom prst="roundRect">
            <a:avLst>
              <a:gd name="adj" fmla="val 25207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7412" y="998524"/>
            <a:ext cx="563270" cy="563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1488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ES Build Neutral"/>
              </a:rPr>
              <a:t>CASSANDRA ALREADY SURVIVES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6000">
                <a:gradFill>
                  <a:gsLst>
                    <a:gs pos="4000">
                      <a:srgbClr val="4AFF9C"/>
                    </a:gs>
                    <a:gs pos="80000">
                      <a:srgbClr val="67FFFE"/>
                    </a:gs>
                  </a:gsLst>
                  <a:lin ang="0" scaled="0"/>
                </a:gradFill>
                <a:effectLst>
                  <a:outerShdw blurRad="190500" dist="0" dir="0" sx="102000" sy="102000" algn="ctr" rotWithShape="0">
                    <a:srgbClr val="4AFF9C">
                      <a:alpha val="40000"/>
                    </a:srgbClr>
                  </a:outerShdw>
                </a:effectLst>
                <a:latin typeface="ES Build Neutral"/>
              </a:rPr>
              <a:t>A CRASH ON EACH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160520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ES Build Neutral"/>
              </a:rPr>
              <a:t>Every write goes to the commit log before it changes the in-memory table. A node that starts</a:t>
            </a:r>
          </a:p>
          <a:p>
            <a:pPr algn="ctr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ES Build Neutral"/>
              </a:rPr>
              <a:t>from a crash-consistent volume replays that log. So a CSI snapshot is restorable without any dump.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4264" y="52578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Commit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0184" y="52578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Memtable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6104" y="52578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SSTables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PATTERN 2 — QUIESCE, IN THE LIGHT FORM CASSANDRA ALLOWS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Kasten is the data mover; the blueprint never copies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1647" y="1572768"/>
            <a:ext cx="2524132" cy="2286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6239" y="1755648"/>
            <a:ext cx="457200" cy="457200"/>
          </a:xfrm>
          <a:prstGeom prst="roundRect">
            <a:avLst>
              <a:gd name="adj" fmla="val 21716"/>
            </a:avLst>
          </a:prstGeom>
          <a:gradFill>
            <a:gsLst>
              <a:gs pos="0">
                <a:srgbClr val="00FF47"/>
              </a:gs>
              <a:gs pos="100000">
                <a:srgbClr val="01B0FE"/>
              </a:gs>
            </a:gsLst>
            <a:lin ang="2700000" scaled="0"/>
          </a:gradFill>
          <a:ln>
            <a:noFill/>
          </a:ln>
          <a:effectLst>
            <a:outerShdw blurRad="190500" dist="0" dir="0" sx="102000" sy="102000" algn="ctr" rotWithShape="0">
              <a:srgbClr val="5AE88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823" y="1856231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6239" y="2350008"/>
            <a:ext cx="21949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ES Build Neutral"/>
              </a:rPr>
              <a:t>DATACENTER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239" y="2779776"/>
            <a:ext cx="21949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The operator reports the datacenter Ready and not stopped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59788" y="2615184"/>
            <a:ext cx="256031" cy="201168"/>
          </a:xfrm>
          <a:prstGeom prst="rightArrow">
            <a:avLst/>
          </a:prstGeom>
          <a:solidFill>
            <a:srgbClr val="01B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79828" y="1572768"/>
            <a:ext cx="2524132" cy="2286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4420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5004" y="1856231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44420" y="2350008"/>
            <a:ext cx="21949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ES Build Neutral"/>
              </a:rPr>
              <a:t>FLUSH EVERY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4420" y="2779776"/>
            <a:ext cx="21949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nodetool flush writes memtables out as SSTables, which are never modified again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968" y="2615184"/>
            <a:ext cx="256031" cy="201168"/>
          </a:xfrm>
          <a:prstGeom prst="rightArrow">
            <a:avLst/>
          </a:prstGeom>
          <a:solidFill>
            <a:srgbClr val="01B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8008" y="1572768"/>
            <a:ext cx="2524132" cy="2286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2600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184" y="1856231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52600" y="2350008"/>
            <a:ext cx="21949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ES Build Neutral"/>
              </a:rPr>
              <a:t>SYNC — 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600" y="2779776"/>
            <a:ext cx="21949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The SSTables are on disk, not in the page cache, when the snapshot is cut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76149" y="2615184"/>
            <a:ext cx="256031" cy="201168"/>
          </a:xfrm>
          <a:prstGeom prst="rightArrow">
            <a:avLst/>
          </a:prstGeom>
          <a:solidFill>
            <a:srgbClr val="01B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96189" y="1572768"/>
            <a:ext cx="2524132" cy="2286000"/>
          </a:xfrm>
          <a:prstGeom prst="roundRect">
            <a:avLst>
              <a:gd name="adj" fmla="val 4667"/>
            </a:avLst>
          </a:prstGeom>
          <a:solidFill>
            <a:srgbClr val="EAF9FF"/>
          </a:solidFill>
          <a:ln w="12700">
            <a:solidFill>
              <a:srgbClr val="99DFFF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60781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365" y="1856231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60781" y="2350008"/>
            <a:ext cx="21949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ES Build Neutral"/>
              </a:rPr>
              <a:t>KASTEN SNAPSHOTS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0781" y="2779776"/>
            <a:ext cx="21949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One CSI snapshot per node PVC; traffic never stops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647" y="4133087"/>
            <a:ext cx="11248674" cy="2150303"/>
          </a:xfrm>
          <a:prstGeom prst="roundRect">
            <a:avLst>
              <a:gd name="adj" fmla="val 4667"/>
            </a:avLst>
          </a:prstGeom>
          <a:solidFill>
            <a:srgbClr val="F2F3F2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679" y="4334255"/>
            <a:ext cx="10736610" cy="1766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  <a:spcAft>
                <a:spcPts val="400"/>
              </a:spcAft>
            </a:pPr>
            <a:r>
              <a:rPr sz="1300" b="0">
                <a:solidFill>
                  <a:srgbClr val="1D1F2A"/>
                </a:solidFill>
                <a:latin typeface="ES Build Neutral"/>
              </a:rPr>
              <a:t>nodetool drain would stop writes too — but the node then refuses writes until the pod restarts. That is an outage, not a quiesce.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WHAT THE BACKUP PROTECTS, AND WHAT IT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Crash-consistent per node, eventually consistent across nodes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1647" y="1572768"/>
            <a:ext cx="3584966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527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111" y="1856231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1455" y="1783080"/>
            <a:ext cx="26522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PROTECTED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527" y="2350008"/>
            <a:ext cx="321920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Every write acknowledged at QUORUM before the backup started. It was on at least 2 of 3 nodes when they were flushed, so it is in the snapshots.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501" y="1572768"/>
            <a:ext cx="3584966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6381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6965" y="1856231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3309" y="1783080"/>
            <a:ext cx="26522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BEST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381" y="2350008"/>
            <a:ext cx="321920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Writes acknowledged while the nodes are snapshotted. Kasten does not cut every volume at the same instant; the restore repair makes replicas agree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5355" y="1572768"/>
            <a:ext cx="3584966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8235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FFE8D3"/>
          </a:solidFill>
          <a:ln>
            <a:noFill/>
          </a:ln>
          <a:effectLst>
            <a:outerShdw blurRad="190500" dist="0" dir="0" sx="102000" sy="102000" algn="ctr" rotWithShape="0">
              <a:srgbClr val="FEB97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8819" y="1856231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85163" y="1783080"/>
            <a:ext cx="26522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NOT PROVIDED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235" y="2350008"/>
            <a:ext cx="321920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One point in time across the whole cluster, or restore of a single keyspace or table. The unit of restore is the datacenter.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THREE KASTEN BEHAVIOURS THAT SHAPED THE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Each made a backup or a restore fail during development — two of them silently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1647" y="1572768"/>
          <a:ext cx="11247120" cy="3657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926080"/>
                <a:gridCol w="512064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BEHAVIOUR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WHAT HAPPENS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SO THE BLUEPRINT…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ES Build Neutral"/>
                          <a:solidFill>
                            <a:srgbClr val="00703C"/>
                          </a:solidFill>
                        </a:rPr>
                        <a:t>A built-in blueprint for every CassandraDatacenter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ES Build Neutral"/>
                          <a:solidFill>
                            <a:srgbClr val="1D1F2A"/>
                          </a:solidFill>
                        </a:rPr>
                        <a:t>It creates a MedusaBackupJob, so it assumes K8ssandra with Medusa. With plain cass-operator every backup fails.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ES Build Neutral"/>
                          <a:solidFill>
                            <a:srgbClr val="1D1F2A"/>
                          </a:solidFill>
                        </a:rPr>
                        <a:t>Binds its own blueprint to the CR, which replaces the built-in one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ES Build Neutral"/>
                          <a:solidFill>
                            <a:srgbClr val="00703C"/>
                          </a:solidFill>
                        </a:rPr>
                        <a:t>Only the topmost owner's blueprint runs — found from a workload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ES Build Neutral"/>
                          <a:solidFill>
                            <a:srgbClr val="1D1F2A"/>
                          </a:solidFill>
                        </a:rPr>
                        <a:t>A blueprint on the StatefulSets never runs. Exclude the StatefulSets from the backup and no hook runs at all: nothing is flushed, the backup still succeeds.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ES Build Neutral"/>
                          <a:solidFill>
                            <a:srgbClr val="1D1F2A"/>
                          </a:solidFill>
                        </a:rPr>
                        <a:t>Lives on the CR; the policy keeps the StatefulSets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ES Build Neutral"/>
                          <a:solidFill>
                            <a:srgbClr val="00703C"/>
                          </a:solidFill>
                        </a:rPr>
                        <a:t>Workloads are restored before custom resources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ES Build Neutral"/>
                          <a:solidFill>
                            <a:srgbClr val="1D1F2A"/>
                          </a:solidFill>
                        </a:rPr>
                        <a:t>Pods wait for the operator, the operator waits for the CR, Kasten waits for the pods: the restore stops at about 94%.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ES Build Neutral"/>
                          <a:solidFill>
                            <a:srgbClr val="1D1F2A"/>
                          </a:solidFill>
                        </a:rPr>
                        <a:t>Restore excludes the StatefulSets; the operator recreates them</a:t>
                      </a:r>
                    </a:p>
                  </a:txBody>
                  <a:tcPr anchor="ctr" marL="91440" marR="9144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BLUEPRINT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Bound to the CassandraDatacenter; runs once per datacenter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1647" y="1572768"/>
          <a:ext cx="11247120" cy="3017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37744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backupPrehook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Waits for the datacenter to be Ready. Lists the datacenter's PVCs — the ones Kasten snapshots — and the running pods that mount them; a PVC with no running pod fails the backup. Runs nodetool flush, then sync, on every node in parallel.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restorePosthook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Waits for the datacenter to be Ready, checks every node is Up/Normal, then runs nodetool repair --full -pr on each node in turn: -pr repairs each token range exactly once across the ring.</a:t>
                      </a:r>
                    </a:p>
                  </a:txBody>
                  <a:tcPr anchor="ctr" marL="91440" marR="9144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spc="200">
                <a:solidFill>
                  <a:srgbClr val="4AFF9C"/>
                </a:solidFill>
                <a:latin typeface="ES Build Neutral"/>
              </a:rPr>
              <a:t>WHAT A RESTORE INVOLVES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ES Build Neutral"/>
              </a:rPr>
              <a:t>ONE MANUAL STEP, ONE 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439537" cy="4114800"/>
          </a:xfrm>
          <a:prstGeom prst="roundRect">
            <a:avLst>
              <a:gd name="adj" fmla="val 4667"/>
            </a:avLst>
          </a:prstGeom>
          <a:solidFill>
            <a:srgbClr val="FFFFFF">
              <a:alpha val="6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4AFF9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10512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4AFF9C"/>
                </a:solidFill>
                <a:latin typeface="ES Build Neutr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8488" y="1874519"/>
            <a:ext cx="415937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ES Build Neutral"/>
              </a:rPr>
              <a:t>DELETE THE DATACENTER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286000"/>
            <a:ext cx="415937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FF9C"/>
                </a:solidFill>
                <a:latin typeface="ES Build Neutral"/>
              </a:rPr>
              <a:t>The one manual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88920"/>
            <a:ext cx="489089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ES Build Neutral"/>
              </a:rPr>
              <a:t>The operator deletes its pods and PVCs. Kasten then restores the PVCs, the superuser Secret and the CR into a clean namespace. Nodes keep their identity from the volume, even though every pod gets a new 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0785" y="1600200"/>
            <a:ext cx="5439537" cy="4114800"/>
          </a:xfrm>
          <a:prstGeom prst="roundRect">
            <a:avLst>
              <a:gd name="adj" fmla="val 4667"/>
            </a:avLst>
          </a:prstGeom>
          <a:solidFill>
            <a:srgbClr val="FFFFFF">
              <a:alpha val="6000"/>
            </a:srgbClr>
          </a:solidFill>
          <a:ln>
            <a:gradFill>
              <a:gsLst>
                <a:gs pos="0">
                  <a:srgbClr val="FFD839"/>
                </a:gs>
                <a:gs pos="100000">
                  <a:srgbClr val="ED2B3D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FFD839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5105" y="1810512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E8A25"/>
                </a:solidFill>
                <a:latin typeface="ES Build Neutr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2345" y="1874519"/>
            <a:ext cx="415937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ES Build Neutral"/>
              </a:rPr>
              <a:t>EXCLUDE THE STATEFULSETS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2345" y="2286000"/>
            <a:ext cx="415937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E8A25"/>
                </a:solidFill>
                <a:latin typeface="ES Build Neutral"/>
              </a:rPr>
              <a:t>The one restore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5105" y="2788920"/>
            <a:ext cx="489089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ES Build Neutral"/>
              </a:rPr>
              <a:t>The operator creates them from the restored CR, they bind to the restored PVCs by name, each node replays its commit log, and the posthook repairs the 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6128" y="777240"/>
            <a:ext cx="1005840" cy="1005840"/>
          </a:xfrm>
          <a:prstGeom prst="roundRect">
            <a:avLst>
              <a:gd name="adj" fmla="val 25207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FFD839"/>
                </a:gs>
                <a:gs pos="100000">
                  <a:srgbClr val="ED2B3D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FFD839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7412" y="998524"/>
            <a:ext cx="563270" cy="563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1488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ES Build Neutral"/>
              </a:rPr>
              <a:t>A NODE THAT CANNOT FLUSH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6000">
                <a:gradFill>
                  <a:gsLst>
                    <a:gs pos="4000">
                      <a:srgbClr val="FFD839"/>
                    </a:gs>
                    <a:gs pos="80000">
                      <a:srgbClr val="ED2B3D"/>
                    </a:gs>
                  </a:gsLst>
                  <a:lin ang="0" scaled="0"/>
                </a:gradFill>
                <a:effectLst>
                  <a:outerShdw blurRad="190500" dist="0" dir="0" sx="102000" sy="102000" algn="ctr" rotWithShape="0">
                    <a:srgbClr val="FFD836">
                      <a:alpha val="25000"/>
                    </a:srgbClr>
                  </a:outerShdw>
                </a:effectLst>
                <a:latin typeface="ES Build Neutral"/>
              </a:rPr>
              <a:t>FAILS THE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160520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ES Build Neutral"/>
              </a:rPr>
              <a:t>Observed, not assumed: one node ran out of heap and stopped answering. The prehook reported</a:t>
            </a:r>
          </a:p>
          <a:p>
            <a:pPr algn="ctr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ES Build Neutral"/>
              </a:rPr>
              <a:t>flush failed on at least one node, the backup failed, and no restore point was created.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4729" y="5257800"/>
            <a:ext cx="208407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FFD839"/>
                </a:gs>
                <a:gs pos="100000">
                  <a:srgbClr val="ED2B3D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FFD839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No silent partial backup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3119" y="5257800"/>
            <a:ext cx="24841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FFD839"/>
                </a:gs>
                <a:gs pos="100000">
                  <a:srgbClr val="ED2B3D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FFD839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Size the heap for the write 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PROOF UNDER HEAVY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6 load pods writing numbered, checksummed rows at QUORUM; verified at CONSISTENCY ALL after restore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1647" y="1572768"/>
          <a:ext cx="11247120" cy="2971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23360"/>
                <a:gridCol w="356616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MEASUREMENT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RUN 1 — 1 GB HEAP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RUN 3 — 2 GB HEAP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Load during the backup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fell from 39,000 to 9,000 writes/s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steady at 37,000 writes/s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Flush, slowest node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143 s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9 s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Rows acknowledged before the backup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2,184,195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2,458,025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Missing / bad checksum after restore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0 / 0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0 / 0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Export growth after a 1% change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—</a:t>
                      </a: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about 8 MiB on a 60 MiB repository</a:t>
                      </a:r>
                    </a:p>
                  </a:txBody>
                  <a:tcPr anchor="ctr" marL="91440" marR="9144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spc="200">
                <a:solidFill>
                  <a:srgbClr val="4AFF9C"/>
                </a:solidFill>
                <a:latin typeface="ES Build Neutral"/>
              </a:rPr>
              <a:t>BEFORE YOU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800">
                <a:solidFill>
                  <a:srgbClr val="FFFFFF"/>
                </a:solidFill>
                <a:latin typeface="ES Build Neutral"/>
              </a:rPr>
              <a:t>Adapt, then
</a:t>
            </a:r>
            <a:r>
              <a:rPr b="1" sz="3800">
                <a:gradFill>
                  <a:gsLst>
                    <a:gs pos="4000">
                      <a:srgbClr val="4AFF9C"/>
                    </a:gs>
                    <a:gs pos="80000">
                      <a:srgbClr val="67FFFE"/>
                    </a:gs>
                  </a:gsLst>
                  <a:lin ang="0" scaled="0"/>
                </a:gradFill>
                <a:effectLst>
                  <a:outerShdw blurRad="190500" dist="0" dir="0" sx="102000" sy="102000" algn="ctr" rotWithShape="0">
                    <a:srgbClr val="4AFF9C">
                      <a:alpha val="40000"/>
                    </a:srgbClr>
                  </a:outerShdw>
                </a:effectLst>
                <a:latin typeface="ES Build Neutral"/>
              </a:rPr>
              <a:t>re-validate.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The directory is suffixed -example on purpose: it encodes this operator version, this CR layout, this storage class and this consistency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822960"/>
            <a:ext cx="27432" cy="50292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960120"/>
            <a:ext cx="960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ES Build Neutr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01498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S Build Neutral"/>
              </a:rPr>
              <a:t>TIME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490472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Kasten stops a hook after timeout.blueprintResourceHooks minutes (default 20). The repair grows with data: raise the timeout, or repair outside Kasten.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606040"/>
            <a:ext cx="960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ES Build Neutr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66090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S Build Neutral"/>
              </a:rPr>
              <a:t>ONE DATACENTER PER 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136392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The policy captures the whole namespace. Any other PVC in it is snapshotted without a flush; the prehook warns about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251960"/>
            <a:ext cx="960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ES Build Neutr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30682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S Build Neutral"/>
              </a:rPr>
              <a:t>RAISE system_auth REPLICATION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782312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It was 1 here, so a login can fail when one node is down. Set it to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>
          <a:xfrm>
            <a:off x="579089" y="2377440"/>
            <a:ext cx="10058400" cy="1371600"/>
          </a:xfrm>
        </p:spPr>
        <p:txBody>
          <a:bodyPr wrap="square"/>
          <a:lstStyle/>
          <a:p>
            <a:pPr algn="l"/>
            <a:r>
              <a:rPr b="1" sz="4400">
                <a:solidFill>
                  <a:srgbClr val="FFFFFF"/>
                </a:solidFill>
                <a:latin typeface="ES Build Neutral"/>
              </a:rPr>
              <a:t>Flush, snapshot, repair.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089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Kasten moves the data. The blueprint makes each snapshot cheap to recover from, and makes the ring agree again after a restore.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heme/theme1.xml><?xml version="1.0" encoding="utf-8"?>
<a:theme xmlns:a="http://schemas.openxmlformats.org/drawingml/2006/main" name="Veeam">
  <a:themeElements>
    <a:clrScheme name="Custom 3">
      <a:dk1>
        <a:srgbClr val="505861"/>
      </a:dk1>
      <a:lt1>
        <a:srgbClr val="FFFFFF"/>
      </a:lt1>
      <a:dk2>
        <a:srgbClr val="ADACAF"/>
      </a:dk2>
      <a:lt2>
        <a:srgbClr val="EFEFEF"/>
      </a:lt2>
      <a:accent1>
        <a:srgbClr val="000000"/>
      </a:accent1>
      <a:accent2>
        <a:srgbClr val="00D15F"/>
      </a:accent2>
      <a:accent3>
        <a:srgbClr val="3700FF"/>
      </a:accent3>
      <a:accent4>
        <a:srgbClr val="01B0FE"/>
      </a:accent4>
      <a:accent5>
        <a:srgbClr val="FFD836"/>
      </a:accent5>
      <a:accent6>
        <a:srgbClr val="FE8A25"/>
      </a:accent6>
      <a:hlink>
        <a:srgbClr val="00D15F"/>
      </a:hlink>
      <a:folHlink>
        <a:srgbClr val="3700FF"/>
      </a:folHlink>
    </a:clrScheme>
    <a:fontScheme name="Veeam">
      <a:majorFont>
        <a:latin typeface="ES Build"/>
        <a:ea typeface=""/>
        <a:cs typeface=""/>
      </a:majorFont>
      <a:minorFont>
        <a:latin typeface="ES Build Neutr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lnSpc>
            <a:spcPct val="96000"/>
          </a:lnSpc>
          <a:defRPr dirty="0">
            <a:solidFill>
              <a:schemeClr val="bg1"/>
            </a:solidFill>
            <a:latin typeface="ES Build" pitchFamily="50" charset="0"/>
            <a:cs typeface="Microsoft Sans Serif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3"/>
          </a:solidFill>
          <a:round/>
          <a:headEnd type="none" w="med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asia">
      <a:srgbClr val="8E71F4"/>
    </a:custClr>
    <a:custClr name="Ignis">
      <a:srgbClr val="ED2B3D"/>
    </a:custClr>
    <a:custClr name="Viridis">
      <a:srgbClr val="00D15F"/>
    </a:custClr>
    <a:custClr name="Black">
      <a:srgbClr val="000000"/>
    </a:custClr>
    <a:custClr name="Dark Mineral">
      <a:srgbClr val="505861"/>
    </a:custClr>
    <a:custClr name="French Grey">
      <a:srgbClr val="ADACAF"/>
    </a:custClr>
    <a:custClr name="Sol">
      <a:srgbClr val="FFD839"/>
    </a:custClr>
    <a:custClr name="Suma">
      <a:srgbClr val="FE8A25"/>
    </a:custClr>
    <a:custClr name="Electric Azure">
      <a:srgbClr val="3700FF"/>
    </a:custClr>
    <a:custClr name="Sky">
      <a:srgbClr val="01B0FE"/>
    </a:custClr>
  </a:custClrLst>
  <a:extLst>
    <a:ext uri="{05A4C25C-085E-4340-85A3-A5531E510DB2}">
      <thm15:themeFamily xmlns:thm15="http://schemas.microsoft.com/office/thememl/2012/main" name="Veeam_Template_Build_04_02_AL" id="{CD0DBDA9-FB18-448B-8791-9E2F61EFADA7}" vid="{ECCBD8CE-2479-4303-883B-9BEEA456C8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Calibri</vt:lpstr>
      <vt:lpstr>ES Build</vt:lpstr>
      <vt:lpstr>ES Build </vt:lpstr>
      <vt:lpstr>ES Build Neutral</vt:lpstr>
      <vt:lpstr>System Font Regular</vt:lpstr>
      <vt:lpstr>Veeam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Veeam</dc:creator>
  <cp:keywords>Veeam</cp:keywords>
  <dc:description/>
  <cp:lastModifiedBy>Veeam</cp:lastModifiedBy>
  <cp:revision>1</cp:revision>
  <dcterms:created xsi:type="dcterms:W3CDTF">2023-09-11T00:36:10Z</dcterms:created>
  <dcterms:modified xsi:type="dcterms:W3CDTF">2026-07-15T11:59:21Z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0x0101005BB6FEED7F0ECC4597FA431C454F24E4</vt:lpwstr>
  </property>
  <property fmtid="{D5CDD505-2E9C-101B-9397-08002B2CF9AE}" pid="3" name="MediaServiceImageTags">
    <vt:lpwstr/>
  </property>
</Properties>
</file>