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2.svg" ContentType="image/svg+xml"/>
  <Override PartName="/ppt/media/image1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Default Extension="svg" ContentType="image/svg+xml"/>
</Types>
</file>

<file path=_rels/.rels><?xml version='1.0' encoding='UTF-8' standalone='yes'?>
<Relationships xmlns="http://schemas.openxmlformats.org/package/2006/relationships"><Relationship Id="rId2" Type="http://schemas.openxmlformats.org/officeDocument/2006/relationships/officeDocument" Target="ppt/presentation.xml"/><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4151" r:id="rId4"/>
  </p:sldMasterIdLst>
  <p:notesMasterIdLst>
    <p:notesMasterId r:id="rId5"/>
  </p:notesMasterIdLst>
  <p:handoutMasterIdLst>
    <p:handoutMasterId r:id="rId6"/>
  </p:handoutMasterIdLst>
  <p:sldIdLst>
    <p:sldId id="256" r:id="rId3"/>
    <p:sldId id="257" r:id="rId2"/>
    <p:sldId id="258" r:id="rId1"/>
    <p:sldId id="259" r:id="rId12"/>
    <p:sldId id="260" r:id="rId13"/>
    <p:sldId id="261" r:id="rId14"/>
    <p:sldId id="262" r:id="rId15"/>
    <p:sldId id="263" r:id="rId16"/>
    <p:sldId id="264" r:id="rId17"/>
    <p:sldId id="265" r:id="rId18"/>
    <p:sldId id="266" r:id="rId19"/>
  </p:sldIdLst>
  <p:sldSz cx="12192000" cy="6858000"/>
  <p:notesSz cx="6858000" cy="9144000"/>
  <p:custDataLst>
    <p:tags r:id="rId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D15F"/>
    <a:srgbClr val="0127AF"/>
    <a:srgbClr val="1AE1C0"/>
    <a:srgbClr val="0073D5"/>
    <a:srgbClr val="0059C3"/>
    <a:srgbClr val="4AFF9C"/>
    <a:srgbClr val="0E0D72"/>
    <a:srgbClr val="00D4FD"/>
    <a:srgbClr val="019DFE"/>
    <a:srgbClr val="060E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B301B821-A1FF-4177-AEE7-76D212191A09}">
  <a:tblStyle styleId="{5C22544A-7EE6-4342-B048-85BDC9FD1C3A}" styleName="Medium Style 2 - Accent 1">
    <a:wholeTbl>
      <a:tcTxStyle>
        <a:fontRef idx="minor">
          <a:srgbClr val="505861"/>
        </a:fontRef>
        <a:srgbClr val="505861"/>
      </a:tcTxStyle>
      <a:tcStyle>
        <a:tcBdr>
          <a:left>
            <a:ln w="0" cmpd="sng">
              <a:solidFill>
                <a:schemeClr val="lt1"/>
              </a:solidFill>
            </a:ln>
          </a:left>
          <a:right>
            <a:ln w="0" cmpd="sng">
              <a:solidFill>
                <a:schemeClr val="lt1"/>
              </a:solidFill>
            </a:ln>
          </a:right>
          <a:top>
            <a:ln w="0" cmpd="sng">
              <a:solidFill>
                <a:schemeClr val="lt1"/>
              </a:solidFill>
            </a:ln>
          </a:top>
          <a:bottom>
            <a:ln w="7000" cmpd="sng">
              <a:solidFill>
                <a:srgbClr val="E6E7F1"/>
              </a:solidFill>
            </a:ln>
          </a:bottom>
          <a:insideH>
            <a:ln w="7000" cmpd="sng">
              <a:solidFill>
                <a:srgbClr val="E6E7F1"/>
              </a:solidFill>
            </a:ln>
          </a:insideH>
          <a:insideV>
            <a:ln w="0" cmpd="sng">
              <a:solidFill>
                <a:schemeClr val="lt1"/>
              </a:solidFill>
            </a:ln>
          </a:insideV>
        </a:tcBdr>
        <a:fill>
          <a:solidFill>
            <a:schemeClr val="accent4">
              <a:alpha val="0"/>
            </a:schemeClr>
          </a:solidFill>
        </a:fill>
      </a:tcStyle>
    </a:wholeTbl>
    <a:band1H>
      <a:tcStyle>
        <a:tcBdr/>
        <a:fill>
          <a:solidFill>
            <a:schemeClr val="accent4">
              <a:alpha val="0"/>
            </a:schemeClr>
          </a:solidFill>
        </a:fill>
      </a:tcStyle>
    </a:band1H>
    <a:band2H>
      <a:tcStyle>
        <a:tcBdr/>
        <a:fill>
          <a:solidFill>
            <a:schemeClr val="accent4">
              <a:alpha val="0"/>
            </a:schemeClr>
          </a:solidFill>
        </a:fill>
      </a:tcStyle>
    </a:band2H>
    <a:band1V>
      <a:tcStyle>
        <a:tcBdr/>
        <a:fill>
          <a:solidFill>
            <a:schemeClr val="accent1">
              <a:alpha val="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insideV>
            <a:ln w="7000" cmpd="sng">
              <a:solidFill>
                <a:schemeClr val="lt1"/>
              </a:solidFill>
            </a:ln>
          </a:insideV>
        </a:tcBdr>
        <a:fill>
          <a:solidFill>
            <a:schemeClr val="accent1"/>
          </a:solidFill>
        </a:fill>
      </a:tcStyle>
    </a:lastRow>
    <a:firstRow>
      <a:tcTxStyle b="on">
        <a:fontRef idx="minor">
          <a:srgbClr val="00D15F"/>
        </a:fontRef>
        <a:srgbClr val="00D15F"/>
      </a:tcTxStyle>
      <a:tcStyle>
        <a:tcBdr>
          <a:bottom>
            <a:ln w="10500" cmpd="sng">
              <a:solidFill>
                <a:srgbClr val="00D15F"/>
              </a:solidFill>
            </a:ln>
          </a:bottom>
          <a:insideV>
            <a:ln w="0" cmpd="sng">
              <a:solidFill>
                <a:srgbClr val="005C37"/>
              </a:solidFill>
            </a:ln>
          </a:insideV>
        </a:tcBdr>
        <a:fill>
          <a:solidFill>
            <a:schemeClr val="accent1">
              <a:alpha val="0"/>
            </a:schemeClr>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B301B821-A1FF-4177-AEE7-76D212191A09}" styleName="Medium Style 1 - Accent 1">
    <a:wholeTbl>
      <a:tcTxStyle>
        <a:fontRef idx="minor">
          <a:srgbClr val="505861"/>
        </a:fontRef>
        <a:srgbClr val="505861"/>
      </a:tcTxStyle>
      <a:tcStyle>
        <a:tcBdr>
          <a:left>
            <a:ln w="0" cmpd="sng">
              <a:solidFill>
                <a:schemeClr val="lt1"/>
              </a:solidFill>
            </a:ln>
          </a:left>
          <a:right>
            <a:ln w="0" cmpd="sng">
              <a:solidFill>
                <a:schemeClr val="lt1"/>
              </a:solidFill>
            </a:ln>
          </a:right>
          <a:top>
            <a:ln w="0" cmpd="sng">
              <a:solidFill>
                <a:schemeClr val="lt1"/>
              </a:solidFill>
            </a:ln>
          </a:top>
          <a:bottom>
            <a:ln w="7000" cmpd="sng">
              <a:solidFill>
                <a:srgbClr val="E6E7F1"/>
              </a:solidFill>
            </a:ln>
          </a:bottom>
          <a:insideH>
            <a:ln w="7000" cmpd="sng">
              <a:solidFill>
                <a:srgbClr val="E6E7F1"/>
              </a:solidFill>
            </a:ln>
          </a:insideH>
          <a:insideV>
            <a:ln w="0" cmpd="sng">
              <a:solidFill>
                <a:schemeClr val="lt1"/>
              </a:solidFill>
            </a:ln>
          </a:insideV>
        </a:tcBdr>
        <a:fill>
          <a:solidFill>
            <a:schemeClr val="accent4">
              <a:alpha val="0"/>
            </a:schemeClr>
          </a:solidFill>
        </a:fill>
      </a:tcStyle>
    </a:wholeTbl>
    <a:band1H>
      <a:tcStyle>
        <a:tcBdr/>
        <a:fill>
          <a:solidFill>
            <a:schemeClr val="accent4">
              <a:alpha val="0"/>
            </a:schemeClr>
          </a:solidFill>
        </a:fill>
      </a:tcStyle>
    </a:band1H>
    <a:band2H>
      <a:tcStyle>
        <a:tcBdr/>
        <a:fill>
          <a:solidFill>
            <a:schemeClr val="accent4">
              <a:alpha val="0"/>
            </a:schemeClr>
          </a:solidFill>
        </a:fill>
      </a:tcStyle>
    </a:band2H>
    <a:band1V>
      <a:tcStyle>
        <a:tcBdr/>
        <a:fill>
          <a:solidFill>
            <a:schemeClr val="accent1">
              <a:alpha val="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insideV>
            <a:ln w="7000" cmpd="sng">
              <a:solidFill>
                <a:schemeClr val="lt1"/>
              </a:solidFill>
            </a:ln>
          </a:insideV>
        </a:tcBdr>
        <a:fill>
          <a:solidFill>
            <a:schemeClr val="accent1"/>
          </a:solidFill>
        </a:fill>
      </a:tcStyle>
    </a:lastRow>
    <a:firstRow>
      <a:tcTxStyle b="on">
        <a:fontRef idx="minor">
          <a:srgbClr val="8E71F4"/>
        </a:fontRef>
        <a:srgbClr val="8E71F4"/>
      </a:tcTxStyle>
      <a:tcStyle>
        <a:tcBdr>
          <a:bottom>
            <a:ln w="10500" cmpd="sng">
              <a:solidFill>
                <a:srgbClr val="8E71F4"/>
              </a:solidFill>
            </a:ln>
          </a:bottom>
          <a:insideV>
            <a:ln w="0" cmpd="sng">
              <a:solidFill>
                <a:srgbClr val="005C37"/>
              </a:solidFill>
            </a:ln>
          </a:insideV>
        </a:tcBdr>
        <a:fill>
          <a:solidFill>
            <a:schemeClr val="accent1">
              <a:alpha val="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View">
  <p:normalViewPr>
    <p:restoredLeft sz="13238"/>
    <p:restoredTop sz="94682"/>
  </p:normalViewPr>
  <p:slideViewPr>
    <p:cSldViewPr snapToGrid="0">
      <p:cViewPr>
        <p:scale>
          <a:sx n="93" d="100"/>
          <a:sy n="93" d="100"/>
        </p:scale>
        <p:origin x="1608" y="10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tags" Target="tags/tag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FE5FB8B-0990-501F-CBDA-8289ADEB909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latin typeface="ES Build Neutral" pitchFamily="2" charset="77"/>
            </a:endParaRPr>
          </a:p>
        </p:txBody>
      </p:sp>
      <p:sp>
        <p:nvSpPr>
          <p:cNvPr id="3" name="Date Placeholder 2">
            <a:extLst>
              <a:ext uri="{FF2B5EF4-FFF2-40B4-BE49-F238E27FC236}">
                <a16:creationId xmlns:a16="http://schemas.microsoft.com/office/drawing/2014/main" id="{C877E847-83A8-2B69-E0E8-3F504C182BE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6908D62-93BB-489A-8F92-534C2AF6AC1C}" type="datetimeFigureOut">
              <a:rPr lang="en-US" smtClean="0">
                <a:latin typeface="ES Build Neutral" pitchFamily="2" charset="77"/>
              </a:rPr>
              <a:t>7/14/26</a:t>
            </a:fld>
            <a:endParaRPr lang="en-US">
              <a:latin typeface="ES Build Neutral" pitchFamily="2" charset="77"/>
            </a:endParaRPr>
          </a:p>
        </p:txBody>
      </p:sp>
      <p:sp>
        <p:nvSpPr>
          <p:cNvPr id="4" name="Footer Placeholder 3">
            <a:extLst>
              <a:ext uri="{FF2B5EF4-FFF2-40B4-BE49-F238E27FC236}">
                <a16:creationId xmlns:a16="http://schemas.microsoft.com/office/drawing/2014/main" id="{8EF2CA24-2FA5-DD34-7905-7CBA9F38393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latin typeface="ES Build Neutral" pitchFamily="2" charset="77"/>
            </a:endParaRPr>
          </a:p>
        </p:txBody>
      </p:sp>
      <p:sp>
        <p:nvSpPr>
          <p:cNvPr id="5" name="Slide Number Placeholder 4">
            <a:extLst>
              <a:ext uri="{FF2B5EF4-FFF2-40B4-BE49-F238E27FC236}">
                <a16:creationId xmlns:a16="http://schemas.microsoft.com/office/drawing/2014/main" id="{59147AAB-FBD8-3417-7333-7DD68E445A1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C3182C0-81F9-45AC-A139-9D56FEA8E9F0}" type="slidenum">
              <a:rPr lang="en-US" smtClean="0">
                <a:latin typeface="ES Build Neutral" pitchFamily="2" charset="77"/>
              </a:rPr>
              <a:t>‹#›</a:t>
            </a:fld>
            <a:endParaRPr lang="en-US">
              <a:latin typeface="ES Build Neutral" pitchFamily="2" charset="77"/>
            </a:endParaRPr>
          </a:p>
        </p:txBody>
      </p:sp>
    </p:spTree>
    <p:extLst>
      <p:ext uri="{BB962C8B-B14F-4D97-AF65-F5344CB8AC3E}">
        <p14:creationId xmlns:p14="http://schemas.microsoft.com/office/powerpoint/2010/main" val="410728997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ES Build Neutral" pitchFamily="2" charset="77"/>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ES Build Neutral" pitchFamily="2" charset="77"/>
              </a:defRPr>
            </a:lvl1pPr>
          </a:lstStyle>
          <a:p>
            <a:fld id="{04FECDBD-7113-A144-A72E-4C1FC98DD220}" type="datetimeFigureOut">
              <a:rPr lang="en-US" smtClean="0"/>
              <a:pPr/>
              <a:t>7/14/26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ES Build Neutral" pitchFamily="2" charset="77"/>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ES Build Neutral" pitchFamily="2" charset="77"/>
              </a:defRPr>
            </a:lvl1pPr>
          </a:lstStyle>
          <a:p>
            <a:fld id="{A2D206B4-D7FF-F742-9988-8286DC6B11DB}" type="slidenum">
              <a:rPr lang="en-US" smtClean="0"/>
              <a:pPr/>
              <a:t>‹#›</a:t>
            </a:fld>
            <a:endParaRPr lang="en-US"/>
          </a:p>
        </p:txBody>
      </p:sp>
    </p:spTree>
    <p:extLst>
      <p:ext uri="{BB962C8B-B14F-4D97-AF65-F5344CB8AC3E}">
        <p14:creationId xmlns:p14="http://schemas.microsoft.com/office/powerpoint/2010/main" val="397955891"/>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ES Build Neutral" pitchFamily="2" charset="77"/>
        <a:ea typeface="+mn-ea"/>
        <a:cs typeface="+mn-cs"/>
      </a:defRPr>
    </a:lvl1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2.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2.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12.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eg"/><Relationship Id="rId3" Type="http://schemas.openxmlformats.org/officeDocument/2006/relationships/image" Target="../media/image12.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 Id="rId3" Type="http://schemas.openxmlformats.org/officeDocument/2006/relationships/image" Target="../media/image19.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e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e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e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e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e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Dark 1">
    <p:bg>
      <p:bgPr>
        <a:solidFill>
          <a:schemeClr val="bg1"/>
        </a:solidFill>
        <a:effectLst/>
      </p:bgPr>
    </p:bg>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E03F406D-75B3-17DC-CE66-A46B032C8150}"/>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contrast="2000"/>
                    </a14:imgEffect>
                  </a14:imgLayer>
                </a14:imgProps>
              </a:ext>
            </a:extLst>
          </a:blip>
          <a:stretch>
            <a:fillRect/>
          </a:stretch>
        </p:blipFill>
        <p:spPr>
          <a:xfrm>
            <a:off x="0" y="0"/>
            <a:ext cx="12192000" cy="6858000"/>
          </a:xfrm>
          <a:prstGeom prst="rect">
            <a:avLst/>
          </a:prstGeom>
        </p:spPr>
      </p:pic>
      <p:sp>
        <p:nvSpPr>
          <p:cNvPr id="6" name="Title 1">
            <a:extLst>
              <a:ext uri="{FF2B5EF4-FFF2-40B4-BE49-F238E27FC236}">
                <a16:creationId xmlns:a16="http://schemas.microsoft.com/office/drawing/2014/main" id="{4CDB086E-9F87-4B33-D62C-A31BB4E5473B}"/>
              </a:ext>
            </a:extLst>
          </p:cNvPr>
          <p:cNvSpPr>
            <a:spLocks noGrp="1"/>
          </p:cNvSpPr>
          <p:nvPr>
            <p:ph type="ctrTitle" hasCustomPrompt="1"/>
          </p:nvPr>
        </p:nvSpPr>
        <p:spPr>
          <a:xfrm>
            <a:off x="793751" y="1796143"/>
            <a:ext cx="8502649" cy="2328198"/>
          </a:xfrm>
        </p:spPr>
        <p:txBody>
          <a:bodyPr anchor="b">
            <a:normAutofit/>
          </a:bodyPr>
          <a:lstStyle>
            <a:lvl1pPr algn="l">
              <a:lnSpc>
                <a:spcPct val="85000"/>
              </a:lnSpc>
              <a:defRPr lang="en-US" sz="6600" b="1" i="0" kern="1200" spc="0" baseline="0" dirty="0">
                <a:solidFill>
                  <a:schemeClr val="bg1"/>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8" name="Subtitle 2">
            <a:extLst>
              <a:ext uri="{FF2B5EF4-FFF2-40B4-BE49-F238E27FC236}">
                <a16:creationId xmlns:a16="http://schemas.microsoft.com/office/drawing/2014/main" id="{CF42BD3E-E39E-7A26-D12A-C298830544AD}"/>
              </a:ext>
            </a:extLst>
          </p:cNvPr>
          <p:cNvSpPr>
            <a:spLocks noGrp="1"/>
          </p:cNvSpPr>
          <p:nvPr>
            <p:ph type="subTitle" idx="1"/>
          </p:nvPr>
        </p:nvSpPr>
        <p:spPr>
          <a:xfrm>
            <a:off x="793751" y="4186771"/>
            <a:ext cx="8502649" cy="487705"/>
          </a:xfrm>
        </p:spPr>
        <p:txBody>
          <a:bodyPr/>
          <a:lstStyle>
            <a:lvl1pPr marL="0" indent="0" algn="l">
              <a:buNone/>
              <a:defRPr sz="2400" b="0" i="0">
                <a:solidFill>
                  <a:schemeClr val="accent2">
                    <a:lumMod val="60000"/>
                    <a:lumOff val="40000"/>
                  </a:schemeClr>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4" name="Text Placeholder 16">
            <a:extLst>
              <a:ext uri="{FF2B5EF4-FFF2-40B4-BE49-F238E27FC236}">
                <a16:creationId xmlns:a16="http://schemas.microsoft.com/office/drawing/2014/main" id="{FAE751CD-EF2C-3A61-EE9B-1DF1A1E8E9CC}"/>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6" name="Picture Placeholder 22">
            <a:extLst>
              <a:ext uri="{FF2B5EF4-FFF2-40B4-BE49-F238E27FC236}">
                <a16:creationId xmlns:a16="http://schemas.microsoft.com/office/drawing/2014/main" id="{57109EE7-7309-7DBE-3CB2-28C0D1D8BFA0}"/>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grpSp>
        <p:nvGrpSpPr>
          <p:cNvPr id="3" name="Graphic 8">
            <a:extLst>
              <a:ext uri="{FF2B5EF4-FFF2-40B4-BE49-F238E27FC236}">
                <a16:creationId xmlns:a16="http://schemas.microsoft.com/office/drawing/2014/main" id="{BFC15B5A-AB24-515C-F6C9-94C1D4A51797}"/>
              </a:ext>
            </a:extLst>
          </p:cNvPr>
          <p:cNvGrpSpPr/>
          <p:nvPr userDrawn="1"/>
        </p:nvGrpSpPr>
        <p:grpSpPr>
          <a:xfrm>
            <a:off x="782097" y="517392"/>
            <a:ext cx="1325503" cy="396622"/>
            <a:chOff x="689187" y="517392"/>
            <a:chExt cx="1325503" cy="396622"/>
          </a:xfrm>
        </p:grpSpPr>
        <p:sp>
          <p:nvSpPr>
            <p:cNvPr id="11" name="Freeform 10">
              <a:extLst>
                <a:ext uri="{FF2B5EF4-FFF2-40B4-BE49-F238E27FC236}">
                  <a16:creationId xmlns:a16="http://schemas.microsoft.com/office/drawing/2014/main" id="{8865BE27-CEDC-08B3-B2FB-DF586E225D5A}"/>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2" name="Graphic 8">
              <a:extLst>
                <a:ext uri="{FF2B5EF4-FFF2-40B4-BE49-F238E27FC236}">
                  <a16:creationId xmlns:a16="http://schemas.microsoft.com/office/drawing/2014/main" id="{213EEA82-17CD-CDBE-BCAA-F1C5E22A9206}"/>
                </a:ext>
              </a:extLst>
            </p:cNvPr>
            <p:cNvGrpSpPr/>
            <p:nvPr/>
          </p:nvGrpSpPr>
          <p:grpSpPr>
            <a:xfrm>
              <a:off x="783659" y="616135"/>
              <a:ext cx="1112528" cy="199137"/>
              <a:chOff x="783659" y="616135"/>
              <a:chExt cx="1112528" cy="199137"/>
            </a:xfrm>
            <a:solidFill>
              <a:srgbClr val="FFFFFF"/>
            </a:solidFill>
          </p:grpSpPr>
          <p:sp>
            <p:nvSpPr>
              <p:cNvPr id="15" name="Freeform 14">
                <a:extLst>
                  <a:ext uri="{FF2B5EF4-FFF2-40B4-BE49-F238E27FC236}">
                    <a16:creationId xmlns:a16="http://schemas.microsoft.com/office/drawing/2014/main" id="{2A811F01-8B45-056A-A785-5DA529127B52}"/>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17" name="Freeform 16">
                <a:extLst>
                  <a:ext uri="{FF2B5EF4-FFF2-40B4-BE49-F238E27FC236}">
                    <a16:creationId xmlns:a16="http://schemas.microsoft.com/office/drawing/2014/main" id="{9313AABD-2E39-A24E-852C-9C9F54DC864A}"/>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9" name="Freeform 18">
                <a:extLst>
                  <a:ext uri="{FF2B5EF4-FFF2-40B4-BE49-F238E27FC236}">
                    <a16:creationId xmlns:a16="http://schemas.microsoft.com/office/drawing/2014/main" id="{E30E6F64-F735-19EC-9E44-03DFCDB0955C}"/>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2FA07D8C-B493-6AD8-8F1E-34245BB007B9}"/>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4" name="Freeform 23">
                <a:extLst>
                  <a:ext uri="{FF2B5EF4-FFF2-40B4-BE49-F238E27FC236}">
                    <a16:creationId xmlns:a16="http://schemas.microsoft.com/office/drawing/2014/main" id="{03B17C65-887E-BEEC-E0B1-0FD767300330}"/>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7" name="Text Placeholder 16">
            <a:extLst>
              <a:ext uri="{FF2B5EF4-FFF2-40B4-BE49-F238E27FC236}">
                <a16:creationId xmlns:a16="http://schemas.microsoft.com/office/drawing/2014/main" id="{9C3CAB29-1CBE-F6B2-3865-11ADC569121E}"/>
              </a:ext>
            </a:extLst>
          </p:cNvPr>
          <p:cNvSpPr>
            <a:spLocks noGrp="1"/>
          </p:cNvSpPr>
          <p:nvPr>
            <p:ph type="body" sz="quarter" idx="19" hasCustomPrompt="1"/>
          </p:nvPr>
        </p:nvSpPr>
        <p:spPr>
          <a:xfrm>
            <a:off x="6053267"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9" name="Picture Placeholder 22">
            <a:extLst>
              <a:ext uri="{FF2B5EF4-FFF2-40B4-BE49-F238E27FC236}">
                <a16:creationId xmlns:a16="http://schemas.microsoft.com/office/drawing/2014/main" id="{73E7EE72-D12B-ED6E-1D7E-13181B506027}"/>
              </a:ext>
            </a:extLst>
          </p:cNvPr>
          <p:cNvSpPr>
            <a:spLocks noGrp="1"/>
          </p:cNvSpPr>
          <p:nvPr>
            <p:ph type="pic" sz="quarter" idx="20"/>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4" name="Text Placeholder 3">
            <a:extLst>
              <a:ext uri="{FF2B5EF4-FFF2-40B4-BE49-F238E27FC236}">
                <a16:creationId xmlns:a16="http://schemas.microsoft.com/office/drawing/2014/main" id="{650C02E2-0C1E-3CFA-FE4D-AD682B8C4850}"/>
              </a:ext>
            </a:extLst>
          </p:cNvPr>
          <p:cNvSpPr>
            <a:spLocks noGrp="1"/>
          </p:cNvSpPr>
          <p:nvPr>
            <p:ph type="body" sz="quarter" idx="21" hasCustomPrompt="1"/>
          </p:nvPr>
        </p:nvSpPr>
        <p:spPr>
          <a:xfrm>
            <a:off x="1766888" y="5616575"/>
            <a:ext cx="2287587" cy="265113"/>
          </a:xfrm>
        </p:spPr>
        <p:txBody>
          <a:bodyPr/>
          <a:lstStyle>
            <a:lvl1pPr>
              <a:defRPr sz="1600">
                <a:solidFill>
                  <a:schemeClr val="bg1"/>
                </a:solidFill>
              </a:defRPr>
            </a:lvl1pPr>
          </a:lstStyle>
          <a:p>
            <a:pPr lvl="0"/>
            <a:r>
              <a:rPr lang="en-US"/>
              <a:t>Title</a:t>
            </a:r>
            <a:endParaRPr lang="en-RO"/>
          </a:p>
        </p:txBody>
      </p:sp>
      <p:sp>
        <p:nvSpPr>
          <p:cNvPr id="13" name="Text Placeholder 3">
            <a:extLst>
              <a:ext uri="{FF2B5EF4-FFF2-40B4-BE49-F238E27FC236}">
                <a16:creationId xmlns:a16="http://schemas.microsoft.com/office/drawing/2014/main" id="{89ED88CB-C91C-A5E6-816B-FE2CDEB324CE}"/>
              </a:ext>
            </a:extLst>
          </p:cNvPr>
          <p:cNvSpPr>
            <a:spLocks noGrp="1"/>
          </p:cNvSpPr>
          <p:nvPr>
            <p:ph type="body" sz="quarter" idx="22" hasCustomPrompt="1"/>
          </p:nvPr>
        </p:nvSpPr>
        <p:spPr>
          <a:xfrm>
            <a:off x="6053267" y="5616575"/>
            <a:ext cx="2287587" cy="265113"/>
          </a:xfrm>
        </p:spPr>
        <p:txBody>
          <a:bodyPr/>
          <a:lstStyle>
            <a:lvl1pPr>
              <a:defRPr sz="1600">
                <a:solidFill>
                  <a:schemeClr val="bg1"/>
                </a:solidFill>
              </a:defRPr>
            </a:lvl1pPr>
          </a:lstStyle>
          <a:p>
            <a:pPr lvl="0"/>
            <a:r>
              <a:rPr lang="en-US"/>
              <a:t>Title</a:t>
            </a:r>
            <a:endParaRPr lang="en-RO"/>
          </a:p>
        </p:txBody>
      </p:sp>
    </p:spTree>
    <p:extLst>
      <p:ext uri="{BB962C8B-B14F-4D97-AF65-F5344CB8AC3E}">
        <p14:creationId xmlns:p14="http://schemas.microsoft.com/office/powerpoint/2010/main" val="17238886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Dark 2">
    <p:bg>
      <p:bgPr>
        <a:solidFill>
          <a:schemeClr val="bg1"/>
        </a:solidFill>
        <a:effectLst/>
      </p:bgPr>
    </p:bg>
    <p:spTree>
      <p:nvGrpSpPr>
        <p:cNvPr id="1" name=""/>
        <p:cNvGrpSpPr/>
        <p:nvPr/>
      </p:nvGrpSpPr>
      <p:grpSpPr>
        <a:xfrm>
          <a:off x="0" y="0"/>
          <a:ext cx="0" cy="0"/>
          <a:chOff x="0" y="0"/>
          <a:chExt cx="0" cy="0"/>
        </a:xfrm>
      </p:grpSpPr>
      <p:pic>
        <p:nvPicPr>
          <p:cNvPr id="9" name="Picture 8" descr="A blue and green gradient background&#10;&#10;Description automatically generated">
            <a:extLst>
              <a:ext uri="{FF2B5EF4-FFF2-40B4-BE49-F238E27FC236}">
                <a16:creationId xmlns:a16="http://schemas.microsoft.com/office/drawing/2014/main" id="{70D2BFA6-B319-EA89-B2B8-CCE4BA28C14B}"/>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4" name="Rectangle 23">
            <a:extLst>
              <a:ext uri="{FF2B5EF4-FFF2-40B4-BE49-F238E27FC236}">
                <a16:creationId xmlns:a16="http://schemas.microsoft.com/office/drawing/2014/main" id="{B01F9B9C-F7FA-80CC-2D63-3366251A7305}"/>
              </a:ext>
            </a:extLst>
          </p:cNvPr>
          <p:cNvSpPr/>
          <p:nvPr userDrawn="1"/>
        </p:nvSpPr>
        <p:spPr>
          <a:xfrm>
            <a:off x="0" y="2692772"/>
            <a:ext cx="12192000" cy="4196443"/>
          </a:xfrm>
          <a:prstGeom prst="rect">
            <a:avLst/>
          </a:prstGeom>
          <a:gradFill flip="none" rotWithShape="1">
            <a:gsLst>
              <a:gs pos="39000">
                <a:schemeClr val="accent2">
                  <a:lumMod val="60000"/>
                  <a:lumOff val="40000"/>
                  <a:alpha val="0"/>
                </a:schemeClr>
              </a:gs>
              <a:gs pos="100000">
                <a:srgbClr val="0127AF">
                  <a:alpha val="70000"/>
                </a:srgb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sp>
        <p:nvSpPr>
          <p:cNvPr id="6" name="Title 1">
            <a:extLst>
              <a:ext uri="{FF2B5EF4-FFF2-40B4-BE49-F238E27FC236}">
                <a16:creationId xmlns:a16="http://schemas.microsoft.com/office/drawing/2014/main" id="{965AF8F1-72AC-8700-B067-742B4267CCFD}"/>
              </a:ext>
            </a:extLst>
          </p:cNvPr>
          <p:cNvSpPr>
            <a:spLocks noGrp="1"/>
          </p:cNvSpPr>
          <p:nvPr>
            <p:ph type="ctrTitle" hasCustomPrompt="1"/>
          </p:nvPr>
        </p:nvSpPr>
        <p:spPr>
          <a:xfrm>
            <a:off x="793751" y="1796143"/>
            <a:ext cx="8502649" cy="2328198"/>
          </a:xfrm>
        </p:spPr>
        <p:txBody>
          <a:bodyPr anchor="b">
            <a:normAutofit/>
          </a:bodyPr>
          <a:lstStyle>
            <a:lvl1pPr algn="l">
              <a:lnSpc>
                <a:spcPct val="85000"/>
              </a:lnSpc>
              <a:defRPr lang="en-US" sz="6600" b="1" i="0" kern="1200" spc="0" baseline="0" dirty="0">
                <a:solidFill>
                  <a:schemeClr val="bg1"/>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8" name="Subtitle 2">
            <a:extLst>
              <a:ext uri="{FF2B5EF4-FFF2-40B4-BE49-F238E27FC236}">
                <a16:creationId xmlns:a16="http://schemas.microsoft.com/office/drawing/2014/main" id="{F746095E-1EE5-435C-A26A-8A9CF14C899F}"/>
              </a:ext>
            </a:extLst>
          </p:cNvPr>
          <p:cNvSpPr>
            <a:spLocks noGrp="1"/>
          </p:cNvSpPr>
          <p:nvPr>
            <p:ph type="subTitle" idx="1"/>
          </p:nvPr>
        </p:nvSpPr>
        <p:spPr>
          <a:xfrm>
            <a:off x="793751" y="4186771"/>
            <a:ext cx="8502649" cy="487705"/>
          </a:xfrm>
        </p:spPr>
        <p:txBody>
          <a:bodyPr/>
          <a:lstStyle>
            <a:lvl1pPr marL="0" indent="0" algn="l">
              <a:buNone/>
              <a:defRPr sz="2400" b="0" i="0">
                <a:solidFill>
                  <a:schemeClr val="bg1"/>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grpSp>
        <p:nvGrpSpPr>
          <p:cNvPr id="15" name="Graphic 8">
            <a:extLst>
              <a:ext uri="{FF2B5EF4-FFF2-40B4-BE49-F238E27FC236}">
                <a16:creationId xmlns:a16="http://schemas.microsoft.com/office/drawing/2014/main" id="{2BECE6B6-95ED-558C-955F-BFD7BEF7BEB9}"/>
              </a:ext>
            </a:extLst>
          </p:cNvPr>
          <p:cNvGrpSpPr/>
          <p:nvPr userDrawn="1"/>
        </p:nvGrpSpPr>
        <p:grpSpPr>
          <a:xfrm>
            <a:off x="782097" y="517392"/>
            <a:ext cx="1325503" cy="396622"/>
            <a:chOff x="689187" y="517392"/>
            <a:chExt cx="1325503" cy="396622"/>
          </a:xfrm>
        </p:grpSpPr>
        <p:sp>
          <p:nvSpPr>
            <p:cNvPr id="16" name="Freeform 15">
              <a:extLst>
                <a:ext uri="{FF2B5EF4-FFF2-40B4-BE49-F238E27FC236}">
                  <a16:creationId xmlns:a16="http://schemas.microsoft.com/office/drawing/2014/main" id="{E2C38BCE-66F7-E555-CFE0-55996C7DC2D4}"/>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7" name="Graphic 8">
              <a:extLst>
                <a:ext uri="{FF2B5EF4-FFF2-40B4-BE49-F238E27FC236}">
                  <a16:creationId xmlns:a16="http://schemas.microsoft.com/office/drawing/2014/main" id="{3CA0275F-7A87-F400-71D7-8D12432554CF}"/>
                </a:ext>
              </a:extLst>
            </p:cNvPr>
            <p:cNvGrpSpPr/>
            <p:nvPr/>
          </p:nvGrpSpPr>
          <p:grpSpPr>
            <a:xfrm>
              <a:off x="783659" y="616135"/>
              <a:ext cx="1112528" cy="199137"/>
              <a:chOff x="783659" y="616135"/>
              <a:chExt cx="1112528" cy="199137"/>
            </a:xfrm>
            <a:solidFill>
              <a:srgbClr val="FFFFFF"/>
            </a:solidFill>
          </p:grpSpPr>
          <p:sp>
            <p:nvSpPr>
              <p:cNvPr id="19" name="Freeform 18">
                <a:extLst>
                  <a:ext uri="{FF2B5EF4-FFF2-40B4-BE49-F238E27FC236}">
                    <a16:creationId xmlns:a16="http://schemas.microsoft.com/office/drawing/2014/main" id="{70A63C8B-914E-A40C-3CD9-F7ADA8FF1F89}"/>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0" name="Freeform 19">
                <a:extLst>
                  <a:ext uri="{FF2B5EF4-FFF2-40B4-BE49-F238E27FC236}">
                    <a16:creationId xmlns:a16="http://schemas.microsoft.com/office/drawing/2014/main" id="{203C107F-E0CF-887D-0935-4BBFAB118543}"/>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7BA046A4-C19C-D7B8-B796-1B2CF3D85709}"/>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2F741156-8C9E-D97E-B9C6-82FEC1E552DC}"/>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6F01A004-FC38-6A86-9FDE-C3531C86F551}"/>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7" name="Text Placeholder 16">
            <a:extLst>
              <a:ext uri="{FF2B5EF4-FFF2-40B4-BE49-F238E27FC236}">
                <a16:creationId xmlns:a16="http://schemas.microsoft.com/office/drawing/2014/main" id="{67F5482D-0415-7045-3C06-44633FFBE847}"/>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0" name="Picture Placeholder 22">
            <a:extLst>
              <a:ext uri="{FF2B5EF4-FFF2-40B4-BE49-F238E27FC236}">
                <a16:creationId xmlns:a16="http://schemas.microsoft.com/office/drawing/2014/main" id="{FBEA43A2-6CD5-333D-99DC-200A67D02016}"/>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12" name="Text Placeholder 16">
            <a:extLst>
              <a:ext uri="{FF2B5EF4-FFF2-40B4-BE49-F238E27FC236}">
                <a16:creationId xmlns:a16="http://schemas.microsoft.com/office/drawing/2014/main" id="{C8180D43-F7F4-7089-0791-2C8577CC951D}"/>
              </a:ext>
            </a:extLst>
          </p:cNvPr>
          <p:cNvSpPr>
            <a:spLocks noGrp="1"/>
          </p:cNvSpPr>
          <p:nvPr>
            <p:ph type="body" sz="quarter" idx="19" hasCustomPrompt="1"/>
          </p:nvPr>
        </p:nvSpPr>
        <p:spPr>
          <a:xfrm>
            <a:off x="6053267"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3" name="Picture Placeholder 22">
            <a:extLst>
              <a:ext uri="{FF2B5EF4-FFF2-40B4-BE49-F238E27FC236}">
                <a16:creationId xmlns:a16="http://schemas.microsoft.com/office/drawing/2014/main" id="{4E0C4564-88D6-B63C-AEAB-D384E7E5AF62}"/>
              </a:ext>
            </a:extLst>
          </p:cNvPr>
          <p:cNvSpPr>
            <a:spLocks noGrp="1"/>
          </p:cNvSpPr>
          <p:nvPr>
            <p:ph type="pic" sz="quarter" idx="20"/>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2" name="Text Placeholder 3">
            <a:extLst>
              <a:ext uri="{FF2B5EF4-FFF2-40B4-BE49-F238E27FC236}">
                <a16:creationId xmlns:a16="http://schemas.microsoft.com/office/drawing/2014/main" id="{324E9B0A-D768-5619-C7DB-3EB519B133F4}"/>
              </a:ext>
            </a:extLst>
          </p:cNvPr>
          <p:cNvSpPr>
            <a:spLocks noGrp="1"/>
          </p:cNvSpPr>
          <p:nvPr>
            <p:ph type="body" sz="quarter" idx="21" hasCustomPrompt="1"/>
          </p:nvPr>
        </p:nvSpPr>
        <p:spPr>
          <a:xfrm>
            <a:off x="1766888" y="5616575"/>
            <a:ext cx="2287587" cy="265113"/>
          </a:xfrm>
        </p:spPr>
        <p:txBody>
          <a:bodyPr/>
          <a:lstStyle>
            <a:lvl1pPr>
              <a:defRPr sz="1600">
                <a:solidFill>
                  <a:schemeClr val="bg1"/>
                </a:solidFill>
              </a:defRPr>
            </a:lvl1pPr>
          </a:lstStyle>
          <a:p>
            <a:pPr lvl="0"/>
            <a:r>
              <a:rPr lang="en-US"/>
              <a:t>Title</a:t>
            </a:r>
            <a:endParaRPr lang="en-RO"/>
          </a:p>
        </p:txBody>
      </p:sp>
      <p:sp>
        <p:nvSpPr>
          <p:cNvPr id="3" name="Text Placeholder 3">
            <a:extLst>
              <a:ext uri="{FF2B5EF4-FFF2-40B4-BE49-F238E27FC236}">
                <a16:creationId xmlns:a16="http://schemas.microsoft.com/office/drawing/2014/main" id="{B9F4AF52-D236-C95A-6618-83CF4342FA09}"/>
              </a:ext>
            </a:extLst>
          </p:cNvPr>
          <p:cNvSpPr>
            <a:spLocks noGrp="1"/>
          </p:cNvSpPr>
          <p:nvPr>
            <p:ph type="body" sz="quarter" idx="22" hasCustomPrompt="1"/>
          </p:nvPr>
        </p:nvSpPr>
        <p:spPr>
          <a:xfrm>
            <a:off x="6053267" y="5616575"/>
            <a:ext cx="2287587" cy="265113"/>
          </a:xfrm>
        </p:spPr>
        <p:txBody>
          <a:bodyPr/>
          <a:lstStyle>
            <a:lvl1pPr>
              <a:defRPr sz="1600">
                <a:solidFill>
                  <a:schemeClr val="bg1"/>
                </a:solidFill>
              </a:defRPr>
            </a:lvl1pPr>
          </a:lstStyle>
          <a:p>
            <a:pPr lvl="0"/>
            <a:r>
              <a:rPr lang="en-US"/>
              <a:t>Title</a:t>
            </a:r>
            <a:endParaRPr lang="en-RO"/>
          </a:p>
        </p:txBody>
      </p:sp>
    </p:spTree>
    <p:extLst>
      <p:ext uri="{BB962C8B-B14F-4D97-AF65-F5344CB8AC3E}">
        <p14:creationId xmlns:p14="http://schemas.microsoft.com/office/powerpoint/2010/main" val="32928648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Dark 3">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8688DFB-15DB-9159-19E5-DF77AC54832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8" name="Subtitle 2">
            <a:extLst>
              <a:ext uri="{FF2B5EF4-FFF2-40B4-BE49-F238E27FC236}">
                <a16:creationId xmlns:a16="http://schemas.microsoft.com/office/drawing/2014/main" id="{F746095E-1EE5-435C-A26A-8A9CF14C899F}"/>
              </a:ext>
            </a:extLst>
          </p:cNvPr>
          <p:cNvSpPr>
            <a:spLocks noGrp="1"/>
          </p:cNvSpPr>
          <p:nvPr>
            <p:ph type="subTitle" idx="1"/>
          </p:nvPr>
        </p:nvSpPr>
        <p:spPr>
          <a:xfrm>
            <a:off x="793751" y="4186771"/>
            <a:ext cx="8502649" cy="487705"/>
          </a:xfrm>
        </p:spPr>
        <p:txBody>
          <a:bodyPr/>
          <a:lstStyle>
            <a:lvl1pPr marL="0" indent="0" algn="l">
              <a:buNone/>
              <a:defRPr sz="2400" b="0" i="0">
                <a:solidFill>
                  <a:schemeClr val="accent2">
                    <a:lumMod val="60000"/>
                    <a:lumOff val="40000"/>
                  </a:schemeClr>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grpSp>
        <p:nvGrpSpPr>
          <p:cNvPr id="15" name="Graphic 8">
            <a:extLst>
              <a:ext uri="{FF2B5EF4-FFF2-40B4-BE49-F238E27FC236}">
                <a16:creationId xmlns:a16="http://schemas.microsoft.com/office/drawing/2014/main" id="{2BECE6B6-95ED-558C-955F-BFD7BEF7BEB9}"/>
              </a:ext>
            </a:extLst>
          </p:cNvPr>
          <p:cNvGrpSpPr/>
          <p:nvPr userDrawn="1"/>
        </p:nvGrpSpPr>
        <p:grpSpPr>
          <a:xfrm>
            <a:off x="782097" y="517392"/>
            <a:ext cx="1325503" cy="396622"/>
            <a:chOff x="689187" y="517392"/>
            <a:chExt cx="1325503" cy="396622"/>
          </a:xfrm>
        </p:grpSpPr>
        <p:sp>
          <p:nvSpPr>
            <p:cNvPr id="16" name="Freeform 15">
              <a:extLst>
                <a:ext uri="{FF2B5EF4-FFF2-40B4-BE49-F238E27FC236}">
                  <a16:creationId xmlns:a16="http://schemas.microsoft.com/office/drawing/2014/main" id="{E2C38BCE-66F7-E555-CFE0-55996C7DC2D4}"/>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7" name="Graphic 8">
              <a:extLst>
                <a:ext uri="{FF2B5EF4-FFF2-40B4-BE49-F238E27FC236}">
                  <a16:creationId xmlns:a16="http://schemas.microsoft.com/office/drawing/2014/main" id="{3CA0275F-7A87-F400-71D7-8D12432554CF}"/>
                </a:ext>
              </a:extLst>
            </p:cNvPr>
            <p:cNvGrpSpPr/>
            <p:nvPr/>
          </p:nvGrpSpPr>
          <p:grpSpPr>
            <a:xfrm>
              <a:off x="783659" y="616135"/>
              <a:ext cx="1112528" cy="199137"/>
              <a:chOff x="783659" y="616135"/>
              <a:chExt cx="1112528" cy="199137"/>
            </a:xfrm>
            <a:solidFill>
              <a:srgbClr val="FFFFFF"/>
            </a:solidFill>
          </p:grpSpPr>
          <p:sp>
            <p:nvSpPr>
              <p:cNvPr id="19" name="Freeform 18">
                <a:extLst>
                  <a:ext uri="{FF2B5EF4-FFF2-40B4-BE49-F238E27FC236}">
                    <a16:creationId xmlns:a16="http://schemas.microsoft.com/office/drawing/2014/main" id="{70A63C8B-914E-A40C-3CD9-F7ADA8FF1F89}"/>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0" name="Freeform 19">
                <a:extLst>
                  <a:ext uri="{FF2B5EF4-FFF2-40B4-BE49-F238E27FC236}">
                    <a16:creationId xmlns:a16="http://schemas.microsoft.com/office/drawing/2014/main" id="{203C107F-E0CF-887D-0935-4BBFAB118543}"/>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7BA046A4-C19C-D7B8-B796-1B2CF3D85709}"/>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2F741156-8C9E-D97E-B9C6-82FEC1E552DC}"/>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6F01A004-FC38-6A86-9FDE-C3531C86F551}"/>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9" name="Text Placeholder 16">
            <a:extLst>
              <a:ext uri="{FF2B5EF4-FFF2-40B4-BE49-F238E27FC236}">
                <a16:creationId xmlns:a16="http://schemas.microsoft.com/office/drawing/2014/main" id="{923F9E6C-2757-75E3-DBFF-CFD2CA8B7A65}"/>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0" name="Picture Placeholder 22">
            <a:extLst>
              <a:ext uri="{FF2B5EF4-FFF2-40B4-BE49-F238E27FC236}">
                <a16:creationId xmlns:a16="http://schemas.microsoft.com/office/drawing/2014/main" id="{0670F24F-E4BF-3D48-D6FB-C8E1B03EC4C7}"/>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12" name="Text Placeholder 16">
            <a:extLst>
              <a:ext uri="{FF2B5EF4-FFF2-40B4-BE49-F238E27FC236}">
                <a16:creationId xmlns:a16="http://schemas.microsoft.com/office/drawing/2014/main" id="{9AA710D0-5D4A-FAA2-D639-E8E7CAB8FA85}"/>
              </a:ext>
            </a:extLst>
          </p:cNvPr>
          <p:cNvSpPr>
            <a:spLocks noGrp="1"/>
          </p:cNvSpPr>
          <p:nvPr>
            <p:ph type="body" sz="quarter" idx="19" hasCustomPrompt="1"/>
          </p:nvPr>
        </p:nvSpPr>
        <p:spPr>
          <a:xfrm>
            <a:off x="6053267"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3" name="Picture Placeholder 22">
            <a:extLst>
              <a:ext uri="{FF2B5EF4-FFF2-40B4-BE49-F238E27FC236}">
                <a16:creationId xmlns:a16="http://schemas.microsoft.com/office/drawing/2014/main" id="{FE96BACD-08EC-95EE-A40F-A80FAF04BE1E}"/>
              </a:ext>
            </a:extLst>
          </p:cNvPr>
          <p:cNvSpPr>
            <a:spLocks noGrp="1"/>
          </p:cNvSpPr>
          <p:nvPr>
            <p:ph type="pic" sz="quarter" idx="20"/>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2" name="Title 1">
            <a:extLst>
              <a:ext uri="{FF2B5EF4-FFF2-40B4-BE49-F238E27FC236}">
                <a16:creationId xmlns:a16="http://schemas.microsoft.com/office/drawing/2014/main" id="{4BB2BF47-197B-D3C2-EFC6-C6C65253B82B}"/>
              </a:ext>
            </a:extLst>
          </p:cNvPr>
          <p:cNvSpPr>
            <a:spLocks noGrp="1"/>
          </p:cNvSpPr>
          <p:nvPr>
            <p:ph type="ctrTitle" hasCustomPrompt="1"/>
          </p:nvPr>
        </p:nvSpPr>
        <p:spPr>
          <a:xfrm>
            <a:off x="793751" y="1796143"/>
            <a:ext cx="8502649" cy="2328198"/>
          </a:xfrm>
        </p:spPr>
        <p:txBody>
          <a:bodyPr anchor="b">
            <a:normAutofit/>
          </a:bodyPr>
          <a:lstStyle>
            <a:lvl1pPr algn="l">
              <a:lnSpc>
                <a:spcPct val="85000"/>
              </a:lnSpc>
              <a:defRPr lang="en-US" sz="6600" b="1" i="0" kern="1200" spc="0" baseline="0" dirty="0">
                <a:solidFill>
                  <a:schemeClr val="bg1"/>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3" name="Text Placeholder 3">
            <a:extLst>
              <a:ext uri="{FF2B5EF4-FFF2-40B4-BE49-F238E27FC236}">
                <a16:creationId xmlns:a16="http://schemas.microsoft.com/office/drawing/2014/main" id="{923B741F-CF54-0341-CEEF-39C3578B4C20}"/>
              </a:ext>
            </a:extLst>
          </p:cNvPr>
          <p:cNvSpPr>
            <a:spLocks noGrp="1"/>
          </p:cNvSpPr>
          <p:nvPr>
            <p:ph type="body" sz="quarter" idx="21" hasCustomPrompt="1"/>
          </p:nvPr>
        </p:nvSpPr>
        <p:spPr>
          <a:xfrm>
            <a:off x="1766888" y="5616575"/>
            <a:ext cx="2287587" cy="265113"/>
          </a:xfrm>
        </p:spPr>
        <p:txBody>
          <a:bodyPr/>
          <a:lstStyle>
            <a:lvl1pPr>
              <a:defRPr sz="1600">
                <a:solidFill>
                  <a:schemeClr val="bg1"/>
                </a:solidFill>
              </a:defRPr>
            </a:lvl1pPr>
          </a:lstStyle>
          <a:p>
            <a:pPr lvl="0"/>
            <a:r>
              <a:rPr lang="en-US"/>
              <a:t>Title</a:t>
            </a:r>
            <a:endParaRPr lang="en-RO"/>
          </a:p>
        </p:txBody>
      </p:sp>
      <p:sp>
        <p:nvSpPr>
          <p:cNvPr id="5" name="Text Placeholder 3">
            <a:extLst>
              <a:ext uri="{FF2B5EF4-FFF2-40B4-BE49-F238E27FC236}">
                <a16:creationId xmlns:a16="http://schemas.microsoft.com/office/drawing/2014/main" id="{D39E3453-569F-7D78-A57B-0FC35B18B31F}"/>
              </a:ext>
            </a:extLst>
          </p:cNvPr>
          <p:cNvSpPr>
            <a:spLocks noGrp="1"/>
          </p:cNvSpPr>
          <p:nvPr>
            <p:ph type="body" sz="quarter" idx="22" hasCustomPrompt="1"/>
          </p:nvPr>
        </p:nvSpPr>
        <p:spPr>
          <a:xfrm>
            <a:off x="6053267" y="5616575"/>
            <a:ext cx="2287587" cy="265113"/>
          </a:xfrm>
        </p:spPr>
        <p:txBody>
          <a:bodyPr/>
          <a:lstStyle>
            <a:lvl1pPr>
              <a:defRPr sz="1600">
                <a:solidFill>
                  <a:schemeClr val="bg1"/>
                </a:solidFill>
              </a:defRPr>
            </a:lvl1pPr>
          </a:lstStyle>
          <a:p>
            <a:pPr lvl="0"/>
            <a:r>
              <a:rPr lang="en-US"/>
              <a:t>Title</a:t>
            </a:r>
            <a:endParaRPr lang="en-RO"/>
          </a:p>
        </p:txBody>
      </p:sp>
    </p:spTree>
    <p:extLst>
      <p:ext uri="{BB962C8B-B14F-4D97-AF65-F5344CB8AC3E}">
        <p14:creationId xmlns:p14="http://schemas.microsoft.com/office/powerpoint/2010/main" val="16258519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Dark 4">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FBFFB1-EA6F-5160-4EAD-7B5A58A5E54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8" name="Subtitle 2">
            <a:extLst>
              <a:ext uri="{FF2B5EF4-FFF2-40B4-BE49-F238E27FC236}">
                <a16:creationId xmlns:a16="http://schemas.microsoft.com/office/drawing/2014/main" id="{F746095E-1EE5-435C-A26A-8A9CF14C899F}"/>
              </a:ext>
            </a:extLst>
          </p:cNvPr>
          <p:cNvSpPr>
            <a:spLocks noGrp="1"/>
          </p:cNvSpPr>
          <p:nvPr>
            <p:ph type="subTitle" idx="1"/>
          </p:nvPr>
        </p:nvSpPr>
        <p:spPr>
          <a:xfrm>
            <a:off x="793751" y="4186771"/>
            <a:ext cx="8502649" cy="487705"/>
          </a:xfrm>
        </p:spPr>
        <p:txBody>
          <a:bodyPr/>
          <a:lstStyle>
            <a:lvl1pPr marL="0" indent="0" algn="l">
              <a:buNone/>
              <a:defRPr sz="2400" b="0" i="0">
                <a:solidFill>
                  <a:schemeClr val="accent2">
                    <a:lumMod val="60000"/>
                    <a:lumOff val="40000"/>
                  </a:schemeClr>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grpSp>
        <p:nvGrpSpPr>
          <p:cNvPr id="15" name="Graphic 8">
            <a:extLst>
              <a:ext uri="{FF2B5EF4-FFF2-40B4-BE49-F238E27FC236}">
                <a16:creationId xmlns:a16="http://schemas.microsoft.com/office/drawing/2014/main" id="{2BECE6B6-95ED-558C-955F-BFD7BEF7BEB9}"/>
              </a:ext>
            </a:extLst>
          </p:cNvPr>
          <p:cNvGrpSpPr/>
          <p:nvPr userDrawn="1"/>
        </p:nvGrpSpPr>
        <p:grpSpPr>
          <a:xfrm>
            <a:off x="782097" y="517392"/>
            <a:ext cx="1325503" cy="396622"/>
            <a:chOff x="689187" y="517392"/>
            <a:chExt cx="1325503" cy="396622"/>
          </a:xfrm>
        </p:grpSpPr>
        <p:sp>
          <p:nvSpPr>
            <p:cNvPr id="16" name="Freeform 15">
              <a:extLst>
                <a:ext uri="{FF2B5EF4-FFF2-40B4-BE49-F238E27FC236}">
                  <a16:creationId xmlns:a16="http://schemas.microsoft.com/office/drawing/2014/main" id="{E2C38BCE-66F7-E555-CFE0-55996C7DC2D4}"/>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7" name="Graphic 8">
              <a:extLst>
                <a:ext uri="{FF2B5EF4-FFF2-40B4-BE49-F238E27FC236}">
                  <a16:creationId xmlns:a16="http://schemas.microsoft.com/office/drawing/2014/main" id="{3CA0275F-7A87-F400-71D7-8D12432554CF}"/>
                </a:ext>
              </a:extLst>
            </p:cNvPr>
            <p:cNvGrpSpPr/>
            <p:nvPr/>
          </p:nvGrpSpPr>
          <p:grpSpPr>
            <a:xfrm>
              <a:off x="783659" y="616135"/>
              <a:ext cx="1112528" cy="199137"/>
              <a:chOff x="783659" y="616135"/>
              <a:chExt cx="1112528" cy="199137"/>
            </a:xfrm>
            <a:solidFill>
              <a:srgbClr val="FFFFFF"/>
            </a:solidFill>
          </p:grpSpPr>
          <p:sp>
            <p:nvSpPr>
              <p:cNvPr id="19" name="Freeform 18">
                <a:extLst>
                  <a:ext uri="{FF2B5EF4-FFF2-40B4-BE49-F238E27FC236}">
                    <a16:creationId xmlns:a16="http://schemas.microsoft.com/office/drawing/2014/main" id="{70A63C8B-914E-A40C-3CD9-F7ADA8FF1F89}"/>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0" name="Freeform 19">
                <a:extLst>
                  <a:ext uri="{FF2B5EF4-FFF2-40B4-BE49-F238E27FC236}">
                    <a16:creationId xmlns:a16="http://schemas.microsoft.com/office/drawing/2014/main" id="{203C107F-E0CF-887D-0935-4BBFAB118543}"/>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7BA046A4-C19C-D7B8-B796-1B2CF3D85709}"/>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2F741156-8C9E-D97E-B9C6-82FEC1E552DC}"/>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6F01A004-FC38-6A86-9FDE-C3531C86F551}"/>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9" name="Text Placeholder 16">
            <a:extLst>
              <a:ext uri="{FF2B5EF4-FFF2-40B4-BE49-F238E27FC236}">
                <a16:creationId xmlns:a16="http://schemas.microsoft.com/office/drawing/2014/main" id="{8E8CE6E7-61F2-4FF0-A960-91018AE788F9}"/>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0" name="Picture Placeholder 22">
            <a:extLst>
              <a:ext uri="{FF2B5EF4-FFF2-40B4-BE49-F238E27FC236}">
                <a16:creationId xmlns:a16="http://schemas.microsoft.com/office/drawing/2014/main" id="{163F706A-962D-1422-54D7-8116A849A95D}"/>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12" name="Text Placeholder 16">
            <a:extLst>
              <a:ext uri="{FF2B5EF4-FFF2-40B4-BE49-F238E27FC236}">
                <a16:creationId xmlns:a16="http://schemas.microsoft.com/office/drawing/2014/main" id="{3B109993-5A04-66BE-F174-C6ADDFC628F9}"/>
              </a:ext>
            </a:extLst>
          </p:cNvPr>
          <p:cNvSpPr>
            <a:spLocks noGrp="1"/>
          </p:cNvSpPr>
          <p:nvPr>
            <p:ph type="body" sz="quarter" idx="19" hasCustomPrompt="1"/>
          </p:nvPr>
        </p:nvSpPr>
        <p:spPr>
          <a:xfrm>
            <a:off x="6053267"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3" name="Picture Placeholder 22">
            <a:extLst>
              <a:ext uri="{FF2B5EF4-FFF2-40B4-BE49-F238E27FC236}">
                <a16:creationId xmlns:a16="http://schemas.microsoft.com/office/drawing/2014/main" id="{BE496794-A625-51E3-AA64-6E14D2595E8F}"/>
              </a:ext>
            </a:extLst>
          </p:cNvPr>
          <p:cNvSpPr>
            <a:spLocks noGrp="1"/>
          </p:cNvSpPr>
          <p:nvPr>
            <p:ph type="pic" sz="quarter" idx="20"/>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3" name="Title 1">
            <a:extLst>
              <a:ext uri="{FF2B5EF4-FFF2-40B4-BE49-F238E27FC236}">
                <a16:creationId xmlns:a16="http://schemas.microsoft.com/office/drawing/2014/main" id="{FB02E6BA-D402-796C-84EC-4F13F283B34B}"/>
              </a:ext>
            </a:extLst>
          </p:cNvPr>
          <p:cNvSpPr>
            <a:spLocks noGrp="1"/>
          </p:cNvSpPr>
          <p:nvPr>
            <p:ph type="ctrTitle" hasCustomPrompt="1"/>
          </p:nvPr>
        </p:nvSpPr>
        <p:spPr>
          <a:xfrm>
            <a:off x="793751" y="1796143"/>
            <a:ext cx="8502649" cy="2328198"/>
          </a:xfrm>
        </p:spPr>
        <p:txBody>
          <a:bodyPr anchor="b">
            <a:normAutofit/>
          </a:bodyPr>
          <a:lstStyle>
            <a:lvl1pPr algn="l">
              <a:lnSpc>
                <a:spcPct val="85000"/>
              </a:lnSpc>
              <a:defRPr lang="en-US" sz="6600" b="1" i="0" kern="1200" spc="0" baseline="0" dirty="0">
                <a:solidFill>
                  <a:schemeClr val="bg1"/>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4" name="Text Placeholder 3">
            <a:extLst>
              <a:ext uri="{FF2B5EF4-FFF2-40B4-BE49-F238E27FC236}">
                <a16:creationId xmlns:a16="http://schemas.microsoft.com/office/drawing/2014/main" id="{CA9D004F-B166-5B8B-C0F1-AD5CC626A955}"/>
              </a:ext>
            </a:extLst>
          </p:cNvPr>
          <p:cNvSpPr>
            <a:spLocks noGrp="1"/>
          </p:cNvSpPr>
          <p:nvPr>
            <p:ph type="body" sz="quarter" idx="21" hasCustomPrompt="1"/>
          </p:nvPr>
        </p:nvSpPr>
        <p:spPr>
          <a:xfrm>
            <a:off x="1766888" y="5616575"/>
            <a:ext cx="2287587" cy="265113"/>
          </a:xfrm>
        </p:spPr>
        <p:txBody>
          <a:bodyPr/>
          <a:lstStyle>
            <a:lvl1pPr>
              <a:defRPr sz="1600">
                <a:solidFill>
                  <a:schemeClr val="bg1"/>
                </a:solidFill>
              </a:defRPr>
            </a:lvl1pPr>
          </a:lstStyle>
          <a:p>
            <a:pPr lvl="0"/>
            <a:r>
              <a:rPr lang="en-US"/>
              <a:t>Title</a:t>
            </a:r>
            <a:endParaRPr lang="en-RO"/>
          </a:p>
        </p:txBody>
      </p:sp>
      <p:sp>
        <p:nvSpPr>
          <p:cNvPr id="5" name="Text Placeholder 3">
            <a:extLst>
              <a:ext uri="{FF2B5EF4-FFF2-40B4-BE49-F238E27FC236}">
                <a16:creationId xmlns:a16="http://schemas.microsoft.com/office/drawing/2014/main" id="{52312C4E-80FA-D8C6-7D51-350859A7CAC8}"/>
              </a:ext>
            </a:extLst>
          </p:cNvPr>
          <p:cNvSpPr>
            <a:spLocks noGrp="1"/>
          </p:cNvSpPr>
          <p:nvPr>
            <p:ph type="body" sz="quarter" idx="22" hasCustomPrompt="1"/>
          </p:nvPr>
        </p:nvSpPr>
        <p:spPr>
          <a:xfrm>
            <a:off x="6053267" y="5616575"/>
            <a:ext cx="2287587" cy="265113"/>
          </a:xfrm>
        </p:spPr>
        <p:txBody>
          <a:bodyPr/>
          <a:lstStyle>
            <a:lvl1pPr>
              <a:defRPr sz="1600">
                <a:solidFill>
                  <a:schemeClr val="bg1"/>
                </a:solidFill>
              </a:defRPr>
            </a:lvl1pPr>
          </a:lstStyle>
          <a:p>
            <a:pPr lvl="0"/>
            <a:r>
              <a:rPr lang="en-US"/>
              <a:t>Title</a:t>
            </a:r>
            <a:endParaRPr lang="en-RO"/>
          </a:p>
        </p:txBody>
      </p:sp>
    </p:spTree>
    <p:extLst>
      <p:ext uri="{BB962C8B-B14F-4D97-AF65-F5344CB8AC3E}">
        <p14:creationId xmlns:p14="http://schemas.microsoft.com/office/powerpoint/2010/main" val="20674453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Dark 5">
    <p:bg>
      <p:bgPr>
        <a:solidFill>
          <a:schemeClr val="bg1"/>
        </a:solidFill>
        <a:effectLst/>
      </p:bgPr>
    </p:bg>
    <p:spTree>
      <p:nvGrpSpPr>
        <p:cNvPr id="1" name=""/>
        <p:cNvGrpSpPr/>
        <p:nvPr/>
      </p:nvGrpSpPr>
      <p:grpSpPr>
        <a:xfrm>
          <a:off x="0" y="0"/>
          <a:ext cx="0" cy="0"/>
          <a:chOff x="0" y="0"/>
          <a:chExt cx="0" cy="0"/>
        </a:xfrm>
      </p:grpSpPr>
      <p:pic>
        <p:nvPicPr>
          <p:cNvPr id="8" name="Picture 7" descr="A person and person working on a project&#10;&#10;Description automatically generated">
            <a:extLst>
              <a:ext uri="{FF2B5EF4-FFF2-40B4-BE49-F238E27FC236}">
                <a16:creationId xmlns:a16="http://schemas.microsoft.com/office/drawing/2014/main" id="{66015DD3-CF3C-653A-B289-8A44CD4AE089}"/>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4DB53216-86C1-B549-1F60-EEC57FAFD999}"/>
              </a:ext>
            </a:extLst>
          </p:cNvPr>
          <p:cNvSpPr/>
          <p:nvPr userDrawn="1"/>
        </p:nvSpPr>
        <p:spPr>
          <a:xfrm>
            <a:off x="0" y="3069771"/>
            <a:ext cx="12192000" cy="3819444"/>
          </a:xfrm>
          <a:prstGeom prst="rect">
            <a:avLst/>
          </a:prstGeom>
          <a:gradFill flip="none" rotWithShape="1">
            <a:gsLst>
              <a:gs pos="39000">
                <a:schemeClr val="accent2">
                  <a:lumMod val="60000"/>
                  <a:lumOff val="40000"/>
                  <a:alpha val="0"/>
                </a:schemeClr>
              </a:gs>
              <a:gs pos="100000">
                <a:srgbClr val="0127AF">
                  <a:alpha val="70000"/>
                </a:srgb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sp>
        <p:nvSpPr>
          <p:cNvPr id="10" name="Subtitle 2">
            <a:extLst>
              <a:ext uri="{FF2B5EF4-FFF2-40B4-BE49-F238E27FC236}">
                <a16:creationId xmlns:a16="http://schemas.microsoft.com/office/drawing/2014/main" id="{1565ADD8-401A-A38C-D3B9-F81F0FC93668}"/>
              </a:ext>
            </a:extLst>
          </p:cNvPr>
          <p:cNvSpPr>
            <a:spLocks noGrp="1"/>
          </p:cNvSpPr>
          <p:nvPr>
            <p:ph type="subTitle" idx="1"/>
          </p:nvPr>
        </p:nvSpPr>
        <p:spPr>
          <a:xfrm>
            <a:off x="793751" y="4186771"/>
            <a:ext cx="8502649" cy="487705"/>
          </a:xfrm>
        </p:spPr>
        <p:txBody>
          <a:bodyPr/>
          <a:lstStyle>
            <a:lvl1pPr marL="0" indent="0" algn="l">
              <a:buNone/>
              <a:defRPr sz="2400" b="0" i="0">
                <a:solidFill>
                  <a:schemeClr val="bg1"/>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grpSp>
        <p:nvGrpSpPr>
          <p:cNvPr id="16" name="Graphic 8">
            <a:extLst>
              <a:ext uri="{FF2B5EF4-FFF2-40B4-BE49-F238E27FC236}">
                <a16:creationId xmlns:a16="http://schemas.microsoft.com/office/drawing/2014/main" id="{1F029CF2-CBAD-C1A7-7695-3E3944DE89F5}"/>
              </a:ext>
            </a:extLst>
          </p:cNvPr>
          <p:cNvGrpSpPr/>
          <p:nvPr userDrawn="1"/>
        </p:nvGrpSpPr>
        <p:grpSpPr>
          <a:xfrm>
            <a:off x="782097" y="517392"/>
            <a:ext cx="1325503" cy="396622"/>
            <a:chOff x="689187" y="517392"/>
            <a:chExt cx="1325503" cy="396622"/>
          </a:xfrm>
        </p:grpSpPr>
        <p:sp>
          <p:nvSpPr>
            <p:cNvPr id="17" name="Freeform 16">
              <a:extLst>
                <a:ext uri="{FF2B5EF4-FFF2-40B4-BE49-F238E27FC236}">
                  <a16:creationId xmlns:a16="http://schemas.microsoft.com/office/drawing/2014/main" id="{3905844C-2FDF-062E-9425-8E6C4B4E0BA2}"/>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9" name="Graphic 8">
              <a:extLst>
                <a:ext uri="{FF2B5EF4-FFF2-40B4-BE49-F238E27FC236}">
                  <a16:creationId xmlns:a16="http://schemas.microsoft.com/office/drawing/2014/main" id="{96FE4595-0A3E-BED7-953F-2C7C16867C14}"/>
                </a:ext>
              </a:extLst>
            </p:cNvPr>
            <p:cNvGrpSpPr/>
            <p:nvPr/>
          </p:nvGrpSpPr>
          <p:grpSpPr>
            <a:xfrm>
              <a:off x="783659" y="616135"/>
              <a:ext cx="1112528" cy="199137"/>
              <a:chOff x="783659" y="616135"/>
              <a:chExt cx="1112528" cy="199137"/>
            </a:xfrm>
            <a:solidFill>
              <a:srgbClr val="FFFFFF"/>
            </a:solidFill>
          </p:grpSpPr>
          <p:sp>
            <p:nvSpPr>
              <p:cNvPr id="20" name="Freeform 19">
                <a:extLst>
                  <a:ext uri="{FF2B5EF4-FFF2-40B4-BE49-F238E27FC236}">
                    <a16:creationId xmlns:a16="http://schemas.microsoft.com/office/drawing/2014/main" id="{1CF66697-C548-4DF6-4A4A-9BA97A4DF166}"/>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CC9837E5-E21E-DBC3-3FBF-97757D35DCB5}"/>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3F8456D8-C9C5-4B09-AC13-5FFB2D514F1D}"/>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1500D6D0-98D6-1F3A-EB37-5EC689358486}"/>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4" name="Freeform 23">
                <a:extLst>
                  <a:ext uri="{FF2B5EF4-FFF2-40B4-BE49-F238E27FC236}">
                    <a16:creationId xmlns:a16="http://schemas.microsoft.com/office/drawing/2014/main" id="{0E7B2E87-6F81-FFE3-F71E-44FD7BA2505A}"/>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7" name="Text Placeholder 16">
            <a:extLst>
              <a:ext uri="{FF2B5EF4-FFF2-40B4-BE49-F238E27FC236}">
                <a16:creationId xmlns:a16="http://schemas.microsoft.com/office/drawing/2014/main" id="{E6216836-3DC0-B942-3F5F-816AF9CD95A9}"/>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1" name="Picture Placeholder 22">
            <a:extLst>
              <a:ext uri="{FF2B5EF4-FFF2-40B4-BE49-F238E27FC236}">
                <a16:creationId xmlns:a16="http://schemas.microsoft.com/office/drawing/2014/main" id="{5B58F76E-3C18-2DB0-8F23-4C4F14B3194A}"/>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13" name="Text Placeholder 16">
            <a:extLst>
              <a:ext uri="{FF2B5EF4-FFF2-40B4-BE49-F238E27FC236}">
                <a16:creationId xmlns:a16="http://schemas.microsoft.com/office/drawing/2014/main" id="{B3A882C7-4F41-1800-DCE3-2F05DA5C7BCE}"/>
              </a:ext>
            </a:extLst>
          </p:cNvPr>
          <p:cNvSpPr>
            <a:spLocks noGrp="1"/>
          </p:cNvSpPr>
          <p:nvPr>
            <p:ph type="body" sz="quarter" idx="19" hasCustomPrompt="1"/>
          </p:nvPr>
        </p:nvSpPr>
        <p:spPr>
          <a:xfrm>
            <a:off x="6053267"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4" name="Picture Placeholder 22">
            <a:extLst>
              <a:ext uri="{FF2B5EF4-FFF2-40B4-BE49-F238E27FC236}">
                <a16:creationId xmlns:a16="http://schemas.microsoft.com/office/drawing/2014/main" id="{5BFFE7FF-88A5-0605-D674-43C6BF217703}"/>
              </a:ext>
            </a:extLst>
          </p:cNvPr>
          <p:cNvSpPr>
            <a:spLocks noGrp="1"/>
          </p:cNvSpPr>
          <p:nvPr>
            <p:ph type="pic" sz="quarter" idx="20"/>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3" name="Title 1">
            <a:extLst>
              <a:ext uri="{FF2B5EF4-FFF2-40B4-BE49-F238E27FC236}">
                <a16:creationId xmlns:a16="http://schemas.microsoft.com/office/drawing/2014/main" id="{74472AA5-273E-A76F-D568-5C5594E62000}"/>
              </a:ext>
            </a:extLst>
          </p:cNvPr>
          <p:cNvSpPr>
            <a:spLocks noGrp="1"/>
          </p:cNvSpPr>
          <p:nvPr>
            <p:ph type="ctrTitle" hasCustomPrompt="1"/>
          </p:nvPr>
        </p:nvSpPr>
        <p:spPr>
          <a:xfrm>
            <a:off x="793751" y="1796143"/>
            <a:ext cx="8502649" cy="2328198"/>
          </a:xfrm>
        </p:spPr>
        <p:txBody>
          <a:bodyPr anchor="b">
            <a:normAutofit/>
          </a:bodyPr>
          <a:lstStyle>
            <a:lvl1pPr algn="l">
              <a:lnSpc>
                <a:spcPct val="85000"/>
              </a:lnSpc>
              <a:defRPr lang="en-US" sz="6600" b="1" i="0" kern="1200" spc="0" baseline="0" dirty="0">
                <a:solidFill>
                  <a:schemeClr val="bg1"/>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2" name="Text Placeholder 3">
            <a:extLst>
              <a:ext uri="{FF2B5EF4-FFF2-40B4-BE49-F238E27FC236}">
                <a16:creationId xmlns:a16="http://schemas.microsoft.com/office/drawing/2014/main" id="{5209CD66-2C23-0FA7-B051-C18397962F5F}"/>
              </a:ext>
            </a:extLst>
          </p:cNvPr>
          <p:cNvSpPr>
            <a:spLocks noGrp="1"/>
          </p:cNvSpPr>
          <p:nvPr>
            <p:ph type="body" sz="quarter" idx="21" hasCustomPrompt="1"/>
          </p:nvPr>
        </p:nvSpPr>
        <p:spPr>
          <a:xfrm>
            <a:off x="1766888" y="5616575"/>
            <a:ext cx="2287587" cy="265113"/>
          </a:xfrm>
        </p:spPr>
        <p:txBody>
          <a:bodyPr/>
          <a:lstStyle>
            <a:lvl1pPr>
              <a:defRPr sz="1600">
                <a:solidFill>
                  <a:schemeClr val="bg1"/>
                </a:solidFill>
              </a:defRPr>
            </a:lvl1pPr>
          </a:lstStyle>
          <a:p>
            <a:pPr lvl="0"/>
            <a:r>
              <a:rPr lang="en-US"/>
              <a:t>Title</a:t>
            </a:r>
            <a:endParaRPr lang="en-RO"/>
          </a:p>
        </p:txBody>
      </p:sp>
      <p:sp>
        <p:nvSpPr>
          <p:cNvPr id="4" name="Text Placeholder 3">
            <a:extLst>
              <a:ext uri="{FF2B5EF4-FFF2-40B4-BE49-F238E27FC236}">
                <a16:creationId xmlns:a16="http://schemas.microsoft.com/office/drawing/2014/main" id="{B09BBDC4-7149-C5C6-44D0-5D0BAD74E313}"/>
              </a:ext>
            </a:extLst>
          </p:cNvPr>
          <p:cNvSpPr>
            <a:spLocks noGrp="1"/>
          </p:cNvSpPr>
          <p:nvPr>
            <p:ph type="body" sz="quarter" idx="22" hasCustomPrompt="1"/>
          </p:nvPr>
        </p:nvSpPr>
        <p:spPr>
          <a:xfrm>
            <a:off x="6053267" y="5616575"/>
            <a:ext cx="2287587" cy="265113"/>
          </a:xfrm>
        </p:spPr>
        <p:txBody>
          <a:bodyPr/>
          <a:lstStyle>
            <a:lvl1pPr>
              <a:defRPr sz="1600">
                <a:solidFill>
                  <a:schemeClr val="bg1"/>
                </a:solidFill>
              </a:defRPr>
            </a:lvl1pPr>
          </a:lstStyle>
          <a:p>
            <a:pPr lvl="0"/>
            <a:r>
              <a:rPr lang="en-US"/>
              <a:t>Title</a:t>
            </a:r>
            <a:endParaRPr lang="en-RO"/>
          </a:p>
        </p:txBody>
      </p:sp>
    </p:spTree>
    <p:extLst>
      <p:ext uri="{BB962C8B-B14F-4D97-AF65-F5344CB8AC3E}">
        <p14:creationId xmlns:p14="http://schemas.microsoft.com/office/powerpoint/2010/main" val="29102215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Slide Dark 6">
    <p:bg>
      <p:bgPr>
        <a:solidFill>
          <a:schemeClr val="bg1"/>
        </a:solidFill>
        <a:effectLst/>
      </p:bgPr>
    </p:bg>
    <p:spTree>
      <p:nvGrpSpPr>
        <p:cNvPr id="1" name=""/>
        <p:cNvGrpSpPr/>
        <p:nvPr/>
      </p:nvGrpSpPr>
      <p:grpSpPr>
        <a:xfrm>
          <a:off x="0" y="0"/>
          <a:ext cx="0" cy="0"/>
          <a:chOff x="0" y="0"/>
          <a:chExt cx="0" cy="0"/>
        </a:xfrm>
      </p:grpSpPr>
      <p:pic>
        <p:nvPicPr>
          <p:cNvPr id="9" name="Picture 8" descr="A blue and green gradient with a white triangle&#10;&#10;Description automatically generated">
            <a:extLst>
              <a:ext uri="{FF2B5EF4-FFF2-40B4-BE49-F238E27FC236}">
                <a16:creationId xmlns:a16="http://schemas.microsoft.com/office/drawing/2014/main" id="{01914A4F-3C5B-EDE2-EFA8-01658F147C9C}"/>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5" name="Picture Placeholder 24">
            <a:extLst>
              <a:ext uri="{FF2B5EF4-FFF2-40B4-BE49-F238E27FC236}">
                <a16:creationId xmlns:a16="http://schemas.microsoft.com/office/drawing/2014/main" id="{99B31B46-AC9C-D2F3-F312-BAB4BBAADD7C}"/>
              </a:ext>
            </a:extLst>
          </p:cNvPr>
          <p:cNvSpPr>
            <a:spLocks noGrp="1"/>
          </p:cNvSpPr>
          <p:nvPr>
            <p:ph type="pic" sz="quarter" idx="18" hasCustomPrompt="1"/>
          </p:nvPr>
        </p:nvSpPr>
        <p:spPr>
          <a:xfrm>
            <a:off x="3181082" y="1"/>
            <a:ext cx="9010918" cy="5794818"/>
          </a:xfrm>
          <a:custGeom>
            <a:avLst/>
            <a:gdLst>
              <a:gd name="csX0" fmla="*/ 0 w 8970278"/>
              <a:gd name="csY0" fmla="*/ 0 h 5781103"/>
              <a:gd name="csX1" fmla="*/ 8970278 w 8970278"/>
              <a:gd name="csY1" fmla="*/ 0 h 5781103"/>
              <a:gd name="csX2" fmla="*/ 8970278 w 8970278"/>
              <a:gd name="csY2" fmla="*/ 3026413 h 5781103"/>
              <a:gd name="csX3" fmla="*/ 6369204 w 8970278"/>
              <a:gd name="csY3" fmla="*/ 5627488 h 5781103"/>
              <a:gd name="csX4" fmla="*/ 5627486 w 8970278"/>
              <a:gd name="csY4" fmla="*/ 5627488 h 5781103"/>
            </a:gdLst>
            <a:ahLst/>
            <a:cxnLst>
              <a:cxn ang="0">
                <a:pos x="csX0" y="csY0"/>
              </a:cxn>
              <a:cxn ang="0">
                <a:pos x="csX1" y="csY1"/>
              </a:cxn>
              <a:cxn ang="0">
                <a:pos x="csX2" y="csY2"/>
              </a:cxn>
              <a:cxn ang="0">
                <a:pos x="csX3" y="csY3"/>
              </a:cxn>
              <a:cxn ang="0">
                <a:pos x="csX4" y="csY4"/>
              </a:cxn>
            </a:cxnLst>
            <a:rect l="l" t="t" r="r" b="b"/>
            <a:pathLst>
              <a:path w="8970278" h="5781103">
                <a:moveTo>
                  <a:pt x="0" y="0"/>
                </a:moveTo>
                <a:lnTo>
                  <a:pt x="8970278" y="0"/>
                </a:lnTo>
                <a:lnTo>
                  <a:pt x="8970278" y="3026413"/>
                </a:lnTo>
                <a:lnTo>
                  <a:pt x="6369204" y="5627488"/>
                </a:lnTo>
                <a:cubicBezTo>
                  <a:pt x="6164384" y="5832309"/>
                  <a:pt x="5832306" y="5832309"/>
                  <a:pt x="5627486" y="5627488"/>
                </a:cubicBezTo>
                <a:close/>
              </a:path>
            </a:pathLst>
          </a:custGeom>
          <a:solidFill>
            <a:schemeClr val="bg1">
              <a:lumMod val="95000"/>
            </a:schemeClr>
          </a:solidFill>
        </p:spPr>
        <p:txBody>
          <a:bodyPr wrap="square">
            <a:noAutofit/>
          </a:bodyPr>
          <a:lstStyle>
            <a:lvl1pPr algn="ctr">
              <a:defRPr>
                <a:solidFill>
                  <a:schemeClr val="tx1">
                    <a:lumMod val="60000"/>
                    <a:lumOff val="40000"/>
                  </a:schemeClr>
                </a:solidFill>
              </a:defRPr>
            </a:lvl1pPr>
          </a:lstStyle>
          <a:p>
            <a:r>
              <a:rPr lang="en-GB"/>
              <a:t>Please add Veeam approved images</a:t>
            </a:r>
            <a:endParaRPr lang="en-US"/>
          </a:p>
        </p:txBody>
      </p:sp>
      <p:sp>
        <p:nvSpPr>
          <p:cNvPr id="6" name="Rectangle 5">
            <a:extLst>
              <a:ext uri="{FF2B5EF4-FFF2-40B4-BE49-F238E27FC236}">
                <a16:creationId xmlns:a16="http://schemas.microsoft.com/office/drawing/2014/main" id="{C598BE0A-7033-E5AD-E4C6-3EC0FFF191E8}"/>
              </a:ext>
            </a:extLst>
          </p:cNvPr>
          <p:cNvSpPr/>
          <p:nvPr userDrawn="1"/>
        </p:nvSpPr>
        <p:spPr>
          <a:xfrm>
            <a:off x="0" y="2692772"/>
            <a:ext cx="12192000" cy="4196443"/>
          </a:xfrm>
          <a:prstGeom prst="rect">
            <a:avLst/>
          </a:prstGeom>
          <a:gradFill flip="none" rotWithShape="1">
            <a:gsLst>
              <a:gs pos="39000">
                <a:schemeClr val="accent2">
                  <a:lumMod val="60000"/>
                  <a:lumOff val="40000"/>
                  <a:alpha val="0"/>
                </a:schemeClr>
              </a:gs>
              <a:gs pos="100000">
                <a:srgbClr val="0127AF">
                  <a:alpha val="70000"/>
                </a:srgb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a:solidFill>
                <a:schemeClr val="bg1"/>
              </a:solidFill>
              <a:latin typeface="ES Build" pitchFamily="50" charset="0"/>
              <a:cs typeface="Microsoft Sans Serif" panose="020B0604020202020204" pitchFamily="34" charset="0"/>
            </a:endParaRPr>
          </a:p>
        </p:txBody>
      </p:sp>
      <p:sp>
        <p:nvSpPr>
          <p:cNvPr id="10" name="Subtitle 2">
            <a:extLst>
              <a:ext uri="{FF2B5EF4-FFF2-40B4-BE49-F238E27FC236}">
                <a16:creationId xmlns:a16="http://schemas.microsoft.com/office/drawing/2014/main" id="{55C23D81-6AAB-502E-121E-465CA5756174}"/>
              </a:ext>
            </a:extLst>
          </p:cNvPr>
          <p:cNvSpPr>
            <a:spLocks noGrp="1"/>
          </p:cNvSpPr>
          <p:nvPr>
            <p:ph type="subTitle" idx="1"/>
          </p:nvPr>
        </p:nvSpPr>
        <p:spPr>
          <a:xfrm>
            <a:off x="793751" y="4186771"/>
            <a:ext cx="8502649" cy="487705"/>
          </a:xfrm>
        </p:spPr>
        <p:txBody>
          <a:bodyPr/>
          <a:lstStyle>
            <a:lvl1pPr marL="0" indent="0" algn="l">
              <a:buNone/>
              <a:defRPr sz="2400" b="0" i="0">
                <a:solidFill>
                  <a:schemeClr val="bg1"/>
                </a:solidFill>
                <a:latin typeface="ES Build" pitchFamily="2" charset="77"/>
                <a:ea typeface="ES Build"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grpSp>
        <p:nvGrpSpPr>
          <p:cNvPr id="16" name="Graphic 8">
            <a:extLst>
              <a:ext uri="{FF2B5EF4-FFF2-40B4-BE49-F238E27FC236}">
                <a16:creationId xmlns:a16="http://schemas.microsoft.com/office/drawing/2014/main" id="{0BC721BA-C6F0-40D2-9478-175BC294BEED}"/>
              </a:ext>
            </a:extLst>
          </p:cNvPr>
          <p:cNvGrpSpPr/>
          <p:nvPr userDrawn="1"/>
        </p:nvGrpSpPr>
        <p:grpSpPr>
          <a:xfrm>
            <a:off x="782097" y="517392"/>
            <a:ext cx="1325503" cy="396622"/>
            <a:chOff x="689187" y="517392"/>
            <a:chExt cx="1325503" cy="396622"/>
          </a:xfrm>
        </p:grpSpPr>
        <p:sp>
          <p:nvSpPr>
            <p:cNvPr id="17" name="Freeform 16">
              <a:extLst>
                <a:ext uri="{FF2B5EF4-FFF2-40B4-BE49-F238E27FC236}">
                  <a16:creationId xmlns:a16="http://schemas.microsoft.com/office/drawing/2014/main" id="{131BB7E2-30D9-2B20-BE61-5BA1812380C6}"/>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9" name="Graphic 8">
              <a:extLst>
                <a:ext uri="{FF2B5EF4-FFF2-40B4-BE49-F238E27FC236}">
                  <a16:creationId xmlns:a16="http://schemas.microsoft.com/office/drawing/2014/main" id="{ED2233A2-6BB7-F864-58E5-7165B679D143}"/>
                </a:ext>
              </a:extLst>
            </p:cNvPr>
            <p:cNvGrpSpPr/>
            <p:nvPr/>
          </p:nvGrpSpPr>
          <p:grpSpPr>
            <a:xfrm>
              <a:off x="783659" y="616135"/>
              <a:ext cx="1112528" cy="199137"/>
              <a:chOff x="783659" y="616135"/>
              <a:chExt cx="1112528" cy="199137"/>
            </a:xfrm>
            <a:solidFill>
              <a:srgbClr val="FFFFFF"/>
            </a:solidFill>
          </p:grpSpPr>
          <p:sp>
            <p:nvSpPr>
              <p:cNvPr id="20" name="Freeform 19">
                <a:extLst>
                  <a:ext uri="{FF2B5EF4-FFF2-40B4-BE49-F238E27FC236}">
                    <a16:creationId xmlns:a16="http://schemas.microsoft.com/office/drawing/2014/main" id="{06202FA6-5531-42F4-1EC4-C12F5404691E}"/>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6A443B4D-5766-4D02-8977-885A15542F69}"/>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DA148584-2150-D922-0AEE-93A3A75C4D8F}"/>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EC88BD49-9E1C-953B-54DF-1B8449615220}"/>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4" name="Freeform 23">
                <a:extLst>
                  <a:ext uri="{FF2B5EF4-FFF2-40B4-BE49-F238E27FC236}">
                    <a16:creationId xmlns:a16="http://schemas.microsoft.com/office/drawing/2014/main" id="{2C81D107-BB41-3C32-69B9-FE6AF4BD1463}"/>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7" name="Text Placeholder 16">
            <a:extLst>
              <a:ext uri="{FF2B5EF4-FFF2-40B4-BE49-F238E27FC236}">
                <a16:creationId xmlns:a16="http://schemas.microsoft.com/office/drawing/2014/main" id="{E99744A2-078A-DC52-1790-80F821E513F8}"/>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chemeClr val="bg1"/>
                </a:solidFill>
                <a:latin typeface="ES Build "/>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1" name="Picture Placeholder 22">
            <a:extLst>
              <a:ext uri="{FF2B5EF4-FFF2-40B4-BE49-F238E27FC236}">
                <a16:creationId xmlns:a16="http://schemas.microsoft.com/office/drawing/2014/main" id="{9FAC0E1B-FD2B-4B63-0464-332AD4FEBD6A}"/>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13" name="Text Placeholder 16">
            <a:extLst>
              <a:ext uri="{FF2B5EF4-FFF2-40B4-BE49-F238E27FC236}">
                <a16:creationId xmlns:a16="http://schemas.microsoft.com/office/drawing/2014/main" id="{FA17F67C-5259-4059-5EAB-87372AFC3A4F}"/>
              </a:ext>
            </a:extLst>
          </p:cNvPr>
          <p:cNvSpPr>
            <a:spLocks noGrp="1"/>
          </p:cNvSpPr>
          <p:nvPr>
            <p:ph type="body" sz="quarter" idx="20" hasCustomPrompt="1"/>
          </p:nvPr>
        </p:nvSpPr>
        <p:spPr>
          <a:xfrm>
            <a:off x="6053267" y="5140383"/>
            <a:ext cx="2287857" cy="346017"/>
          </a:xfrm>
        </p:spPr>
        <p:txBody>
          <a:bodyPr>
            <a:noAutofit/>
          </a:bodyPr>
          <a:lstStyle>
            <a:lvl1pPr marL="0" indent="0">
              <a:lnSpc>
                <a:spcPct val="80000"/>
              </a:lnSpc>
              <a:buNone/>
              <a:defRPr sz="2400" b="0" i="0">
                <a:solidFill>
                  <a:schemeClr val="bg1"/>
                </a:solidFill>
                <a:latin typeface="ES Build "/>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4" name="Picture Placeholder 22">
            <a:extLst>
              <a:ext uri="{FF2B5EF4-FFF2-40B4-BE49-F238E27FC236}">
                <a16:creationId xmlns:a16="http://schemas.microsoft.com/office/drawing/2014/main" id="{B35351E5-D91B-86E8-691E-092AF250D7DB}"/>
              </a:ext>
            </a:extLst>
          </p:cNvPr>
          <p:cNvSpPr>
            <a:spLocks noGrp="1"/>
          </p:cNvSpPr>
          <p:nvPr>
            <p:ph type="pic" sz="quarter" idx="21"/>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2" name="Title 1">
            <a:extLst>
              <a:ext uri="{FF2B5EF4-FFF2-40B4-BE49-F238E27FC236}">
                <a16:creationId xmlns:a16="http://schemas.microsoft.com/office/drawing/2014/main" id="{8535C67C-4DA8-8546-7F62-4678976C72E1}"/>
              </a:ext>
            </a:extLst>
          </p:cNvPr>
          <p:cNvSpPr>
            <a:spLocks noGrp="1"/>
          </p:cNvSpPr>
          <p:nvPr>
            <p:ph type="ctrTitle" hasCustomPrompt="1"/>
          </p:nvPr>
        </p:nvSpPr>
        <p:spPr>
          <a:xfrm>
            <a:off x="793751" y="1796143"/>
            <a:ext cx="8502649" cy="2328198"/>
          </a:xfrm>
        </p:spPr>
        <p:txBody>
          <a:bodyPr anchor="b">
            <a:normAutofit/>
          </a:bodyPr>
          <a:lstStyle>
            <a:lvl1pPr algn="l">
              <a:lnSpc>
                <a:spcPct val="85000"/>
              </a:lnSpc>
              <a:defRPr lang="en-US" sz="6600" b="1" i="0" kern="1200" spc="0" baseline="0" dirty="0">
                <a:solidFill>
                  <a:schemeClr val="bg1"/>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5" name="Text Placeholder 3">
            <a:extLst>
              <a:ext uri="{FF2B5EF4-FFF2-40B4-BE49-F238E27FC236}">
                <a16:creationId xmlns:a16="http://schemas.microsoft.com/office/drawing/2014/main" id="{7544D057-55AE-1768-461A-4F7339130E03}"/>
              </a:ext>
            </a:extLst>
          </p:cNvPr>
          <p:cNvSpPr>
            <a:spLocks noGrp="1"/>
          </p:cNvSpPr>
          <p:nvPr>
            <p:ph type="body" sz="quarter" idx="22" hasCustomPrompt="1"/>
          </p:nvPr>
        </p:nvSpPr>
        <p:spPr>
          <a:xfrm>
            <a:off x="1766888" y="5616575"/>
            <a:ext cx="2287587" cy="265113"/>
          </a:xfrm>
        </p:spPr>
        <p:txBody>
          <a:bodyPr/>
          <a:lstStyle>
            <a:lvl1pPr>
              <a:defRPr sz="1600">
                <a:solidFill>
                  <a:schemeClr val="bg1"/>
                </a:solidFill>
              </a:defRPr>
            </a:lvl1pPr>
          </a:lstStyle>
          <a:p>
            <a:pPr lvl="0"/>
            <a:r>
              <a:rPr lang="en-US"/>
              <a:t>Title</a:t>
            </a:r>
            <a:endParaRPr lang="en-RO"/>
          </a:p>
        </p:txBody>
      </p:sp>
      <p:sp>
        <p:nvSpPr>
          <p:cNvPr id="8" name="Text Placeholder 3">
            <a:extLst>
              <a:ext uri="{FF2B5EF4-FFF2-40B4-BE49-F238E27FC236}">
                <a16:creationId xmlns:a16="http://schemas.microsoft.com/office/drawing/2014/main" id="{26DE908A-BF37-2A87-DE47-A0CA96014F54}"/>
              </a:ext>
            </a:extLst>
          </p:cNvPr>
          <p:cNvSpPr>
            <a:spLocks noGrp="1"/>
          </p:cNvSpPr>
          <p:nvPr>
            <p:ph type="body" sz="quarter" idx="23" hasCustomPrompt="1"/>
          </p:nvPr>
        </p:nvSpPr>
        <p:spPr>
          <a:xfrm>
            <a:off x="6053267" y="5616575"/>
            <a:ext cx="2287587" cy="265113"/>
          </a:xfrm>
        </p:spPr>
        <p:txBody>
          <a:bodyPr/>
          <a:lstStyle>
            <a:lvl1pPr>
              <a:defRPr sz="1600">
                <a:solidFill>
                  <a:schemeClr val="bg1"/>
                </a:solidFill>
              </a:defRPr>
            </a:lvl1pPr>
          </a:lstStyle>
          <a:p>
            <a:pPr lvl="0"/>
            <a:r>
              <a:rPr lang="en-US"/>
              <a:t>Title</a:t>
            </a:r>
            <a:endParaRPr lang="en-RO"/>
          </a:p>
        </p:txBody>
      </p:sp>
    </p:spTree>
    <p:extLst>
      <p:ext uri="{BB962C8B-B14F-4D97-AF65-F5344CB8AC3E}">
        <p14:creationId xmlns:p14="http://schemas.microsoft.com/office/powerpoint/2010/main" val="42203194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Slide Light 1">
    <p:bg>
      <p:bgPr>
        <a:solidFill>
          <a:schemeClr val="bg1"/>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74E99F9D-F5E1-7941-003A-BC7694766366}"/>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1">
            <a:extLst>
              <a:ext uri="{FF2B5EF4-FFF2-40B4-BE49-F238E27FC236}">
                <a16:creationId xmlns:a16="http://schemas.microsoft.com/office/drawing/2014/main" id="{965AF8F1-72AC-8700-B067-742B4267CCFD}"/>
              </a:ext>
            </a:extLst>
          </p:cNvPr>
          <p:cNvSpPr>
            <a:spLocks noGrp="1"/>
          </p:cNvSpPr>
          <p:nvPr>
            <p:ph type="ctrTitle" hasCustomPrompt="1"/>
          </p:nvPr>
        </p:nvSpPr>
        <p:spPr>
          <a:xfrm>
            <a:off x="793751" y="1794329"/>
            <a:ext cx="8502649" cy="1866122"/>
          </a:xfrm>
        </p:spPr>
        <p:txBody>
          <a:bodyPr anchor="b">
            <a:normAutofit/>
          </a:bodyPr>
          <a:lstStyle>
            <a:lvl1pPr algn="l">
              <a:lnSpc>
                <a:spcPct val="85000"/>
              </a:lnSpc>
              <a:defRPr lang="en-US" sz="6600" b="1" i="0" kern="1200" spc="0" baseline="0" dirty="0">
                <a:solidFill>
                  <a:srgbClr val="002060"/>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8" name="Subtitle 2">
            <a:extLst>
              <a:ext uri="{FF2B5EF4-FFF2-40B4-BE49-F238E27FC236}">
                <a16:creationId xmlns:a16="http://schemas.microsoft.com/office/drawing/2014/main" id="{F746095E-1EE5-435C-A26A-8A9CF14C899F}"/>
              </a:ext>
            </a:extLst>
          </p:cNvPr>
          <p:cNvSpPr>
            <a:spLocks noGrp="1"/>
          </p:cNvSpPr>
          <p:nvPr>
            <p:ph type="subTitle" idx="1" hasCustomPrompt="1"/>
          </p:nvPr>
        </p:nvSpPr>
        <p:spPr>
          <a:xfrm>
            <a:off x="793751" y="3722881"/>
            <a:ext cx="8502649" cy="487705"/>
          </a:xfrm>
        </p:spPr>
        <p:txBody>
          <a:bodyPr/>
          <a:lstStyle>
            <a:lvl1pPr marL="0" indent="0" algn="l">
              <a:buNone/>
              <a:defRPr sz="2400" b="0" i="0">
                <a:solidFill>
                  <a:srgbClr val="002060"/>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 </a:t>
            </a:r>
          </a:p>
        </p:txBody>
      </p:sp>
      <p:grpSp>
        <p:nvGrpSpPr>
          <p:cNvPr id="15" name="Graphic 8">
            <a:extLst>
              <a:ext uri="{FF2B5EF4-FFF2-40B4-BE49-F238E27FC236}">
                <a16:creationId xmlns:a16="http://schemas.microsoft.com/office/drawing/2014/main" id="{2BECE6B6-95ED-558C-955F-BFD7BEF7BEB9}"/>
              </a:ext>
            </a:extLst>
          </p:cNvPr>
          <p:cNvGrpSpPr/>
          <p:nvPr userDrawn="1"/>
        </p:nvGrpSpPr>
        <p:grpSpPr>
          <a:xfrm>
            <a:off x="782097" y="517392"/>
            <a:ext cx="1325503" cy="396622"/>
            <a:chOff x="689187" y="517392"/>
            <a:chExt cx="1325503" cy="396622"/>
          </a:xfrm>
        </p:grpSpPr>
        <p:sp>
          <p:nvSpPr>
            <p:cNvPr id="16" name="Freeform 15">
              <a:extLst>
                <a:ext uri="{FF2B5EF4-FFF2-40B4-BE49-F238E27FC236}">
                  <a16:creationId xmlns:a16="http://schemas.microsoft.com/office/drawing/2014/main" id="{E2C38BCE-66F7-E555-CFE0-55996C7DC2D4}"/>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7" name="Graphic 8">
              <a:extLst>
                <a:ext uri="{FF2B5EF4-FFF2-40B4-BE49-F238E27FC236}">
                  <a16:creationId xmlns:a16="http://schemas.microsoft.com/office/drawing/2014/main" id="{3CA0275F-7A87-F400-71D7-8D12432554CF}"/>
                </a:ext>
              </a:extLst>
            </p:cNvPr>
            <p:cNvGrpSpPr/>
            <p:nvPr/>
          </p:nvGrpSpPr>
          <p:grpSpPr>
            <a:xfrm>
              <a:off x="783659" y="616135"/>
              <a:ext cx="1112528" cy="199137"/>
              <a:chOff x="783659" y="616135"/>
              <a:chExt cx="1112528" cy="199137"/>
            </a:xfrm>
            <a:solidFill>
              <a:srgbClr val="FFFFFF"/>
            </a:solidFill>
          </p:grpSpPr>
          <p:sp>
            <p:nvSpPr>
              <p:cNvPr id="19" name="Freeform 18">
                <a:extLst>
                  <a:ext uri="{FF2B5EF4-FFF2-40B4-BE49-F238E27FC236}">
                    <a16:creationId xmlns:a16="http://schemas.microsoft.com/office/drawing/2014/main" id="{70A63C8B-914E-A40C-3CD9-F7ADA8FF1F89}"/>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0" name="Freeform 19">
                <a:extLst>
                  <a:ext uri="{FF2B5EF4-FFF2-40B4-BE49-F238E27FC236}">
                    <a16:creationId xmlns:a16="http://schemas.microsoft.com/office/drawing/2014/main" id="{203C107F-E0CF-887D-0935-4BBFAB118543}"/>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7BA046A4-C19C-D7B8-B796-1B2CF3D85709}"/>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2F741156-8C9E-D97E-B9C6-82FEC1E552DC}"/>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6F01A004-FC38-6A86-9FDE-C3531C86F551}"/>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2" name="Text Placeholder 16">
            <a:extLst>
              <a:ext uri="{FF2B5EF4-FFF2-40B4-BE49-F238E27FC236}">
                <a16:creationId xmlns:a16="http://schemas.microsoft.com/office/drawing/2014/main" id="{6AD7B1CE-1D3E-A89E-9786-FBD6738B6726}"/>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4" name="Picture Placeholder 22">
            <a:extLst>
              <a:ext uri="{FF2B5EF4-FFF2-40B4-BE49-F238E27FC236}">
                <a16:creationId xmlns:a16="http://schemas.microsoft.com/office/drawing/2014/main" id="{45C593E2-1683-0C5B-3E45-3D99497C2E7F}"/>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7" name="Text Placeholder 16">
            <a:extLst>
              <a:ext uri="{FF2B5EF4-FFF2-40B4-BE49-F238E27FC236}">
                <a16:creationId xmlns:a16="http://schemas.microsoft.com/office/drawing/2014/main" id="{6B88A0A1-4985-9251-AD99-53AE5031E0B5}"/>
              </a:ext>
            </a:extLst>
          </p:cNvPr>
          <p:cNvSpPr>
            <a:spLocks noGrp="1"/>
          </p:cNvSpPr>
          <p:nvPr>
            <p:ph type="body" sz="quarter" idx="20" hasCustomPrompt="1"/>
          </p:nvPr>
        </p:nvSpPr>
        <p:spPr>
          <a:xfrm>
            <a:off x="5575595"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9" name="Picture Placeholder 22">
            <a:extLst>
              <a:ext uri="{FF2B5EF4-FFF2-40B4-BE49-F238E27FC236}">
                <a16:creationId xmlns:a16="http://schemas.microsoft.com/office/drawing/2014/main" id="{373227E0-2066-5763-2BA5-EAAAB1D55E2C}"/>
              </a:ext>
            </a:extLst>
          </p:cNvPr>
          <p:cNvSpPr>
            <a:spLocks noGrp="1"/>
          </p:cNvSpPr>
          <p:nvPr>
            <p:ph type="pic" sz="quarter" idx="21"/>
          </p:nvPr>
        </p:nvSpPr>
        <p:spPr>
          <a:xfrm>
            <a:off x="4591199"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3" name="Text Placeholder 3">
            <a:extLst>
              <a:ext uri="{FF2B5EF4-FFF2-40B4-BE49-F238E27FC236}">
                <a16:creationId xmlns:a16="http://schemas.microsoft.com/office/drawing/2014/main" id="{45AD6AF1-BA77-3DB0-C3E1-423FF40E95A7}"/>
              </a:ext>
            </a:extLst>
          </p:cNvPr>
          <p:cNvSpPr>
            <a:spLocks noGrp="1"/>
          </p:cNvSpPr>
          <p:nvPr>
            <p:ph type="body" sz="quarter" idx="22" hasCustomPrompt="1"/>
          </p:nvPr>
        </p:nvSpPr>
        <p:spPr>
          <a:xfrm>
            <a:off x="1766888" y="5616575"/>
            <a:ext cx="2287587" cy="265113"/>
          </a:xfrm>
        </p:spPr>
        <p:txBody>
          <a:bodyPr/>
          <a:lstStyle>
            <a:lvl1pPr>
              <a:defRPr sz="1600">
                <a:solidFill>
                  <a:srgbClr val="002060"/>
                </a:solidFill>
              </a:defRPr>
            </a:lvl1pPr>
          </a:lstStyle>
          <a:p>
            <a:pPr lvl="0"/>
            <a:r>
              <a:rPr lang="en-US"/>
              <a:t>Title</a:t>
            </a:r>
            <a:endParaRPr lang="en-RO"/>
          </a:p>
        </p:txBody>
      </p:sp>
      <p:sp>
        <p:nvSpPr>
          <p:cNvPr id="10" name="Text Placeholder 3">
            <a:extLst>
              <a:ext uri="{FF2B5EF4-FFF2-40B4-BE49-F238E27FC236}">
                <a16:creationId xmlns:a16="http://schemas.microsoft.com/office/drawing/2014/main" id="{8AB52C40-5FCE-6593-9269-C1231C4C958E}"/>
              </a:ext>
            </a:extLst>
          </p:cNvPr>
          <p:cNvSpPr>
            <a:spLocks noGrp="1"/>
          </p:cNvSpPr>
          <p:nvPr>
            <p:ph type="body" sz="quarter" idx="23" hasCustomPrompt="1"/>
          </p:nvPr>
        </p:nvSpPr>
        <p:spPr>
          <a:xfrm>
            <a:off x="6053267" y="5616575"/>
            <a:ext cx="2287587" cy="265113"/>
          </a:xfrm>
        </p:spPr>
        <p:txBody>
          <a:bodyPr/>
          <a:lstStyle>
            <a:lvl1pPr>
              <a:defRPr sz="1600">
                <a:solidFill>
                  <a:srgbClr val="002060"/>
                </a:solidFill>
              </a:defRPr>
            </a:lvl1pPr>
          </a:lstStyle>
          <a:p>
            <a:pPr lvl="0"/>
            <a:r>
              <a:rPr lang="en-US"/>
              <a:t>Title</a:t>
            </a:r>
            <a:endParaRPr lang="en-RO"/>
          </a:p>
        </p:txBody>
      </p:sp>
    </p:spTree>
    <p:extLst>
      <p:ext uri="{BB962C8B-B14F-4D97-AF65-F5344CB8AC3E}">
        <p14:creationId xmlns:p14="http://schemas.microsoft.com/office/powerpoint/2010/main" val="2953661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le Slide Light 2">
    <p:bg>
      <p:bgPr>
        <a:solidFill>
          <a:schemeClr val="bg1"/>
        </a:solidFill>
        <a:effectLst/>
      </p:bgPr>
    </p:bg>
    <p:spTree>
      <p:nvGrpSpPr>
        <p:cNvPr id="1" name=""/>
        <p:cNvGrpSpPr/>
        <p:nvPr/>
      </p:nvGrpSpPr>
      <p:grpSpPr>
        <a:xfrm>
          <a:off x="0" y="0"/>
          <a:ext cx="0" cy="0"/>
          <a:chOff x="0" y="0"/>
          <a:chExt cx="0" cy="0"/>
        </a:xfrm>
      </p:grpSpPr>
      <p:pic>
        <p:nvPicPr>
          <p:cNvPr id="2" name="Picture 1" descr="A person looking at a tablet&#10;&#10;AI-generated content may be incorrect.">
            <a:extLst>
              <a:ext uri="{FF2B5EF4-FFF2-40B4-BE49-F238E27FC236}">
                <a16:creationId xmlns:a16="http://schemas.microsoft.com/office/drawing/2014/main" id="{214C1BA3-F4A3-2402-7420-FF9C35927644}"/>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Title 1">
            <a:extLst>
              <a:ext uri="{FF2B5EF4-FFF2-40B4-BE49-F238E27FC236}">
                <a16:creationId xmlns:a16="http://schemas.microsoft.com/office/drawing/2014/main" id="{2A022E50-C4C7-44AA-D903-D1DED85EC316}"/>
              </a:ext>
            </a:extLst>
          </p:cNvPr>
          <p:cNvSpPr>
            <a:spLocks noGrp="1"/>
          </p:cNvSpPr>
          <p:nvPr>
            <p:ph type="ctrTitle" hasCustomPrompt="1"/>
          </p:nvPr>
        </p:nvSpPr>
        <p:spPr>
          <a:xfrm>
            <a:off x="793751" y="1796143"/>
            <a:ext cx="8502649" cy="2328198"/>
          </a:xfrm>
        </p:spPr>
        <p:txBody>
          <a:bodyPr anchor="b">
            <a:normAutofit/>
          </a:bodyPr>
          <a:lstStyle>
            <a:lvl1pPr algn="l">
              <a:lnSpc>
                <a:spcPct val="85000"/>
              </a:lnSpc>
              <a:defRPr lang="en-US" sz="6600" b="1" i="0" kern="1200" spc="0" baseline="0" dirty="0">
                <a:solidFill>
                  <a:srgbClr val="002060"/>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10" name="Subtitle 2">
            <a:extLst>
              <a:ext uri="{FF2B5EF4-FFF2-40B4-BE49-F238E27FC236}">
                <a16:creationId xmlns:a16="http://schemas.microsoft.com/office/drawing/2014/main" id="{1565ADD8-401A-A38C-D3B9-F81F0FC93668}"/>
              </a:ext>
            </a:extLst>
          </p:cNvPr>
          <p:cNvSpPr>
            <a:spLocks noGrp="1"/>
          </p:cNvSpPr>
          <p:nvPr>
            <p:ph type="subTitle" idx="1"/>
          </p:nvPr>
        </p:nvSpPr>
        <p:spPr>
          <a:xfrm>
            <a:off x="793751" y="4186771"/>
            <a:ext cx="8502649" cy="487705"/>
          </a:xfrm>
        </p:spPr>
        <p:txBody>
          <a:bodyPr/>
          <a:lstStyle>
            <a:lvl1pPr marL="0" indent="0" algn="l">
              <a:buNone/>
              <a:defRPr sz="2400" b="0" i="0">
                <a:solidFill>
                  <a:srgbClr val="002060"/>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grpSp>
        <p:nvGrpSpPr>
          <p:cNvPr id="16" name="Graphic 8">
            <a:extLst>
              <a:ext uri="{FF2B5EF4-FFF2-40B4-BE49-F238E27FC236}">
                <a16:creationId xmlns:a16="http://schemas.microsoft.com/office/drawing/2014/main" id="{1F029CF2-CBAD-C1A7-7695-3E3944DE89F5}"/>
              </a:ext>
            </a:extLst>
          </p:cNvPr>
          <p:cNvGrpSpPr/>
          <p:nvPr userDrawn="1"/>
        </p:nvGrpSpPr>
        <p:grpSpPr>
          <a:xfrm>
            <a:off x="782097" y="517392"/>
            <a:ext cx="1325503" cy="396622"/>
            <a:chOff x="689187" y="517392"/>
            <a:chExt cx="1325503" cy="396622"/>
          </a:xfrm>
        </p:grpSpPr>
        <p:sp>
          <p:nvSpPr>
            <p:cNvPr id="17" name="Freeform 16">
              <a:extLst>
                <a:ext uri="{FF2B5EF4-FFF2-40B4-BE49-F238E27FC236}">
                  <a16:creationId xmlns:a16="http://schemas.microsoft.com/office/drawing/2014/main" id="{3905844C-2FDF-062E-9425-8E6C4B4E0BA2}"/>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9" name="Graphic 8">
              <a:extLst>
                <a:ext uri="{FF2B5EF4-FFF2-40B4-BE49-F238E27FC236}">
                  <a16:creationId xmlns:a16="http://schemas.microsoft.com/office/drawing/2014/main" id="{96FE4595-0A3E-BED7-953F-2C7C16867C14}"/>
                </a:ext>
              </a:extLst>
            </p:cNvPr>
            <p:cNvGrpSpPr/>
            <p:nvPr/>
          </p:nvGrpSpPr>
          <p:grpSpPr>
            <a:xfrm>
              <a:off x="783659" y="616135"/>
              <a:ext cx="1112528" cy="199137"/>
              <a:chOff x="783659" y="616135"/>
              <a:chExt cx="1112528" cy="199137"/>
            </a:xfrm>
            <a:solidFill>
              <a:srgbClr val="FFFFFF"/>
            </a:solidFill>
          </p:grpSpPr>
          <p:sp>
            <p:nvSpPr>
              <p:cNvPr id="20" name="Freeform 19">
                <a:extLst>
                  <a:ext uri="{FF2B5EF4-FFF2-40B4-BE49-F238E27FC236}">
                    <a16:creationId xmlns:a16="http://schemas.microsoft.com/office/drawing/2014/main" id="{1CF66697-C548-4DF6-4A4A-9BA97A4DF166}"/>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CC9837E5-E21E-DBC3-3FBF-97757D35DCB5}"/>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3F8456D8-C9C5-4B09-AC13-5FFB2D514F1D}"/>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1500D6D0-98D6-1F3A-EB37-5EC689358486}"/>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4" name="Freeform 23">
                <a:extLst>
                  <a:ext uri="{FF2B5EF4-FFF2-40B4-BE49-F238E27FC236}">
                    <a16:creationId xmlns:a16="http://schemas.microsoft.com/office/drawing/2014/main" id="{0E7B2E87-6F81-FFE3-F71E-44FD7BA2505A}"/>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7" name="Text Placeholder 16">
            <a:extLst>
              <a:ext uri="{FF2B5EF4-FFF2-40B4-BE49-F238E27FC236}">
                <a16:creationId xmlns:a16="http://schemas.microsoft.com/office/drawing/2014/main" id="{E6216836-3DC0-B942-3F5F-816AF9CD95A9}"/>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1" name="Picture Placeholder 22">
            <a:extLst>
              <a:ext uri="{FF2B5EF4-FFF2-40B4-BE49-F238E27FC236}">
                <a16:creationId xmlns:a16="http://schemas.microsoft.com/office/drawing/2014/main" id="{5B58F76E-3C18-2DB0-8F23-4C4F14B3194A}"/>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13" name="Text Placeholder 16">
            <a:extLst>
              <a:ext uri="{FF2B5EF4-FFF2-40B4-BE49-F238E27FC236}">
                <a16:creationId xmlns:a16="http://schemas.microsoft.com/office/drawing/2014/main" id="{B3A882C7-4F41-1800-DCE3-2F05DA5C7BCE}"/>
              </a:ext>
            </a:extLst>
          </p:cNvPr>
          <p:cNvSpPr>
            <a:spLocks noGrp="1"/>
          </p:cNvSpPr>
          <p:nvPr>
            <p:ph type="body" sz="quarter" idx="19" hasCustomPrompt="1"/>
          </p:nvPr>
        </p:nvSpPr>
        <p:spPr>
          <a:xfrm>
            <a:off x="6053267"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4" name="Picture Placeholder 22">
            <a:extLst>
              <a:ext uri="{FF2B5EF4-FFF2-40B4-BE49-F238E27FC236}">
                <a16:creationId xmlns:a16="http://schemas.microsoft.com/office/drawing/2014/main" id="{5BFFE7FF-88A5-0605-D674-43C6BF217703}"/>
              </a:ext>
            </a:extLst>
          </p:cNvPr>
          <p:cNvSpPr>
            <a:spLocks noGrp="1"/>
          </p:cNvSpPr>
          <p:nvPr>
            <p:ph type="pic" sz="quarter" idx="20"/>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3" name="Text Placeholder 3">
            <a:extLst>
              <a:ext uri="{FF2B5EF4-FFF2-40B4-BE49-F238E27FC236}">
                <a16:creationId xmlns:a16="http://schemas.microsoft.com/office/drawing/2014/main" id="{535E1BD0-2B01-B755-6E96-12D36C635D8C}"/>
              </a:ext>
            </a:extLst>
          </p:cNvPr>
          <p:cNvSpPr>
            <a:spLocks noGrp="1"/>
          </p:cNvSpPr>
          <p:nvPr>
            <p:ph type="body" sz="quarter" idx="22" hasCustomPrompt="1"/>
          </p:nvPr>
        </p:nvSpPr>
        <p:spPr>
          <a:xfrm>
            <a:off x="1766888" y="5616575"/>
            <a:ext cx="2287587" cy="265113"/>
          </a:xfrm>
        </p:spPr>
        <p:txBody>
          <a:bodyPr/>
          <a:lstStyle>
            <a:lvl1pPr>
              <a:defRPr sz="1600">
                <a:solidFill>
                  <a:srgbClr val="002060"/>
                </a:solidFill>
              </a:defRPr>
            </a:lvl1pPr>
          </a:lstStyle>
          <a:p>
            <a:pPr lvl="0"/>
            <a:r>
              <a:rPr lang="en-US"/>
              <a:t>Title</a:t>
            </a:r>
            <a:endParaRPr lang="en-RO"/>
          </a:p>
        </p:txBody>
      </p:sp>
      <p:sp>
        <p:nvSpPr>
          <p:cNvPr id="4" name="Text Placeholder 3">
            <a:extLst>
              <a:ext uri="{FF2B5EF4-FFF2-40B4-BE49-F238E27FC236}">
                <a16:creationId xmlns:a16="http://schemas.microsoft.com/office/drawing/2014/main" id="{3D7E54E6-D6DD-54A8-29CC-51D53A442503}"/>
              </a:ext>
            </a:extLst>
          </p:cNvPr>
          <p:cNvSpPr>
            <a:spLocks noGrp="1"/>
          </p:cNvSpPr>
          <p:nvPr>
            <p:ph type="body" sz="quarter" idx="23" hasCustomPrompt="1"/>
          </p:nvPr>
        </p:nvSpPr>
        <p:spPr>
          <a:xfrm>
            <a:off x="6053267" y="5616575"/>
            <a:ext cx="2287587" cy="265113"/>
          </a:xfrm>
        </p:spPr>
        <p:txBody>
          <a:bodyPr/>
          <a:lstStyle>
            <a:lvl1pPr>
              <a:defRPr sz="1600">
                <a:solidFill>
                  <a:srgbClr val="002060"/>
                </a:solidFill>
              </a:defRPr>
            </a:lvl1pPr>
          </a:lstStyle>
          <a:p>
            <a:pPr lvl="0"/>
            <a:r>
              <a:rPr lang="en-US"/>
              <a:t>Title</a:t>
            </a:r>
            <a:endParaRPr lang="en-RO"/>
          </a:p>
        </p:txBody>
      </p:sp>
    </p:spTree>
    <p:extLst>
      <p:ext uri="{BB962C8B-B14F-4D97-AF65-F5344CB8AC3E}">
        <p14:creationId xmlns:p14="http://schemas.microsoft.com/office/powerpoint/2010/main" val="28569275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Slide Light 3">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D85849B-19B5-853F-60D9-7F0907E9876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1">
            <a:extLst>
              <a:ext uri="{FF2B5EF4-FFF2-40B4-BE49-F238E27FC236}">
                <a16:creationId xmlns:a16="http://schemas.microsoft.com/office/drawing/2014/main" id="{965AF8F1-72AC-8700-B067-742B4267CCFD}"/>
              </a:ext>
            </a:extLst>
          </p:cNvPr>
          <p:cNvSpPr>
            <a:spLocks noGrp="1"/>
          </p:cNvSpPr>
          <p:nvPr>
            <p:ph type="ctrTitle" hasCustomPrompt="1"/>
          </p:nvPr>
        </p:nvSpPr>
        <p:spPr>
          <a:xfrm>
            <a:off x="793751" y="1794329"/>
            <a:ext cx="8502649" cy="1866122"/>
          </a:xfrm>
        </p:spPr>
        <p:txBody>
          <a:bodyPr anchor="b">
            <a:normAutofit/>
          </a:bodyPr>
          <a:lstStyle>
            <a:lvl1pPr algn="l">
              <a:lnSpc>
                <a:spcPct val="85000"/>
              </a:lnSpc>
              <a:defRPr lang="en-US" sz="6600" b="1" i="0" kern="1200" spc="0" baseline="0" dirty="0">
                <a:solidFill>
                  <a:srgbClr val="002060"/>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8" name="Subtitle 2">
            <a:extLst>
              <a:ext uri="{FF2B5EF4-FFF2-40B4-BE49-F238E27FC236}">
                <a16:creationId xmlns:a16="http://schemas.microsoft.com/office/drawing/2014/main" id="{F746095E-1EE5-435C-A26A-8A9CF14C899F}"/>
              </a:ext>
            </a:extLst>
          </p:cNvPr>
          <p:cNvSpPr>
            <a:spLocks noGrp="1"/>
          </p:cNvSpPr>
          <p:nvPr>
            <p:ph type="subTitle" idx="1" hasCustomPrompt="1"/>
          </p:nvPr>
        </p:nvSpPr>
        <p:spPr>
          <a:xfrm>
            <a:off x="793751" y="3722881"/>
            <a:ext cx="8502649" cy="487705"/>
          </a:xfrm>
        </p:spPr>
        <p:txBody>
          <a:bodyPr/>
          <a:lstStyle>
            <a:lvl1pPr marL="0" indent="0" algn="l">
              <a:buNone/>
              <a:defRPr sz="2400" b="0" i="0">
                <a:solidFill>
                  <a:srgbClr val="002060"/>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 </a:t>
            </a:r>
          </a:p>
        </p:txBody>
      </p:sp>
      <p:grpSp>
        <p:nvGrpSpPr>
          <p:cNvPr id="15" name="Graphic 8">
            <a:extLst>
              <a:ext uri="{FF2B5EF4-FFF2-40B4-BE49-F238E27FC236}">
                <a16:creationId xmlns:a16="http://schemas.microsoft.com/office/drawing/2014/main" id="{2BECE6B6-95ED-558C-955F-BFD7BEF7BEB9}"/>
              </a:ext>
            </a:extLst>
          </p:cNvPr>
          <p:cNvGrpSpPr/>
          <p:nvPr userDrawn="1"/>
        </p:nvGrpSpPr>
        <p:grpSpPr>
          <a:xfrm>
            <a:off x="782097" y="517392"/>
            <a:ext cx="1325503" cy="396622"/>
            <a:chOff x="689187" y="517392"/>
            <a:chExt cx="1325503" cy="396622"/>
          </a:xfrm>
        </p:grpSpPr>
        <p:sp>
          <p:nvSpPr>
            <p:cNvPr id="16" name="Freeform 15">
              <a:extLst>
                <a:ext uri="{FF2B5EF4-FFF2-40B4-BE49-F238E27FC236}">
                  <a16:creationId xmlns:a16="http://schemas.microsoft.com/office/drawing/2014/main" id="{E2C38BCE-66F7-E555-CFE0-55996C7DC2D4}"/>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7" name="Graphic 8">
              <a:extLst>
                <a:ext uri="{FF2B5EF4-FFF2-40B4-BE49-F238E27FC236}">
                  <a16:creationId xmlns:a16="http://schemas.microsoft.com/office/drawing/2014/main" id="{3CA0275F-7A87-F400-71D7-8D12432554CF}"/>
                </a:ext>
              </a:extLst>
            </p:cNvPr>
            <p:cNvGrpSpPr/>
            <p:nvPr/>
          </p:nvGrpSpPr>
          <p:grpSpPr>
            <a:xfrm>
              <a:off x="783659" y="616135"/>
              <a:ext cx="1112528" cy="199137"/>
              <a:chOff x="783659" y="616135"/>
              <a:chExt cx="1112528" cy="199137"/>
            </a:xfrm>
            <a:solidFill>
              <a:srgbClr val="FFFFFF"/>
            </a:solidFill>
          </p:grpSpPr>
          <p:sp>
            <p:nvSpPr>
              <p:cNvPr id="19" name="Freeform 18">
                <a:extLst>
                  <a:ext uri="{FF2B5EF4-FFF2-40B4-BE49-F238E27FC236}">
                    <a16:creationId xmlns:a16="http://schemas.microsoft.com/office/drawing/2014/main" id="{70A63C8B-914E-A40C-3CD9-F7ADA8FF1F89}"/>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0" name="Freeform 19">
                <a:extLst>
                  <a:ext uri="{FF2B5EF4-FFF2-40B4-BE49-F238E27FC236}">
                    <a16:creationId xmlns:a16="http://schemas.microsoft.com/office/drawing/2014/main" id="{203C107F-E0CF-887D-0935-4BBFAB118543}"/>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7BA046A4-C19C-D7B8-B796-1B2CF3D85709}"/>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2F741156-8C9E-D97E-B9C6-82FEC1E552DC}"/>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6F01A004-FC38-6A86-9FDE-C3531C86F551}"/>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2" name="Text Placeholder 16">
            <a:extLst>
              <a:ext uri="{FF2B5EF4-FFF2-40B4-BE49-F238E27FC236}">
                <a16:creationId xmlns:a16="http://schemas.microsoft.com/office/drawing/2014/main" id="{6AD7B1CE-1D3E-A89E-9786-FBD6738B6726}"/>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4" name="Picture Placeholder 22">
            <a:extLst>
              <a:ext uri="{FF2B5EF4-FFF2-40B4-BE49-F238E27FC236}">
                <a16:creationId xmlns:a16="http://schemas.microsoft.com/office/drawing/2014/main" id="{45C593E2-1683-0C5B-3E45-3D99497C2E7F}"/>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7" name="Text Placeholder 16">
            <a:extLst>
              <a:ext uri="{FF2B5EF4-FFF2-40B4-BE49-F238E27FC236}">
                <a16:creationId xmlns:a16="http://schemas.microsoft.com/office/drawing/2014/main" id="{6B88A0A1-4985-9251-AD99-53AE5031E0B5}"/>
              </a:ext>
            </a:extLst>
          </p:cNvPr>
          <p:cNvSpPr>
            <a:spLocks noGrp="1"/>
          </p:cNvSpPr>
          <p:nvPr>
            <p:ph type="body" sz="quarter" idx="20" hasCustomPrompt="1"/>
          </p:nvPr>
        </p:nvSpPr>
        <p:spPr>
          <a:xfrm>
            <a:off x="6053267"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9" name="Picture Placeholder 22">
            <a:extLst>
              <a:ext uri="{FF2B5EF4-FFF2-40B4-BE49-F238E27FC236}">
                <a16:creationId xmlns:a16="http://schemas.microsoft.com/office/drawing/2014/main" id="{373227E0-2066-5763-2BA5-EAAAB1D55E2C}"/>
              </a:ext>
            </a:extLst>
          </p:cNvPr>
          <p:cNvSpPr>
            <a:spLocks noGrp="1"/>
          </p:cNvSpPr>
          <p:nvPr>
            <p:ph type="pic" sz="quarter" idx="21"/>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10" name="Text Placeholder 3">
            <a:extLst>
              <a:ext uri="{FF2B5EF4-FFF2-40B4-BE49-F238E27FC236}">
                <a16:creationId xmlns:a16="http://schemas.microsoft.com/office/drawing/2014/main" id="{D99BB624-6E16-3CCF-194C-919522C7AE3C}"/>
              </a:ext>
            </a:extLst>
          </p:cNvPr>
          <p:cNvSpPr>
            <a:spLocks noGrp="1"/>
          </p:cNvSpPr>
          <p:nvPr>
            <p:ph type="body" sz="quarter" idx="22" hasCustomPrompt="1"/>
          </p:nvPr>
        </p:nvSpPr>
        <p:spPr>
          <a:xfrm>
            <a:off x="1766888" y="5616575"/>
            <a:ext cx="2287587" cy="265113"/>
          </a:xfrm>
        </p:spPr>
        <p:txBody>
          <a:bodyPr/>
          <a:lstStyle>
            <a:lvl1pPr>
              <a:defRPr sz="1600">
                <a:solidFill>
                  <a:srgbClr val="002060"/>
                </a:solidFill>
              </a:defRPr>
            </a:lvl1pPr>
          </a:lstStyle>
          <a:p>
            <a:pPr lvl="0"/>
            <a:r>
              <a:rPr lang="en-US"/>
              <a:t>Title</a:t>
            </a:r>
            <a:endParaRPr lang="en-RO"/>
          </a:p>
        </p:txBody>
      </p:sp>
      <p:sp>
        <p:nvSpPr>
          <p:cNvPr id="11" name="Text Placeholder 3">
            <a:extLst>
              <a:ext uri="{FF2B5EF4-FFF2-40B4-BE49-F238E27FC236}">
                <a16:creationId xmlns:a16="http://schemas.microsoft.com/office/drawing/2014/main" id="{F44C3213-78F3-3A62-608B-0C3C3F323160}"/>
              </a:ext>
            </a:extLst>
          </p:cNvPr>
          <p:cNvSpPr>
            <a:spLocks noGrp="1"/>
          </p:cNvSpPr>
          <p:nvPr>
            <p:ph type="body" sz="quarter" idx="23" hasCustomPrompt="1"/>
          </p:nvPr>
        </p:nvSpPr>
        <p:spPr>
          <a:xfrm>
            <a:off x="6053267" y="5616575"/>
            <a:ext cx="2287587" cy="265113"/>
          </a:xfrm>
        </p:spPr>
        <p:txBody>
          <a:bodyPr/>
          <a:lstStyle>
            <a:lvl1pPr>
              <a:defRPr sz="1600">
                <a:solidFill>
                  <a:srgbClr val="002060"/>
                </a:solidFill>
              </a:defRPr>
            </a:lvl1pPr>
          </a:lstStyle>
          <a:p>
            <a:pPr lvl="0"/>
            <a:r>
              <a:rPr lang="en-US"/>
              <a:t>Title</a:t>
            </a:r>
            <a:endParaRPr lang="en-RO"/>
          </a:p>
        </p:txBody>
      </p:sp>
    </p:spTree>
    <p:extLst>
      <p:ext uri="{BB962C8B-B14F-4D97-AF65-F5344CB8AC3E}">
        <p14:creationId xmlns:p14="http://schemas.microsoft.com/office/powerpoint/2010/main" val="15500610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Slide Light 4">
    <p:bg>
      <p:bgPr>
        <a:gradFill>
          <a:gsLst>
            <a:gs pos="100000">
              <a:schemeClr val="accent4">
                <a:lumMod val="20000"/>
                <a:lumOff val="80000"/>
              </a:schemeClr>
            </a:gs>
            <a:gs pos="7000">
              <a:schemeClr val="accent4">
                <a:lumMod val="60000"/>
                <a:lumOff val="40000"/>
              </a:schemeClr>
            </a:gs>
          </a:gsLst>
          <a:lin ang="2700000" scaled="1"/>
        </a:gra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59093A26-C708-909F-444B-936DC5B9663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6" name="Picture Placeholder 35">
            <a:extLst>
              <a:ext uri="{FF2B5EF4-FFF2-40B4-BE49-F238E27FC236}">
                <a16:creationId xmlns:a16="http://schemas.microsoft.com/office/drawing/2014/main" id="{51170F2D-B97B-D670-4444-2AD798996E8B}"/>
              </a:ext>
            </a:extLst>
          </p:cNvPr>
          <p:cNvSpPr>
            <a:spLocks noGrp="1"/>
          </p:cNvSpPr>
          <p:nvPr>
            <p:ph type="pic" sz="quarter" idx="23"/>
          </p:nvPr>
        </p:nvSpPr>
        <p:spPr>
          <a:xfrm>
            <a:off x="4189357" y="0"/>
            <a:ext cx="8002643" cy="5557204"/>
          </a:xfrm>
          <a:custGeom>
            <a:avLst/>
            <a:gdLst>
              <a:gd name="csX0" fmla="*/ 0 w 8002643"/>
              <a:gd name="csY0" fmla="*/ 0 h 5557204"/>
              <a:gd name="csX1" fmla="*/ 2926619 w 8002643"/>
              <a:gd name="csY1" fmla="*/ 0 h 5557204"/>
              <a:gd name="csX2" fmla="*/ 8002643 w 8002643"/>
              <a:gd name="csY2" fmla="*/ 0 h 5557204"/>
              <a:gd name="csX3" fmla="*/ 8002643 w 8002643"/>
              <a:gd name="csY3" fmla="*/ 3439068 h 5557204"/>
              <a:gd name="csX4" fmla="*/ 6006229 w 8002643"/>
              <a:gd name="csY4" fmla="*/ 5435481 h 5557204"/>
              <a:gd name="csX5" fmla="*/ 5418499 w 8002643"/>
              <a:gd name="csY5" fmla="*/ 5435481 h 5557204"/>
              <a:gd name="csX6" fmla="*/ 959332 w 8002643"/>
              <a:gd name="csY6" fmla="*/ 976313 h 5557204"/>
              <a:gd name="csX7" fmla="*/ 976312 w 8002643"/>
              <a:gd name="csY7" fmla="*/ 976313 h 5557204"/>
              <a:gd name="csX0" fmla="*/ 0 w 8002643"/>
              <a:gd name="csY0" fmla="*/ 0 h 5557204"/>
              <a:gd name="csX1" fmla="*/ 2926619 w 8002643"/>
              <a:gd name="csY1" fmla="*/ 0 h 5557204"/>
              <a:gd name="csX2" fmla="*/ 8002643 w 8002643"/>
              <a:gd name="csY2" fmla="*/ 0 h 5557204"/>
              <a:gd name="csX3" fmla="*/ 8002643 w 8002643"/>
              <a:gd name="csY3" fmla="*/ 3439068 h 5557204"/>
              <a:gd name="csX4" fmla="*/ 6006229 w 8002643"/>
              <a:gd name="csY4" fmla="*/ 5435481 h 5557204"/>
              <a:gd name="csX5" fmla="*/ 5418499 w 8002643"/>
              <a:gd name="csY5" fmla="*/ 5435481 h 5557204"/>
              <a:gd name="csX6" fmla="*/ 959332 w 8002643"/>
              <a:gd name="csY6" fmla="*/ 976313 h 5557204"/>
              <a:gd name="csX7" fmla="*/ 0 w 8002643"/>
              <a:gd name="csY7" fmla="*/ 0 h 5557204"/>
              <a:gd name="csX0" fmla="*/ 0 w 8002643"/>
              <a:gd name="csY0" fmla="*/ 0 h 5557204"/>
              <a:gd name="csX1" fmla="*/ 2926619 w 8002643"/>
              <a:gd name="csY1" fmla="*/ 0 h 5557204"/>
              <a:gd name="csX2" fmla="*/ 8002643 w 8002643"/>
              <a:gd name="csY2" fmla="*/ 0 h 5557204"/>
              <a:gd name="csX3" fmla="*/ 8002643 w 8002643"/>
              <a:gd name="csY3" fmla="*/ 3439068 h 5557204"/>
              <a:gd name="csX4" fmla="*/ 6006229 w 8002643"/>
              <a:gd name="csY4" fmla="*/ 5435481 h 5557204"/>
              <a:gd name="csX5" fmla="*/ 5418499 w 8002643"/>
              <a:gd name="csY5" fmla="*/ 5435481 h 5557204"/>
              <a:gd name="csX6" fmla="*/ 0 w 8002643"/>
              <a:gd name="csY6" fmla="*/ 0 h 5557204"/>
              <a:gd name="csX0" fmla="*/ 0 w 8002643"/>
              <a:gd name="csY0" fmla="*/ 0 h 5557204"/>
              <a:gd name="csX1" fmla="*/ 8002643 w 8002643"/>
              <a:gd name="csY1" fmla="*/ 0 h 5557204"/>
              <a:gd name="csX2" fmla="*/ 8002643 w 8002643"/>
              <a:gd name="csY2" fmla="*/ 3439068 h 5557204"/>
              <a:gd name="csX3" fmla="*/ 6006229 w 8002643"/>
              <a:gd name="csY3" fmla="*/ 5435481 h 5557204"/>
              <a:gd name="csX4" fmla="*/ 5418499 w 8002643"/>
              <a:gd name="csY4" fmla="*/ 5435481 h 5557204"/>
              <a:gd name="csX5" fmla="*/ 0 w 8002643"/>
              <a:gd name="csY5" fmla="*/ 0 h 5557204"/>
            </a:gdLst>
            <a:ahLst/>
            <a:cxnLst>
              <a:cxn ang="0">
                <a:pos x="csX0" y="csY0"/>
              </a:cxn>
              <a:cxn ang="0">
                <a:pos x="csX1" y="csY1"/>
              </a:cxn>
              <a:cxn ang="0">
                <a:pos x="csX2" y="csY2"/>
              </a:cxn>
              <a:cxn ang="0">
                <a:pos x="csX3" y="csY3"/>
              </a:cxn>
              <a:cxn ang="0">
                <a:pos x="csX4" y="csY4"/>
              </a:cxn>
              <a:cxn ang="0">
                <a:pos x="csX5" y="csY5"/>
              </a:cxn>
            </a:cxnLst>
            <a:rect l="l" t="t" r="r" b="b"/>
            <a:pathLst>
              <a:path w="8002643" h="5557204">
                <a:moveTo>
                  <a:pt x="0" y="0"/>
                </a:moveTo>
                <a:lnTo>
                  <a:pt x="8002643" y="0"/>
                </a:lnTo>
                <a:lnTo>
                  <a:pt x="8002643" y="3439068"/>
                </a:lnTo>
                <a:lnTo>
                  <a:pt x="6006229" y="5435481"/>
                </a:lnTo>
                <a:cubicBezTo>
                  <a:pt x="5843933" y="5597779"/>
                  <a:pt x="5580797" y="5597779"/>
                  <a:pt x="5418499" y="5435481"/>
                </a:cubicBezTo>
                <a:lnTo>
                  <a:pt x="0" y="0"/>
                </a:lnTo>
                <a:close/>
              </a:path>
            </a:pathLst>
          </a:custGeom>
          <a:solidFill>
            <a:schemeClr val="bg1">
              <a:lumMod val="95000"/>
            </a:schemeClr>
          </a:solidFill>
        </p:spPr>
        <p:txBody>
          <a:bodyPr wrap="square">
            <a:noAutofit/>
          </a:bodyPr>
          <a:lstStyle/>
          <a:p>
            <a:endParaRPr lang="en-RO"/>
          </a:p>
        </p:txBody>
      </p:sp>
      <p:sp>
        <p:nvSpPr>
          <p:cNvPr id="6" name="Title 1">
            <a:extLst>
              <a:ext uri="{FF2B5EF4-FFF2-40B4-BE49-F238E27FC236}">
                <a16:creationId xmlns:a16="http://schemas.microsoft.com/office/drawing/2014/main" id="{965AF8F1-72AC-8700-B067-742B4267CCFD}"/>
              </a:ext>
            </a:extLst>
          </p:cNvPr>
          <p:cNvSpPr>
            <a:spLocks noGrp="1"/>
          </p:cNvSpPr>
          <p:nvPr>
            <p:ph type="ctrTitle" hasCustomPrompt="1"/>
          </p:nvPr>
        </p:nvSpPr>
        <p:spPr>
          <a:xfrm>
            <a:off x="793751" y="1794329"/>
            <a:ext cx="8502649" cy="1866122"/>
          </a:xfrm>
        </p:spPr>
        <p:txBody>
          <a:bodyPr anchor="b">
            <a:normAutofit/>
          </a:bodyPr>
          <a:lstStyle>
            <a:lvl1pPr algn="l">
              <a:lnSpc>
                <a:spcPct val="85000"/>
              </a:lnSpc>
              <a:defRPr lang="en-US" sz="6600" b="1" i="0" kern="1200" spc="0" baseline="0" dirty="0">
                <a:solidFill>
                  <a:srgbClr val="002060"/>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8" name="Subtitle 2">
            <a:extLst>
              <a:ext uri="{FF2B5EF4-FFF2-40B4-BE49-F238E27FC236}">
                <a16:creationId xmlns:a16="http://schemas.microsoft.com/office/drawing/2014/main" id="{F746095E-1EE5-435C-A26A-8A9CF14C899F}"/>
              </a:ext>
            </a:extLst>
          </p:cNvPr>
          <p:cNvSpPr>
            <a:spLocks noGrp="1"/>
          </p:cNvSpPr>
          <p:nvPr>
            <p:ph type="subTitle" idx="1" hasCustomPrompt="1"/>
          </p:nvPr>
        </p:nvSpPr>
        <p:spPr>
          <a:xfrm>
            <a:off x="793751" y="3722881"/>
            <a:ext cx="8502649" cy="487705"/>
          </a:xfrm>
        </p:spPr>
        <p:txBody>
          <a:bodyPr/>
          <a:lstStyle>
            <a:lvl1pPr marL="0" indent="0" algn="l">
              <a:buNone/>
              <a:defRPr sz="2400" b="0" i="0">
                <a:solidFill>
                  <a:srgbClr val="002060"/>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 </a:t>
            </a:r>
          </a:p>
        </p:txBody>
      </p:sp>
      <p:grpSp>
        <p:nvGrpSpPr>
          <p:cNvPr id="15" name="Graphic 8">
            <a:extLst>
              <a:ext uri="{FF2B5EF4-FFF2-40B4-BE49-F238E27FC236}">
                <a16:creationId xmlns:a16="http://schemas.microsoft.com/office/drawing/2014/main" id="{2BECE6B6-95ED-558C-955F-BFD7BEF7BEB9}"/>
              </a:ext>
            </a:extLst>
          </p:cNvPr>
          <p:cNvGrpSpPr/>
          <p:nvPr userDrawn="1"/>
        </p:nvGrpSpPr>
        <p:grpSpPr>
          <a:xfrm>
            <a:off x="782097" y="517392"/>
            <a:ext cx="1325503" cy="396622"/>
            <a:chOff x="689187" y="517392"/>
            <a:chExt cx="1325503" cy="396622"/>
          </a:xfrm>
        </p:grpSpPr>
        <p:sp>
          <p:nvSpPr>
            <p:cNvPr id="16" name="Freeform 15">
              <a:extLst>
                <a:ext uri="{FF2B5EF4-FFF2-40B4-BE49-F238E27FC236}">
                  <a16:creationId xmlns:a16="http://schemas.microsoft.com/office/drawing/2014/main" id="{E2C38BCE-66F7-E555-CFE0-55996C7DC2D4}"/>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7" name="Graphic 8">
              <a:extLst>
                <a:ext uri="{FF2B5EF4-FFF2-40B4-BE49-F238E27FC236}">
                  <a16:creationId xmlns:a16="http://schemas.microsoft.com/office/drawing/2014/main" id="{3CA0275F-7A87-F400-71D7-8D12432554CF}"/>
                </a:ext>
              </a:extLst>
            </p:cNvPr>
            <p:cNvGrpSpPr/>
            <p:nvPr/>
          </p:nvGrpSpPr>
          <p:grpSpPr>
            <a:xfrm>
              <a:off x="783659" y="616135"/>
              <a:ext cx="1112528" cy="199137"/>
              <a:chOff x="783659" y="616135"/>
              <a:chExt cx="1112528" cy="199137"/>
            </a:xfrm>
            <a:solidFill>
              <a:srgbClr val="FFFFFF"/>
            </a:solidFill>
          </p:grpSpPr>
          <p:sp>
            <p:nvSpPr>
              <p:cNvPr id="19" name="Freeform 18">
                <a:extLst>
                  <a:ext uri="{FF2B5EF4-FFF2-40B4-BE49-F238E27FC236}">
                    <a16:creationId xmlns:a16="http://schemas.microsoft.com/office/drawing/2014/main" id="{70A63C8B-914E-A40C-3CD9-F7ADA8FF1F89}"/>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0" name="Freeform 19">
                <a:extLst>
                  <a:ext uri="{FF2B5EF4-FFF2-40B4-BE49-F238E27FC236}">
                    <a16:creationId xmlns:a16="http://schemas.microsoft.com/office/drawing/2014/main" id="{203C107F-E0CF-887D-0935-4BBFAB118543}"/>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7BA046A4-C19C-D7B8-B796-1B2CF3D85709}"/>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2F741156-8C9E-D97E-B9C6-82FEC1E552DC}"/>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6F01A004-FC38-6A86-9FDE-C3531C86F551}"/>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2" name="Text Placeholder 16">
            <a:extLst>
              <a:ext uri="{FF2B5EF4-FFF2-40B4-BE49-F238E27FC236}">
                <a16:creationId xmlns:a16="http://schemas.microsoft.com/office/drawing/2014/main" id="{6AD7B1CE-1D3E-A89E-9786-FBD6738B6726}"/>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4" name="Picture Placeholder 22">
            <a:extLst>
              <a:ext uri="{FF2B5EF4-FFF2-40B4-BE49-F238E27FC236}">
                <a16:creationId xmlns:a16="http://schemas.microsoft.com/office/drawing/2014/main" id="{45C593E2-1683-0C5B-3E45-3D99497C2E7F}"/>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7" name="Text Placeholder 16">
            <a:extLst>
              <a:ext uri="{FF2B5EF4-FFF2-40B4-BE49-F238E27FC236}">
                <a16:creationId xmlns:a16="http://schemas.microsoft.com/office/drawing/2014/main" id="{6B88A0A1-4985-9251-AD99-53AE5031E0B5}"/>
              </a:ext>
            </a:extLst>
          </p:cNvPr>
          <p:cNvSpPr>
            <a:spLocks noGrp="1"/>
          </p:cNvSpPr>
          <p:nvPr>
            <p:ph type="body" sz="quarter" idx="20" hasCustomPrompt="1"/>
          </p:nvPr>
        </p:nvSpPr>
        <p:spPr>
          <a:xfrm>
            <a:off x="5637631"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9" name="Picture Placeholder 22">
            <a:extLst>
              <a:ext uri="{FF2B5EF4-FFF2-40B4-BE49-F238E27FC236}">
                <a16:creationId xmlns:a16="http://schemas.microsoft.com/office/drawing/2014/main" id="{373227E0-2066-5763-2BA5-EAAAB1D55E2C}"/>
              </a:ext>
            </a:extLst>
          </p:cNvPr>
          <p:cNvSpPr>
            <a:spLocks noGrp="1"/>
          </p:cNvSpPr>
          <p:nvPr>
            <p:ph type="pic" sz="quarter" idx="21"/>
          </p:nvPr>
        </p:nvSpPr>
        <p:spPr>
          <a:xfrm>
            <a:off x="4653235"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3" name="Text Placeholder 3">
            <a:extLst>
              <a:ext uri="{FF2B5EF4-FFF2-40B4-BE49-F238E27FC236}">
                <a16:creationId xmlns:a16="http://schemas.microsoft.com/office/drawing/2014/main" id="{C8C6DFC5-12E0-A68B-50D9-91DC2FF54D35}"/>
              </a:ext>
            </a:extLst>
          </p:cNvPr>
          <p:cNvSpPr>
            <a:spLocks noGrp="1"/>
          </p:cNvSpPr>
          <p:nvPr>
            <p:ph type="body" sz="quarter" idx="22" hasCustomPrompt="1"/>
          </p:nvPr>
        </p:nvSpPr>
        <p:spPr>
          <a:xfrm>
            <a:off x="1766888" y="5616575"/>
            <a:ext cx="2287587" cy="265113"/>
          </a:xfrm>
        </p:spPr>
        <p:txBody>
          <a:bodyPr/>
          <a:lstStyle>
            <a:lvl1pPr>
              <a:defRPr sz="1600">
                <a:solidFill>
                  <a:srgbClr val="002060"/>
                </a:solidFill>
              </a:defRPr>
            </a:lvl1pPr>
          </a:lstStyle>
          <a:p>
            <a:pPr lvl="0"/>
            <a:r>
              <a:rPr lang="en-US"/>
              <a:t>Title</a:t>
            </a:r>
            <a:endParaRPr lang="en-RO"/>
          </a:p>
        </p:txBody>
      </p:sp>
      <p:sp>
        <p:nvSpPr>
          <p:cNvPr id="10" name="Text Placeholder 3">
            <a:extLst>
              <a:ext uri="{FF2B5EF4-FFF2-40B4-BE49-F238E27FC236}">
                <a16:creationId xmlns:a16="http://schemas.microsoft.com/office/drawing/2014/main" id="{7D6CE539-C48F-E399-3435-E10E9F579DFE}"/>
              </a:ext>
            </a:extLst>
          </p:cNvPr>
          <p:cNvSpPr>
            <a:spLocks noGrp="1"/>
          </p:cNvSpPr>
          <p:nvPr>
            <p:ph type="body" sz="quarter" idx="24" hasCustomPrompt="1"/>
          </p:nvPr>
        </p:nvSpPr>
        <p:spPr>
          <a:xfrm>
            <a:off x="5637901" y="5616575"/>
            <a:ext cx="2287587" cy="265113"/>
          </a:xfrm>
        </p:spPr>
        <p:txBody>
          <a:bodyPr/>
          <a:lstStyle>
            <a:lvl1pPr>
              <a:defRPr sz="1600">
                <a:solidFill>
                  <a:srgbClr val="002060"/>
                </a:solidFill>
              </a:defRPr>
            </a:lvl1pPr>
          </a:lstStyle>
          <a:p>
            <a:pPr lvl="0"/>
            <a:r>
              <a:rPr lang="en-US"/>
              <a:t>Title</a:t>
            </a:r>
            <a:endParaRPr lang="en-RO"/>
          </a:p>
        </p:txBody>
      </p:sp>
    </p:spTree>
    <p:extLst>
      <p:ext uri="{BB962C8B-B14F-4D97-AF65-F5344CB8AC3E}">
        <p14:creationId xmlns:p14="http://schemas.microsoft.com/office/powerpoint/2010/main" val="29459916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on Divider Dark 1">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870E2C7-164E-8DBA-3425-CAA43D8725F8}"/>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9" name="Title 1">
            <a:extLst>
              <a:ext uri="{FF2B5EF4-FFF2-40B4-BE49-F238E27FC236}">
                <a16:creationId xmlns:a16="http://schemas.microsoft.com/office/drawing/2014/main" id="{A6782F98-B42B-6943-A135-A0045ECEB48C}"/>
              </a:ext>
            </a:extLst>
          </p:cNvPr>
          <p:cNvSpPr>
            <a:spLocks noGrp="1"/>
          </p:cNvSpPr>
          <p:nvPr>
            <p:ph type="title" hasCustomPrompt="1"/>
          </p:nvPr>
        </p:nvSpPr>
        <p:spPr>
          <a:xfrm>
            <a:off x="916599" y="2587371"/>
            <a:ext cx="8940800" cy="1721393"/>
          </a:xfrm>
        </p:spPr>
        <p:txBody>
          <a:bodyPr anchor="t">
            <a:noAutofit/>
          </a:bodyPr>
          <a:lstStyle>
            <a:lvl1pPr>
              <a:lnSpc>
                <a:spcPct val="84000"/>
              </a:lnSpc>
              <a:defRPr sz="6600" b="1">
                <a:solidFill>
                  <a:schemeClr val="bg1"/>
                </a:solidFill>
              </a:defRPr>
            </a:lvl1pPr>
          </a:lstStyle>
          <a:p>
            <a:r>
              <a:rPr lang="en-US" dirty="0"/>
              <a:t>Click To Edit Section Divider Title Style</a:t>
            </a:r>
          </a:p>
        </p:txBody>
      </p:sp>
      <p:sp>
        <p:nvSpPr>
          <p:cNvPr id="41" name="Subtitle 2">
            <a:extLst>
              <a:ext uri="{FF2B5EF4-FFF2-40B4-BE49-F238E27FC236}">
                <a16:creationId xmlns:a16="http://schemas.microsoft.com/office/drawing/2014/main" id="{DE0E6A78-172A-4A20-FD3B-613625FC4407}"/>
              </a:ext>
            </a:extLst>
          </p:cNvPr>
          <p:cNvSpPr>
            <a:spLocks noGrp="1"/>
          </p:cNvSpPr>
          <p:nvPr>
            <p:ph type="subTitle" idx="1"/>
          </p:nvPr>
        </p:nvSpPr>
        <p:spPr>
          <a:xfrm>
            <a:off x="916599" y="4484713"/>
            <a:ext cx="8940800" cy="941596"/>
          </a:xfrm>
        </p:spPr>
        <p:txBody>
          <a:bodyPr/>
          <a:lstStyle>
            <a:lvl1pPr marL="0" indent="0" algn="l">
              <a:buNone/>
              <a:defRPr sz="24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3" name="Freeform 2">
            <a:extLst>
              <a:ext uri="{FF2B5EF4-FFF2-40B4-BE49-F238E27FC236}">
                <a16:creationId xmlns:a16="http://schemas.microsoft.com/office/drawing/2014/main" id="{9721EC86-11E1-3ADB-4FB0-E4DE3AEA63C4}"/>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chemeClr val="bg1"/>
          </a:solidFill>
          <a:ln w="854" cap="flat">
            <a:noFill/>
            <a:prstDash val="solid"/>
            <a:miter/>
          </a:ln>
        </p:spPr>
        <p:txBody>
          <a:bodyPr/>
          <a:lstStyle/>
          <a:p>
            <a:endParaRPr lang="en-RO"/>
          </a:p>
        </p:txBody>
      </p:sp>
      <p:sp>
        <p:nvSpPr>
          <p:cNvPr id="4" name="Freeform 3">
            <a:extLst>
              <a:ext uri="{FF2B5EF4-FFF2-40B4-BE49-F238E27FC236}">
                <a16:creationId xmlns:a16="http://schemas.microsoft.com/office/drawing/2014/main" id="{66C496D8-3F4B-D43D-A2F0-75EB82AB354D}"/>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5" name="Graphic 3">
            <a:extLst>
              <a:ext uri="{FF2B5EF4-FFF2-40B4-BE49-F238E27FC236}">
                <a16:creationId xmlns:a16="http://schemas.microsoft.com/office/drawing/2014/main" id="{0200E3D5-035D-031E-CD11-76E8A0EF28DC}"/>
              </a:ext>
            </a:extLst>
          </p:cNvPr>
          <p:cNvGrpSpPr/>
          <p:nvPr userDrawn="1"/>
        </p:nvGrpSpPr>
        <p:grpSpPr>
          <a:xfrm>
            <a:off x="11217977" y="6552879"/>
            <a:ext cx="432093" cy="77405"/>
            <a:chOff x="11217977" y="6552879"/>
            <a:chExt cx="432093" cy="77405"/>
          </a:xfrm>
          <a:solidFill>
            <a:srgbClr val="FFFFFF"/>
          </a:solidFill>
        </p:grpSpPr>
        <p:sp>
          <p:nvSpPr>
            <p:cNvPr id="6" name="Freeform 5">
              <a:extLst>
                <a:ext uri="{FF2B5EF4-FFF2-40B4-BE49-F238E27FC236}">
                  <a16:creationId xmlns:a16="http://schemas.microsoft.com/office/drawing/2014/main" id="{1BD497B6-E981-8FEB-1FDE-F6E41563A35F}"/>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chemeClr val="accent2"/>
            </a:solidFill>
            <a:ln w="854" cap="flat">
              <a:noFill/>
              <a:prstDash val="solid"/>
              <a:miter/>
            </a:ln>
          </p:spPr>
          <p:txBody>
            <a:bodyPr/>
            <a:lstStyle/>
            <a:p>
              <a:endParaRPr lang="en-RO"/>
            </a:p>
          </p:txBody>
        </p:sp>
        <p:sp>
          <p:nvSpPr>
            <p:cNvPr id="7" name="Freeform 6">
              <a:extLst>
                <a:ext uri="{FF2B5EF4-FFF2-40B4-BE49-F238E27FC236}">
                  <a16:creationId xmlns:a16="http://schemas.microsoft.com/office/drawing/2014/main" id="{645F5D5B-421D-5C96-040C-8453577F4182}"/>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chemeClr val="accent2"/>
            </a:solidFill>
            <a:ln w="854" cap="flat">
              <a:noFill/>
              <a:prstDash val="solid"/>
              <a:miter/>
            </a:ln>
          </p:spPr>
          <p:txBody>
            <a:bodyPr/>
            <a:lstStyle/>
            <a:p>
              <a:endParaRPr lang="en-RO"/>
            </a:p>
          </p:txBody>
        </p:sp>
        <p:sp>
          <p:nvSpPr>
            <p:cNvPr id="8" name="Freeform 7">
              <a:extLst>
                <a:ext uri="{FF2B5EF4-FFF2-40B4-BE49-F238E27FC236}">
                  <a16:creationId xmlns:a16="http://schemas.microsoft.com/office/drawing/2014/main" id="{0E9E99B9-3C0A-22F8-A5E2-4706862B7BE2}"/>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chemeClr val="accent2"/>
            </a:solidFill>
            <a:ln w="854" cap="flat">
              <a:noFill/>
              <a:prstDash val="solid"/>
              <a:miter/>
            </a:ln>
          </p:spPr>
          <p:txBody>
            <a:bodyPr/>
            <a:lstStyle/>
            <a:p>
              <a:endParaRPr lang="en-RO"/>
            </a:p>
          </p:txBody>
        </p:sp>
        <p:sp>
          <p:nvSpPr>
            <p:cNvPr id="9" name="Freeform 8">
              <a:extLst>
                <a:ext uri="{FF2B5EF4-FFF2-40B4-BE49-F238E27FC236}">
                  <a16:creationId xmlns:a16="http://schemas.microsoft.com/office/drawing/2014/main" id="{AB5E0273-0EB3-82FF-AABF-F156CA60D79B}"/>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chemeClr val="accent2"/>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816FBB9A-61F7-66B2-7714-E1D8CE91BE3F}"/>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chemeClr val="accent2"/>
            </a:solidFill>
            <a:ln w="854" cap="flat">
              <a:noFill/>
              <a:prstDash val="solid"/>
              <a:miter/>
            </a:ln>
          </p:spPr>
          <p:txBody>
            <a:bodyPr/>
            <a:lstStyle/>
            <a:p>
              <a:endParaRPr lang="en-RO"/>
            </a:p>
          </p:txBody>
        </p:sp>
      </p:grpSp>
      <p:pic>
        <p:nvPicPr>
          <p:cNvPr id="11" name="Graphic 10">
            <a:extLst>
              <a:ext uri="{FF2B5EF4-FFF2-40B4-BE49-F238E27FC236}">
                <a16:creationId xmlns:a16="http://schemas.microsoft.com/office/drawing/2014/main" id="{B31A21E1-F23A-F1A9-F7FB-AF678975E1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9346" y="2095618"/>
            <a:ext cx="669737" cy="278430"/>
          </a:xfrm>
          <a:prstGeom prst="rect">
            <a:avLst/>
          </a:prstGeom>
        </p:spPr>
      </p:pic>
    </p:spTree>
    <p:extLst>
      <p:ext uri="{BB962C8B-B14F-4D97-AF65-F5344CB8AC3E}">
        <p14:creationId xmlns:p14="http://schemas.microsoft.com/office/powerpoint/2010/main" val="2444713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Section Divider Dark 2">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1B9B161-5874-3FC5-F63A-D377B7216C5D}"/>
              </a:ext>
            </a:extLst>
          </p:cNvPr>
          <p:cNvPicPr>
            <a:picLocks noChangeAspect="1"/>
          </p:cNvPicPr>
          <p:nvPr userDrawn="1"/>
        </p:nvPicPr>
        <p:blipFill>
          <a:blip r:embed="rId2" cstate="screen">
            <a:extLst>
              <a:ext uri="{28A0092B-C50C-407E-A947-70E740481C1C}">
                <a14:useLocalDpi xmlns:a14="http://schemas.microsoft.com/office/drawing/2010/main"/>
              </a:ext>
            </a:extLst>
          </a:blip>
          <a:srcRect r="539"/>
          <a:stretch>
            <a:fillRect/>
          </a:stretch>
        </p:blipFill>
        <p:spPr>
          <a:xfrm>
            <a:off x="-66502" y="-37408"/>
            <a:ext cx="12258502" cy="6932815"/>
          </a:xfrm>
          <a:prstGeom prst="rect">
            <a:avLst/>
          </a:prstGeom>
        </p:spPr>
      </p:pic>
      <p:sp>
        <p:nvSpPr>
          <p:cNvPr id="11" name="Freeform 10">
            <a:extLst>
              <a:ext uri="{FF2B5EF4-FFF2-40B4-BE49-F238E27FC236}">
                <a16:creationId xmlns:a16="http://schemas.microsoft.com/office/drawing/2014/main" id="{29E9833C-3106-DD2C-C0E4-723BF2D02159}"/>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chemeClr val="bg1"/>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50230BC2-50D4-7450-69FA-74121CE87774}"/>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3" name="Graphic 3">
            <a:extLst>
              <a:ext uri="{FF2B5EF4-FFF2-40B4-BE49-F238E27FC236}">
                <a16:creationId xmlns:a16="http://schemas.microsoft.com/office/drawing/2014/main" id="{52BBB6B9-F947-ED7C-76CB-E7F9BC256746}"/>
              </a:ext>
            </a:extLst>
          </p:cNvPr>
          <p:cNvGrpSpPr/>
          <p:nvPr userDrawn="1"/>
        </p:nvGrpSpPr>
        <p:grpSpPr>
          <a:xfrm>
            <a:off x="11217977" y="6552879"/>
            <a:ext cx="432093" cy="77405"/>
            <a:chOff x="11217977" y="6552879"/>
            <a:chExt cx="432093" cy="77405"/>
          </a:xfrm>
          <a:solidFill>
            <a:srgbClr val="FFFFFF"/>
          </a:solidFill>
        </p:grpSpPr>
        <p:sp>
          <p:nvSpPr>
            <p:cNvPr id="14" name="Freeform 13">
              <a:extLst>
                <a:ext uri="{FF2B5EF4-FFF2-40B4-BE49-F238E27FC236}">
                  <a16:creationId xmlns:a16="http://schemas.microsoft.com/office/drawing/2014/main" id="{6EFCC233-F3F9-C2D3-3431-F03F5724AD5C}"/>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chemeClr val="accent2"/>
            </a:solidFill>
            <a:ln w="854" cap="flat">
              <a:noFill/>
              <a:prstDash val="solid"/>
              <a:miter/>
            </a:ln>
          </p:spPr>
          <p:txBody>
            <a:bodyPr/>
            <a:lstStyle/>
            <a:p>
              <a:endParaRPr lang="en-RO"/>
            </a:p>
          </p:txBody>
        </p:sp>
        <p:sp>
          <p:nvSpPr>
            <p:cNvPr id="15" name="Freeform 14">
              <a:extLst>
                <a:ext uri="{FF2B5EF4-FFF2-40B4-BE49-F238E27FC236}">
                  <a16:creationId xmlns:a16="http://schemas.microsoft.com/office/drawing/2014/main" id="{1AC1ECF1-D58D-5FBE-58A8-8702900F52B9}"/>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chemeClr val="accent2"/>
            </a:solidFill>
            <a:ln w="854" cap="flat">
              <a:noFill/>
              <a:prstDash val="solid"/>
              <a:miter/>
            </a:ln>
          </p:spPr>
          <p:txBody>
            <a:bodyPr/>
            <a:lstStyle/>
            <a:p>
              <a:endParaRPr lang="en-RO"/>
            </a:p>
          </p:txBody>
        </p:sp>
        <p:sp>
          <p:nvSpPr>
            <p:cNvPr id="16" name="Freeform 15">
              <a:extLst>
                <a:ext uri="{FF2B5EF4-FFF2-40B4-BE49-F238E27FC236}">
                  <a16:creationId xmlns:a16="http://schemas.microsoft.com/office/drawing/2014/main" id="{D1D6F9DF-CBEF-8B15-6FAC-B26C41A02A7B}"/>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chemeClr val="accent2"/>
            </a:solidFill>
            <a:ln w="854" cap="flat">
              <a:noFill/>
              <a:prstDash val="solid"/>
              <a:miter/>
            </a:ln>
          </p:spPr>
          <p:txBody>
            <a:bodyPr/>
            <a:lstStyle/>
            <a:p>
              <a:endParaRPr lang="en-RO"/>
            </a:p>
          </p:txBody>
        </p:sp>
        <p:sp>
          <p:nvSpPr>
            <p:cNvPr id="17" name="Freeform 16">
              <a:extLst>
                <a:ext uri="{FF2B5EF4-FFF2-40B4-BE49-F238E27FC236}">
                  <a16:creationId xmlns:a16="http://schemas.microsoft.com/office/drawing/2014/main" id="{839D29D5-04E3-969C-7FA6-5A6E449F7799}"/>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chemeClr val="accent2"/>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0377EF91-0EFF-F819-D621-F746EB109983}"/>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chemeClr val="accent2"/>
            </a:solidFill>
            <a:ln w="854" cap="flat">
              <a:noFill/>
              <a:prstDash val="solid"/>
              <a:miter/>
            </a:ln>
          </p:spPr>
          <p:txBody>
            <a:bodyPr/>
            <a:lstStyle/>
            <a:p>
              <a:endParaRPr lang="en-RO"/>
            </a:p>
          </p:txBody>
        </p:sp>
      </p:grpSp>
      <p:sp>
        <p:nvSpPr>
          <p:cNvPr id="6" name="Title 1">
            <a:extLst>
              <a:ext uri="{FF2B5EF4-FFF2-40B4-BE49-F238E27FC236}">
                <a16:creationId xmlns:a16="http://schemas.microsoft.com/office/drawing/2014/main" id="{F698B06A-426B-71A5-D6FC-78180EEA8E6A}"/>
              </a:ext>
            </a:extLst>
          </p:cNvPr>
          <p:cNvSpPr>
            <a:spLocks noGrp="1"/>
          </p:cNvSpPr>
          <p:nvPr>
            <p:ph type="title" hasCustomPrompt="1"/>
          </p:nvPr>
        </p:nvSpPr>
        <p:spPr>
          <a:xfrm>
            <a:off x="916599" y="2587371"/>
            <a:ext cx="8940800" cy="1721393"/>
          </a:xfrm>
        </p:spPr>
        <p:txBody>
          <a:bodyPr anchor="t">
            <a:noAutofit/>
          </a:bodyPr>
          <a:lstStyle>
            <a:lvl1pPr>
              <a:lnSpc>
                <a:spcPct val="84000"/>
              </a:lnSpc>
              <a:defRPr sz="6600" b="1">
                <a:solidFill>
                  <a:schemeClr val="bg1"/>
                </a:solidFill>
              </a:defRPr>
            </a:lvl1pPr>
          </a:lstStyle>
          <a:p>
            <a:r>
              <a:rPr lang="en-US" dirty="0"/>
              <a:t>Click To Edit Section Divider Title Style</a:t>
            </a:r>
          </a:p>
        </p:txBody>
      </p:sp>
      <p:sp>
        <p:nvSpPr>
          <p:cNvPr id="7" name="Subtitle 2">
            <a:extLst>
              <a:ext uri="{FF2B5EF4-FFF2-40B4-BE49-F238E27FC236}">
                <a16:creationId xmlns:a16="http://schemas.microsoft.com/office/drawing/2014/main" id="{04901C3D-87FA-75CB-AE0B-DD71BF369688}"/>
              </a:ext>
            </a:extLst>
          </p:cNvPr>
          <p:cNvSpPr>
            <a:spLocks noGrp="1"/>
          </p:cNvSpPr>
          <p:nvPr>
            <p:ph type="subTitle" idx="1"/>
          </p:nvPr>
        </p:nvSpPr>
        <p:spPr>
          <a:xfrm>
            <a:off x="916599" y="4484713"/>
            <a:ext cx="8940800" cy="941596"/>
          </a:xfrm>
        </p:spPr>
        <p:txBody>
          <a:bodyPr/>
          <a:lstStyle>
            <a:lvl1pPr marL="0" indent="0" algn="l">
              <a:buNone/>
              <a:defRPr sz="24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8" name="Graphic 7">
            <a:extLst>
              <a:ext uri="{FF2B5EF4-FFF2-40B4-BE49-F238E27FC236}">
                <a16:creationId xmlns:a16="http://schemas.microsoft.com/office/drawing/2014/main" id="{F0EC10F4-4B6D-DA1F-8FD1-BA6EAF08A85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9346" y="2095618"/>
            <a:ext cx="669737" cy="278430"/>
          </a:xfrm>
          <a:prstGeom prst="rect">
            <a:avLst/>
          </a:prstGeom>
        </p:spPr>
      </p:pic>
    </p:spTree>
    <p:extLst>
      <p:ext uri="{BB962C8B-B14F-4D97-AF65-F5344CB8AC3E}">
        <p14:creationId xmlns:p14="http://schemas.microsoft.com/office/powerpoint/2010/main" val="21339000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Section Divider Dark 3">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759D0FB-989A-4442-F784-2F9FFC4658D6}"/>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11" name="Freeform 10">
            <a:extLst>
              <a:ext uri="{FF2B5EF4-FFF2-40B4-BE49-F238E27FC236}">
                <a16:creationId xmlns:a16="http://schemas.microsoft.com/office/drawing/2014/main" id="{F9E258C3-7754-70C8-8C9E-40569AD14B72}"/>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chemeClr val="bg1"/>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77E087EA-A98F-6897-68D0-98121B00E14A}"/>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3" name="Graphic 3">
            <a:extLst>
              <a:ext uri="{FF2B5EF4-FFF2-40B4-BE49-F238E27FC236}">
                <a16:creationId xmlns:a16="http://schemas.microsoft.com/office/drawing/2014/main" id="{697853AB-73EF-D071-908F-7BE086169988}"/>
              </a:ext>
            </a:extLst>
          </p:cNvPr>
          <p:cNvGrpSpPr/>
          <p:nvPr userDrawn="1"/>
        </p:nvGrpSpPr>
        <p:grpSpPr>
          <a:xfrm>
            <a:off x="11217977" y="6552879"/>
            <a:ext cx="432093" cy="77405"/>
            <a:chOff x="11217977" y="6552879"/>
            <a:chExt cx="432093" cy="77405"/>
          </a:xfrm>
          <a:solidFill>
            <a:srgbClr val="FFFFFF"/>
          </a:solidFill>
        </p:grpSpPr>
        <p:sp>
          <p:nvSpPr>
            <p:cNvPr id="14" name="Freeform 13">
              <a:extLst>
                <a:ext uri="{FF2B5EF4-FFF2-40B4-BE49-F238E27FC236}">
                  <a16:creationId xmlns:a16="http://schemas.microsoft.com/office/drawing/2014/main" id="{54523985-1C2A-98B1-7AB2-4B57C80AE49B}"/>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chemeClr val="accent2"/>
            </a:solidFill>
            <a:ln w="854" cap="flat">
              <a:noFill/>
              <a:prstDash val="solid"/>
              <a:miter/>
            </a:ln>
          </p:spPr>
          <p:txBody>
            <a:bodyPr/>
            <a:lstStyle/>
            <a:p>
              <a:endParaRPr lang="en-RO"/>
            </a:p>
          </p:txBody>
        </p:sp>
        <p:sp>
          <p:nvSpPr>
            <p:cNvPr id="15" name="Freeform 14">
              <a:extLst>
                <a:ext uri="{FF2B5EF4-FFF2-40B4-BE49-F238E27FC236}">
                  <a16:creationId xmlns:a16="http://schemas.microsoft.com/office/drawing/2014/main" id="{2CC2457C-6A96-24E9-5601-EB7C4FEA433E}"/>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chemeClr val="accent2"/>
            </a:solidFill>
            <a:ln w="854" cap="flat">
              <a:noFill/>
              <a:prstDash val="solid"/>
              <a:miter/>
            </a:ln>
          </p:spPr>
          <p:txBody>
            <a:bodyPr/>
            <a:lstStyle/>
            <a:p>
              <a:endParaRPr lang="en-RO"/>
            </a:p>
          </p:txBody>
        </p:sp>
        <p:sp>
          <p:nvSpPr>
            <p:cNvPr id="16" name="Freeform 15">
              <a:extLst>
                <a:ext uri="{FF2B5EF4-FFF2-40B4-BE49-F238E27FC236}">
                  <a16:creationId xmlns:a16="http://schemas.microsoft.com/office/drawing/2014/main" id="{4078F429-04E8-96D3-1CAA-07E8C2667149}"/>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chemeClr val="accent2"/>
            </a:solidFill>
            <a:ln w="854" cap="flat">
              <a:noFill/>
              <a:prstDash val="solid"/>
              <a:miter/>
            </a:ln>
          </p:spPr>
          <p:txBody>
            <a:bodyPr/>
            <a:lstStyle/>
            <a:p>
              <a:endParaRPr lang="en-RO"/>
            </a:p>
          </p:txBody>
        </p:sp>
        <p:sp>
          <p:nvSpPr>
            <p:cNvPr id="17" name="Freeform 16">
              <a:extLst>
                <a:ext uri="{FF2B5EF4-FFF2-40B4-BE49-F238E27FC236}">
                  <a16:creationId xmlns:a16="http://schemas.microsoft.com/office/drawing/2014/main" id="{D0F13B91-2AD0-C060-4B2D-9A93DFF2EB9E}"/>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chemeClr val="accent2"/>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6F78F35A-02B9-35A3-7A7C-1C830C3D226C}"/>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chemeClr val="accent2"/>
            </a:solidFill>
            <a:ln w="854" cap="flat">
              <a:noFill/>
              <a:prstDash val="solid"/>
              <a:miter/>
            </a:ln>
          </p:spPr>
          <p:txBody>
            <a:bodyPr/>
            <a:lstStyle/>
            <a:p>
              <a:endParaRPr lang="en-RO"/>
            </a:p>
          </p:txBody>
        </p:sp>
      </p:grpSp>
      <p:sp>
        <p:nvSpPr>
          <p:cNvPr id="6" name="Title 1">
            <a:extLst>
              <a:ext uri="{FF2B5EF4-FFF2-40B4-BE49-F238E27FC236}">
                <a16:creationId xmlns:a16="http://schemas.microsoft.com/office/drawing/2014/main" id="{4116AFB5-37BF-8E0D-63D3-D8AB2A35C61D}"/>
              </a:ext>
            </a:extLst>
          </p:cNvPr>
          <p:cNvSpPr>
            <a:spLocks noGrp="1"/>
          </p:cNvSpPr>
          <p:nvPr>
            <p:ph type="title" hasCustomPrompt="1"/>
          </p:nvPr>
        </p:nvSpPr>
        <p:spPr>
          <a:xfrm>
            <a:off x="916599" y="2587371"/>
            <a:ext cx="8940800" cy="1721393"/>
          </a:xfrm>
        </p:spPr>
        <p:txBody>
          <a:bodyPr anchor="t">
            <a:noAutofit/>
          </a:bodyPr>
          <a:lstStyle>
            <a:lvl1pPr>
              <a:lnSpc>
                <a:spcPct val="84000"/>
              </a:lnSpc>
              <a:defRPr sz="6600" b="1">
                <a:solidFill>
                  <a:schemeClr val="bg1"/>
                </a:solidFill>
              </a:defRPr>
            </a:lvl1pPr>
          </a:lstStyle>
          <a:p>
            <a:r>
              <a:rPr lang="en-US" dirty="0"/>
              <a:t>Click To Edit Section Divider Title Style</a:t>
            </a:r>
          </a:p>
        </p:txBody>
      </p:sp>
      <p:sp>
        <p:nvSpPr>
          <p:cNvPr id="7" name="Subtitle 2">
            <a:extLst>
              <a:ext uri="{FF2B5EF4-FFF2-40B4-BE49-F238E27FC236}">
                <a16:creationId xmlns:a16="http://schemas.microsoft.com/office/drawing/2014/main" id="{3DB4C2EE-73C2-4B85-F456-9D609383D2C9}"/>
              </a:ext>
            </a:extLst>
          </p:cNvPr>
          <p:cNvSpPr>
            <a:spLocks noGrp="1"/>
          </p:cNvSpPr>
          <p:nvPr>
            <p:ph type="subTitle" idx="1"/>
          </p:nvPr>
        </p:nvSpPr>
        <p:spPr>
          <a:xfrm>
            <a:off x="916599" y="4484713"/>
            <a:ext cx="8940800" cy="941596"/>
          </a:xfrm>
        </p:spPr>
        <p:txBody>
          <a:bodyPr/>
          <a:lstStyle>
            <a:lvl1pPr marL="0" indent="0" algn="l">
              <a:buNone/>
              <a:defRPr sz="24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8" name="Graphic 7">
            <a:extLst>
              <a:ext uri="{FF2B5EF4-FFF2-40B4-BE49-F238E27FC236}">
                <a16:creationId xmlns:a16="http://schemas.microsoft.com/office/drawing/2014/main" id="{5A478E68-E0C8-D957-B046-5B33CE3F751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9346" y="2095618"/>
            <a:ext cx="669737" cy="278430"/>
          </a:xfrm>
          <a:prstGeom prst="rect">
            <a:avLst/>
          </a:prstGeom>
        </p:spPr>
      </p:pic>
    </p:spTree>
    <p:extLst>
      <p:ext uri="{BB962C8B-B14F-4D97-AF65-F5344CB8AC3E}">
        <p14:creationId xmlns:p14="http://schemas.microsoft.com/office/powerpoint/2010/main" val="42101401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ection Divider Dark 4">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0D632B6-0884-D143-EA36-A6C7D0FCFE6B}"/>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2" name="Group 1">
            <a:extLst>
              <a:ext uri="{FF2B5EF4-FFF2-40B4-BE49-F238E27FC236}">
                <a16:creationId xmlns:a16="http://schemas.microsoft.com/office/drawing/2014/main" id="{D59F13F6-4E60-44A9-6CB1-BC5E5823B6B6}"/>
              </a:ext>
            </a:extLst>
          </p:cNvPr>
          <p:cNvGrpSpPr/>
          <p:nvPr userDrawn="1"/>
        </p:nvGrpSpPr>
        <p:grpSpPr>
          <a:xfrm>
            <a:off x="11180146" y="6513177"/>
            <a:ext cx="516913" cy="156999"/>
            <a:chOff x="11180146" y="6513177"/>
            <a:chExt cx="516913" cy="156999"/>
          </a:xfrm>
        </p:grpSpPr>
        <p:sp>
          <p:nvSpPr>
            <p:cNvPr id="11" name="Freeform 10">
              <a:extLst>
                <a:ext uri="{FF2B5EF4-FFF2-40B4-BE49-F238E27FC236}">
                  <a16:creationId xmlns:a16="http://schemas.microsoft.com/office/drawing/2014/main" id="{D8A5DE33-3CC4-DC68-3EE3-1D67D95E8B26}"/>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chemeClr val="bg1"/>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13A63FF0-EC27-E32D-8BAF-D8FCE9C15340}"/>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3" name="Graphic 3">
              <a:extLst>
                <a:ext uri="{FF2B5EF4-FFF2-40B4-BE49-F238E27FC236}">
                  <a16:creationId xmlns:a16="http://schemas.microsoft.com/office/drawing/2014/main" id="{AF8AD337-53CF-1175-D221-CDDD7D2F6649}"/>
                </a:ext>
              </a:extLst>
            </p:cNvPr>
            <p:cNvGrpSpPr/>
            <p:nvPr userDrawn="1"/>
          </p:nvGrpSpPr>
          <p:grpSpPr>
            <a:xfrm>
              <a:off x="11217977" y="6552879"/>
              <a:ext cx="432093" cy="77405"/>
              <a:chOff x="11217977" y="6552879"/>
              <a:chExt cx="432093" cy="77405"/>
            </a:xfrm>
            <a:solidFill>
              <a:srgbClr val="FFFFFF"/>
            </a:solidFill>
          </p:grpSpPr>
          <p:sp>
            <p:nvSpPr>
              <p:cNvPr id="14" name="Freeform 13">
                <a:extLst>
                  <a:ext uri="{FF2B5EF4-FFF2-40B4-BE49-F238E27FC236}">
                    <a16:creationId xmlns:a16="http://schemas.microsoft.com/office/drawing/2014/main" id="{B5582378-2160-7184-FEED-C20F09C165F6}"/>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chemeClr val="accent2"/>
              </a:solidFill>
              <a:ln w="854" cap="flat">
                <a:noFill/>
                <a:prstDash val="solid"/>
                <a:miter/>
              </a:ln>
            </p:spPr>
            <p:txBody>
              <a:bodyPr/>
              <a:lstStyle/>
              <a:p>
                <a:endParaRPr lang="en-RO"/>
              </a:p>
            </p:txBody>
          </p:sp>
          <p:sp>
            <p:nvSpPr>
              <p:cNvPr id="15" name="Freeform 14">
                <a:extLst>
                  <a:ext uri="{FF2B5EF4-FFF2-40B4-BE49-F238E27FC236}">
                    <a16:creationId xmlns:a16="http://schemas.microsoft.com/office/drawing/2014/main" id="{E7394BA0-9981-BC7B-2FE1-FE644F897F0B}"/>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chemeClr val="accent2"/>
              </a:solidFill>
              <a:ln w="854" cap="flat">
                <a:noFill/>
                <a:prstDash val="solid"/>
                <a:miter/>
              </a:ln>
            </p:spPr>
            <p:txBody>
              <a:bodyPr/>
              <a:lstStyle/>
              <a:p>
                <a:endParaRPr lang="en-RO"/>
              </a:p>
            </p:txBody>
          </p:sp>
          <p:sp>
            <p:nvSpPr>
              <p:cNvPr id="16" name="Freeform 15">
                <a:extLst>
                  <a:ext uri="{FF2B5EF4-FFF2-40B4-BE49-F238E27FC236}">
                    <a16:creationId xmlns:a16="http://schemas.microsoft.com/office/drawing/2014/main" id="{4F88356D-F4FA-72F0-1579-1CBB309ADBD0}"/>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chemeClr val="accent2"/>
              </a:solidFill>
              <a:ln w="854" cap="flat">
                <a:noFill/>
                <a:prstDash val="solid"/>
                <a:miter/>
              </a:ln>
            </p:spPr>
            <p:txBody>
              <a:bodyPr/>
              <a:lstStyle/>
              <a:p>
                <a:endParaRPr lang="en-RO"/>
              </a:p>
            </p:txBody>
          </p:sp>
          <p:sp>
            <p:nvSpPr>
              <p:cNvPr id="17" name="Freeform 16">
                <a:extLst>
                  <a:ext uri="{FF2B5EF4-FFF2-40B4-BE49-F238E27FC236}">
                    <a16:creationId xmlns:a16="http://schemas.microsoft.com/office/drawing/2014/main" id="{5CDF775C-EE73-DEBF-3A1C-32C613564A83}"/>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chemeClr val="accent2"/>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0DE0A214-22D2-DEB4-578D-28B4C6302487}"/>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chemeClr val="accent2"/>
              </a:solidFill>
              <a:ln w="854" cap="flat">
                <a:noFill/>
                <a:prstDash val="solid"/>
                <a:miter/>
              </a:ln>
            </p:spPr>
            <p:txBody>
              <a:bodyPr/>
              <a:lstStyle/>
              <a:p>
                <a:endParaRPr lang="en-RO"/>
              </a:p>
            </p:txBody>
          </p:sp>
        </p:grpSp>
      </p:grpSp>
      <p:sp>
        <p:nvSpPr>
          <p:cNvPr id="7" name="Title 1">
            <a:extLst>
              <a:ext uri="{FF2B5EF4-FFF2-40B4-BE49-F238E27FC236}">
                <a16:creationId xmlns:a16="http://schemas.microsoft.com/office/drawing/2014/main" id="{DAC607C4-0118-16C0-8DEC-1B050E9C2599}"/>
              </a:ext>
            </a:extLst>
          </p:cNvPr>
          <p:cNvSpPr>
            <a:spLocks noGrp="1"/>
          </p:cNvSpPr>
          <p:nvPr>
            <p:ph type="title" hasCustomPrompt="1"/>
          </p:nvPr>
        </p:nvSpPr>
        <p:spPr>
          <a:xfrm>
            <a:off x="916599" y="2587371"/>
            <a:ext cx="8940800" cy="1721393"/>
          </a:xfrm>
        </p:spPr>
        <p:txBody>
          <a:bodyPr anchor="t">
            <a:noAutofit/>
          </a:bodyPr>
          <a:lstStyle>
            <a:lvl1pPr>
              <a:lnSpc>
                <a:spcPct val="84000"/>
              </a:lnSpc>
              <a:defRPr sz="6600" b="1">
                <a:solidFill>
                  <a:schemeClr val="bg1"/>
                </a:solidFill>
              </a:defRPr>
            </a:lvl1pPr>
          </a:lstStyle>
          <a:p>
            <a:r>
              <a:rPr lang="en-US" dirty="0"/>
              <a:t>Click To Edit Section Divider Title Style</a:t>
            </a:r>
          </a:p>
        </p:txBody>
      </p:sp>
      <p:sp>
        <p:nvSpPr>
          <p:cNvPr id="8" name="Subtitle 2">
            <a:extLst>
              <a:ext uri="{FF2B5EF4-FFF2-40B4-BE49-F238E27FC236}">
                <a16:creationId xmlns:a16="http://schemas.microsoft.com/office/drawing/2014/main" id="{D749EB9B-07C1-5A79-0F2F-EEC9C867F432}"/>
              </a:ext>
            </a:extLst>
          </p:cNvPr>
          <p:cNvSpPr>
            <a:spLocks noGrp="1"/>
          </p:cNvSpPr>
          <p:nvPr>
            <p:ph type="subTitle" idx="1"/>
          </p:nvPr>
        </p:nvSpPr>
        <p:spPr>
          <a:xfrm>
            <a:off x="916599" y="4484713"/>
            <a:ext cx="8940800" cy="941596"/>
          </a:xfrm>
        </p:spPr>
        <p:txBody>
          <a:bodyPr/>
          <a:lstStyle>
            <a:lvl1pPr marL="0" indent="0" algn="l">
              <a:buNone/>
              <a:defRPr sz="24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9" name="Graphic 8">
            <a:extLst>
              <a:ext uri="{FF2B5EF4-FFF2-40B4-BE49-F238E27FC236}">
                <a16:creationId xmlns:a16="http://schemas.microsoft.com/office/drawing/2014/main" id="{AF7A30F1-86D3-58C7-893E-A3AD0C75C26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9346" y="2095618"/>
            <a:ext cx="669737" cy="278430"/>
          </a:xfrm>
          <a:prstGeom prst="rect">
            <a:avLst/>
          </a:prstGeom>
        </p:spPr>
      </p:pic>
    </p:spTree>
    <p:extLst>
      <p:ext uri="{BB962C8B-B14F-4D97-AF65-F5344CB8AC3E}">
        <p14:creationId xmlns:p14="http://schemas.microsoft.com/office/powerpoint/2010/main" val="6419016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Section Divider Dark 5">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3B8A751-6117-465C-F260-16EEE7976B71}"/>
              </a:ext>
            </a:extLst>
          </p:cNvPr>
          <p:cNvPicPr>
            <a:picLocks noChangeAspect="1"/>
          </p:cNvPicPr>
          <p:nvPr userDrawn="1"/>
        </p:nvPicPr>
        <p:blipFill>
          <a:blip r:embed="rId2"/>
          <a:stretch>
            <a:fillRect/>
          </a:stretch>
        </p:blipFill>
        <p:spPr>
          <a:xfrm>
            <a:off x="-1" y="0"/>
            <a:ext cx="12192001" cy="6858001"/>
          </a:xfrm>
          <a:prstGeom prst="rect">
            <a:avLst/>
          </a:prstGeom>
        </p:spPr>
      </p:pic>
      <p:sp>
        <p:nvSpPr>
          <p:cNvPr id="2" name="Freeform 1">
            <a:extLst>
              <a:ext uri="{FF2B5EF4-FFF2-40B4-BE49-F238E27FC236}">
                <a16:creationId xmlns:a16="http://schemas.microsoft.com/office/drawing/2014/main" id="{14CB23AC-3299-C1FD-FE91-1296408E6B13}"/>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3" name="Freeform 2">
            <a:extLst>
              <a:ext uri="{FF2B5EF4-FFF2-40B4-BE49-F238E27FC236}">
                <a16:creationId xmlns:a16="http://schemas.microsoft.com/office/drawing/2014/main" id="{08482317-6315-6B46-4CDA-EAE096180397}"/>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5" name="Graphic 3">
            <a:extLst>
              <a:ext uri="{FF2B5EF4-FFF2-40B4-BE49-F238E27FC236}">
                <a16:creationId xmlns:a16="http://schemas.microsoft.com/office/drawing/2014/main" id="{65643DC2-D568-FFFA-BFCD-3EA4688C5702}"/>
              </a:ext>
            </a:extLst>
          </p:cNvPr>
          <p:cNvGrpSpPr/>
          <p:nvPr userDrawn="1"/>
        </p:nvGrpSpPr>
        <p:grpSpPr>
          <a:xfrm>
            <a:off x="11217977" y="6552879"/>
            <a:ext cx="432093" cy="77405"/>
            <a:chOff x="11217977" y="6552879"/>
            <a:chExt cx="432093" cy="77405"/>
          </a:xfrm>
          <a:solidFill>
            <a:srgbClr val="FFFFFF"/>
          </a:solidFill>
        </p:grpSpPr>
        <p:sp>
          <p:nvSpPr>
            <p:cNvPr id="6" name="Freeform 5">
              <a:extLst>
                <a:ext uri="{FF2B5EF4-FFF2-40B4-BE49-F238E27FC236}">
                  <a16:creationId xmlns:a16="http://schemas.microsoft.com/office/drawing/2014/main" id="{59EAC7DE-01FD-3A3D-5F70-2074BF00F95C}"/>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7" name="Freeform 6">
              <a:extLst>
                <a:ext uri="{FF2B5EF4-FFF2-40B4-BE49-F238E27FC236}">
                  <a16:creationId xmlns:a16="http://schemas.microsoft.com/office/drawing/2014/main" id="{DE237E85-C4D3-C9E8-8366-61A4E00CA526}"/>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8" name="Freeform 7">
              <a:extLst>
                <a:ext uri="{FF2B5EF4-FFF2-40B4-BE49-F238E27FC236}">
                  <a16:creationId xmlns:a16="http://schemas.microsoft.com/office/drawing/2014/main" id="{DFDC6104-BB4E-09E2-4C94-574A8A2066BB}"/>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9" name="Freeform 8">
              <a:extLst>
                <a:ext uri="{FF2B5EF4-FFF2-40B4-BE49-F238E27FC236}">
                  <a16:creationId xmlns:a16="http://schemas.microsoft.com/office/drawing/2014/main" id="{5FBB34B7-55AB-8AE6-877C-67E42106A99D}"/>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879C58A9-B6E3-731B-CE9E-B84E10E08D30}"/>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sp>
        <p:nvSpPr>
          <p:cNvPr id="14" name="Title 1">
            <a:extLst>
              <a:ext uri="{FF2B5EF4-FFF2-40B4-BE49-F238E27FC236}">
                <a16:creationId xmlns:a16="http://schemas.microsoft.com/office/drawing/2014/main" id="{A2ED2262-ED0D-CCA8-6B6C-B5C004A2CCFA}"/>
              </a:ext>
            </a:extLst>
          </p:cNvPr>
          <p:cNvSpPr>
            <a:spLocks noGrp="1"/>
          </p:cNvSpPr>
          <p:nvPr>
            <p:ph type="title" hasCustomPrompt="1"/>
          </p:nvPr>
        </p:nvSpPr>
        <p:spPr>
          <a:xfrm>
            <a:off x="916599" y="1518189"/>
            <a:ext cx="8940800" cy="2492830"/>
          </a:xfrm>
        </p:spPr>
        <p:txBody>
          <a:bodyPr anchor="b">
            <a:noAutofit/>
          </a:bodyPr>
          <a:lstStyle>
            <a:lvl1pPr>
              <a:lnSpc>
                <a:spcPct val="84000"/>
              </a:lnSpc>
              <a:defRPr sz="6600" b="1">
                <a:solidFill>
                  <a:schemeClr val="bg1"/>
                </a:solidFill>
              </a:defRPr>
            </a:lvl1pPr>
          </a:lstStyle>
          <a:p>
            <a:r>
              <a:rPr lang="en-US" dirty="0"/>
              <a:t>Click To Edit Section Divider Title Style</a:t>
            </a:r>
          </a:p>
        </p:txBody>
      </p:sp>
      <p:sp>
        <p:nvSpPr>
          <p:cNvPr id="15" name="Subtitle 2">
            <a:extLst>
              <a:ext uri="{FF2B5EF4-FFF2-40B4-BE49-F238E27FC236}">
                <a16:creationId xmlns:a16="http://schemas.microsoft.com/office/drawing/2014/main" id="{BEBE32CB-83A8-F1C3-95AE-A96995AF090C}"/>
              </a:ext>
            </a:extLst>
          </p:cNvPr>
          <p:cNvSpPr>
            <a:spLocks noGrp="1"/>
          </p:cNvSpPr>
          <p:nvPr>
            <p:ph type="subTitle" idx="1"/>
          </p:nvPr>
        </p:nvSpPr>
        <p:spPr>
          <a:xfrm>
            <a:off x="916599" y="4207622"/>
            <a:ext cx="8940800" cy="941596"/>
          </a:xfrm>
        </p:spPr>
        <p:txBody>
          <a:bodyPr/>
          <a:lstStyle>
            <a:lvl1pPr marL="0" indent="0" algn="l">
              <a:buNone/>
              <a:defRPr sz="24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352331926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ection Divider Dark 6">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0AEB4-674D-E808-0ABF-2A2F6751924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9" name="Title 1">
            <a:extLst>
              <a:ext uri="{FF2B5EF4-FFF2-40B4-BE49-F238E27FC236}">
                <a16:creationId xmlns:a16="http://schemas.microsoft.com/office/drawing/2014/main" id="{A6782F98-B42B-6943-A135-A0045ECEB48C}"/>
              </a:ext>
            </a:extLst>
          </p:cNvPr>
          <p:cNvSpPr>
            <a:spLocks noGrp="1"/>
          </p:cNvSpPr>
          <p:nvPr>
            <p:ph type="title" hasCustomPrompt="1"/>
          </p:nvPr>
        </p:nvSpPr>
        <p:spPr>
          <a:xfrm>
            <a:off x="916599" y="1518189"/>
            <a:ext cx="8940800" cy="2492830"/>
          </a:xfrm>
        </p:spPr>
        <p:txBody>
          <a:bodyPr anchor="b">
            <a:noAutofit/>
          </a:bodyPr>
          <a:lstStyle>
            <a:lvl1pPr>
              <a:lnSpc>
                <a:spcPct val="84000"/>
              </a:lnSpc>
              <a:defRPr sz="6600" b="1">
                <a:solidFill>
                  <a:schemeClr val="bg1"/>
                </a:solidFill>
              </a:defRPr>
            </a:lvl1pPr>
          </a:lstStyle>
          <a:p>
            <a:r>
              <a:rPr lang="en-US" dirty="0"/>
              <a:t>Click To Edit Section Divider Title Style</a:t>
            </a:r>
          </a:p>
        </p:txBody>
      </p:sp>
      <p:sp>
        <p:nvSpPr>
          <p:cNvPr id="41" name="Subtitle 2">
            <a:extLst>
              <a:ext uri="{FF2B5EF4-FFF2-40B4-BE49-F238E27FC236}">
                <a16:creationId xmlns:a16="http://schemas.microsoft.com/office/drawing/2014/main" id="{DE0E6A78-172A-4A20-FD3B-613625FC4407}"/>
              </a:ext>
            </a:extLst>
          </p:cNvPr>
          <p:cNvSpPr>
            <a:spLocks noGrp="1"/>
          </p:cNvSpPr>
          <p:nvPr>
            <p:ph type="subTitle" idx="1"/>
          </p:nvPr>
        </p:nvSpPr>
        <p:spPr>
          <a:xfrm>
            <a:off x="916599" y="4207622"/>
            <a:ext cx="8940800" cy="941596"/>
          </a:xfrm>
        </p:spPr>
        <p:txBody>
          <a:bodyPr/>
          <a:lstStyle>
            <a:lvl1pPr marL="0" indent="0" algn="l">
              <a:buNone/>
              <a:defRPr sz="24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Freeform 10">
            <a:extLst>
              <a:ext uri="{FF2B5EF4-FFF2-40B4-BE49-F238E27FC236}">
                <a16:creationId xmlns:a16="http://schemas.microsoft.com/office/drawing/2014/main" id="{ECD741A6-8249-0D06-7905-9752015BBD02}"/>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chemeClr val="bg1"/>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69FBF012-5ED4-0AC9-7A1C-C5B8D8774C7C}"/>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3" name="Graphic 3">
            <a:extLst>
              <a:ext uri="{FF2B5EF4-FFF2-40B4-BE49-F238E27FC236}">
                <a16:creationId xmlns:a16="http://schemas.microsoft.com/office/drawing/2014/main" id="{E6581B8C-D7B8-6C2A-BE36-391928704D0F}"/>
              </a:ext>
            </a:extLst>
          </p:cNvPr>
          <p:cNvGrpSpPr/>
          <p:nvPr userDrawn="1"/>
        </p:nvGrpSpPr>
        <p:grpSpPr>
          <a:xfrm>
            <a:off x="11217977" y="6552879"/>
            <a:ext cx="432093" cy="77405"/>
            <a:chOff x="11217977" y="6552879"/>
            <a:chExt cx="432093" cy="77405"/>
          </a:xfrm>
          <a:solidFill>
            <a:srgbClr val="FFFFFF"/>
          </a:solidFill>
        </p:grpSpPr>
        <p:sp>
          <p:nvSpPr>
            <p:cNvPr id="14" name="Freeform 13">
              <a:extLst>
                <a:ext uri="{FF2B5EF4-FFF2-40B4-BE49-F238E27FC236}">
                  <a16:creationId xmlns:a16="http://schemas.microsoft.com/office/drawing/2014/main" id="{93AF4DF7-B284-BB30-5DD2-7F572B5E97BE}"/>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chemeClr val="accent2"/>
            </a:solidFill>
            <a:ln w="854" cap="flat">
              <a:noFill/>
              <a:prstDash val="solid"/>
              <a:miter/>
            </a:ln>
          </p:spPr>
          <p:txBody>
            <a:bodyPr/>
            <a:lstStyle/>
            <a:p>
              <a:endParaRPr lang="en-RO"/>
            </a:p>
          </p:txBody>
        </p:sp>
        <p:sp>
          <p:nvSpPr>
            <p:cNvPr id="15" name="Freeform 14">
              <a:extLst>
                <a:ext uri="{FF2B5EF4-FFF2-40B4-BE49-F238E27FC236}">
                  <a16:creationId xmlns:a16="http://schemas.microsoft.com/office/drawing/2014/main" id="{473AD12A-D6B7-54F4-8C88-B070BE2270F7}"/>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chemeClr val="accent2"/>
            </a:solidFill>
            <a:ln w="854" cap="flat">
              <a:noFill/>
              <a:prstDash val="solid"/>
              <a:miter/>
            </a:ln>
          </p:spPr>
          <p:txBody>
            <a:bodyPr/>
            <a:lstStyle/>
            <a:p>
              <a:endParaRPr lang="en-RO"/>
            </a:p>
          </p:txBody>
        </p:sp>
        <p:sp>
          <p:nvSpPr>
            <p:cNvPr id="16" name="Freeform 15">
              <a:extLst>
                <a:ext uri="{FF2B5EF4-FFF2-40B4-BE49-F238E27FC236}">
                  <a16:creationId xmlns:a16="http://schemas.microsoft.com/office/drawing/2014/main" id="{4C9FCCEC-F0A8-637B-0FFC-2933C3D363BB}"/>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chemeClr val="accent2"/>
            </a:solidFill>
            <a:ln w="854" cap="flat">
              <a:noFill/>
              <a:prstDash val="solid"/>
              <a:miter/>
            </a:ln>
          </p:spPr>
          <p:txBody>
            <a:bodyPr/>
            <a:lstStyle/>
            <a:p>
              <a:endParaRPr lang="en-RO"/>
            </a:p>
          </p:txBody>
        </p:sp>
        <p:sp>
          <p:nvSpPr>
            <p:cNvPr id="17" name="Freeform 16">
              <a:extLst>
                <a:ext uri="{FF2B5EF4-FFF2-40B4-BE49-F238E27FC236}">
                  <a16:creationId xmlns:a16="http://schemas.microsoft.com/office/drawing/2014/main" id="{B557450D-E4E1-8CF5-6E92-504F5B59914B}"/>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chemeClr val="accent2"/>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C4D43E1B-1AD5-42C7-9037-30D11D7814F9}"/>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chemeClr val="accent2"/>
            </a:solidFill>
            <a:ln w="854" cap="flat">
              <a:noFill/>
              <a:prstDash val="solid"/>
              <a:miter/>
            </a:ln>
          </p:spPr>
          <p:txBody>
            <a:bodyPr/>
            <a:lstStyle/>
            <a:p>
              <a:endParaRPr lang="en-RO"/>
            </a:p>
          </p:txBody>
        </p:sp>
      </p:grpSp>
    </p:spTree>
    <p:extLst>
      <p:ext uri="{BB962C8B-B14F-4D97-AF65-F5344CB8AC3E}">
        <p14:creationId xmlns:p14="http://schemas.microsoft.com/office/powerpoint/2010/main" val="27731356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ection Divider Light 1">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ACAF3A1-FDF5-7911-0265-0BD087C8E6D9}"/>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9" name="Title 1">
            <a:extLst>
              <a:ext uri="{FF2B5EF4-FFF2-40B4-BE49-F238E27FC236}">
                <a16:creationId xmlns:a16="http://schemas.microsoft.com/office/drawing/2014/main" id="{A6782F98-B42B-6943-A135-A0045ECEB48C}"/>
              </a:ext>
            </a:extLst>
          </p:cNvPr>
          <p:cNvSpPr>
            <a:spLocks noGrp="1"/>
          </p:cNvSpPr>
          <p:nvPr>
            <p:ph type="title" hasCustomPrompt="1"/>
          </p:nvPr>
        </p:nvSpPr>
        <p:spPr>
          <a:xfrm>
            <a:off x="916599" y="2669656"/>
            <a:ext cx="8940800" cy="2492830"/>
          </a:xfrm>
        </p:spPr>
        <p:txBody>
          <a:bodyPr anchor="b">
            <a:noAutofit/>
          </a:bodyPr>
          <a:lstStyle>
            <a:lvl1pPr>
              <a:lnSpc>
                <a:spcPct val="84000"/>
              </a:lnSpc>
              <a:defRPr sz="6600" b="1">
                <a:solidFill>
                  <a:srgbClr val="002060"/>
                </a:solidFill>
              </a:defRPr>
            </a:lvl1pPr>
          </a:lstStyle>
          <a:p>
            <a:r>
              <a:rPr lang="en-US" dirty="0"/>
              <a:t>Click To Edit Section Divider Title Style</a:t>
            </a:r>
          </a:p>
        </p:txBody>
      </p:sp>
      <p:sp>
        <p:nvSpPr>
          <p:cNvPr id="41" name="Subtitle 2">
            <a:extLst>
              <a:ext uri="{FF2B5EF4-FFF2-40B4-BE49-F238E27FC236}">
                <a16:creationId xmlns:a16="http://schemas.microsoft.com/office/drawing/2014/main" id="{DE0E6A78-172A-4A20-FD3B-613625FC4407}"/>
              </a:ext>
            </a:extLst>
          </p:cNvPr>
          <p:cNvSpPr>
            <a:spLocks noGrp="1"/>
          </p:cNvSpPr>
          <p:nvPr>
            <p:ph type="subTitle" idx="1"/>
          </p:nvPr>
        </p:nvSpPr>
        <p:spPr>
          <a:xfrm>
            <a:off x="916599" y="5359089"/>
            <a:ext cx="8940800" cy="941596"/>
          </a:xfrm>
        </p:spPr>
        <p:txBody>
          <a:bodyPr/>
          <a:lstStyle>
            <a:lvl1pPr marL="0" indent="0" algn="l">
              <a:buNone/>
              <a:defRPr sz="2400" b="0" i="0">
                <a:solidFill>
                  <a:schemeClr val="accent2"/>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Freeform 1">
            <a:extLst>
              <a:ext uri="{FF2B5EF4-FFF2-40B4-BE49-F238E27FC236}">
                <a16:creationId xmlns:a16="http://schemas.microsoft.com/office/drawing/2014/main" id="{17358B0B-704E-69C2-BA53-0D43D6102A10}"/>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4" name="Freeform 3">
            <a:extLst>
              <a:ext uri="{FF2B5EF4-FFF2-40B4-BE49-F238E27FC236}">
                <a16:creationId xmlns:a16="http://schemas.microsoft.com/office/drawing/2014/main" id="{8D13AA80-3E45-2678-D500-D362BAB00A08}"/>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5" name="Graphic 3">
            <a:extLst>
              <a:ext uri="{FF2B5EF4-FFF2-40B4-BE49-F238E27FC236}">
                <a16:creationId xmlns:a16="http://schemas.microsoft.com/office/drawing/2014/main" id="{9D7212ED-AAC1-BEA2-AD37-5E53ED919D4C}"/>
              </a:ext>
            </a:extLst>
          </p:cNvPr>
          <p:cNvGrpSpPr/>
          <p:nvPr userDrawn="1"/>
        </p:nvGrpSpPr>
        <p:grpSpPr>
          <a:xfrm>
            <a:off x="11217977" y="6552879"/>
            <a:ext cx="432093" cy="77405"/>
            <a:chOff x="11217977" y="6552879"/>
            <a:chExt cx="432093" cy="77405"/>
          </a:xfrm>
          <a:solidFill>
            <a:srgbClr val="FFFFFF"/>
          </a:solidFill>
        </p:grpSpPr>
        <p:sp>
          <p:nvSpPr>
            <p:cNvPr id="6" name="Freeform 5">
              <a:extLst>
                <a:ext uri="{FF2B5EF4-FFF2-40B4-BE49-F238E27FC236}">
                  <a16:creationId xmlns:a16="http://schemas.microsoft.com/office/drawing/2014/main" id="{0D7050B6-6C3A-F58B-BF25-50AFA5406A45}"/>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7" name="Freeform 6">
              <a:extLst>
                <a:ext uri="{FF2B5EF4-FFF2-40B4-BE49-F238E27FC236}">
                  <a16:creationId xmlns:a16="http://schemas.microsoft.com/office/drawing/2014/main" id="{8E73856E-C5CC-2400-7A72-A63AD60AA987}"/>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8" name="Freeform 7">
              <a:extLst>
                <a:ext uri="{FF2B5EF4-FFF2-40B4-BE49-F238E27FC236}">
                  <a16:creationId xmlns:a16="http://schemas.microsoft.com/office/drawing/2014/main" id="{7F319E36-850F-EA18-E5FE-A90DE55F6BC3}"/>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9" name="Freeform 8">
              <a:extLst>
                <a:ext uri="{FF2B5EF4-FFF2-40B4-BE49-F238E27FC236}">
                  <a16:creationId xmlns:a16="http://schemas.microsoft.com/office/drawing/2014/main" id="{09AF204C-9740-064D-56D1-622800A9CCE4}"/>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37D8B2CD-C1AB-3C32-A5B8-986A097A02C1}"/>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spTree>
    <p:extLst>
      <p:ext uri="{BB962C8B-B14F-4D97-AF65-F5344CB8AC3E}">
        <p14:creationId xmlns:p14="http://schemas.microsoft.com/office/powerpoint/2010/main" val="39806403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ection Divider Light 2">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7F3CD6F-097A-C3F1-1A51-5CAF36C09880}"/>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12" name="Group 11">
            <a:extLst>
              <a:ext uri="{FF2B5EF4-FFF2-40B4-BE49-F238E27FC236}">
                <a16:creationId xmlns:a16="http://schemas.microsoft.com/office/drawing/2014/main" id="{5F8AE6DE-7D30-4D76-53F2-DA9C3AF397A6}"/>
              </a:ext>
            </a:extLst>
          </p:cNvPr>
          <p:cNvGrpSpPr/>
          <p:nvPr userDrawn="1"/>
        </p:nvGrpSpPr>
        <p:grpSpPr>
          <a:xfrm>
            <a:off x="11180146" y="6513177"/>
            <a:ext cx="516913" cy="156999"/>
            <a:chOff x="11180146" y="6513177"/>
            <a:chExt cx="516913" cy="156999"/>
          </a:xfrm>
        </p:grpSpPr>
        <p:sp>
          <p:nvSpPr>
            <p:cNvPr id="2" name="Freeform 1">
              <a:extLst>
                <a:ext uri="{FF2B5EF4-FFF2-40B4-BE49-F238E27FC236}">
                  <a16:creationId xmlns:a16="http://schemas.microsoft.com/office/drawing/2014/main" id="{F0E7B79C-B216-01F8-087A-CB032A0F2D55}"/>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3" name="Freeform 2">
              <a:extLst>
                <a:ext uri="{FF2B5EF4-FFF2-40B4-BE49-F238E27FC236}">
                  <a16:creationId xmlns:a16="http://schemas.microsoft.com/office/drawing/2014/main" id="{5DBE1C10-3E28-CE10-1D95-7C6A553815E3}"/>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4" name="Graphic 3">
              <a:extLst>
                <a:ext uri="{FF2B5EF4-FFF2-40B4-BE49-F238E27FC236}">
                  <a16:creationId xmlns:a16="http://schemas.microsoft.com/office/drawing/2014/main" id="{6881E2E9-0384-ADEC-19D2-B9D617A295C2}"/>
                </a:ext>
              </a:extLst>
            </p:cNvPr>
            <p:cNvGrpSpPr/>
            <p:nvPr userDrawn="1"/>
          </p:nvGrpSpPr>
          <p:grpSpPr>
            <a:xfrm>
              <a:off x="11217977" y="6552879"/>
              <a:ext cx="432093" cy="77405"/>
              <a:chOff x="11217977" y="6552879"/>
              <a:chExt cx="432093" cy="77405"/>
            </a:xfrm>
            <a:solidFill>
              <a:srgbClr val="FFFFFF"/>
            </a:solidFill>
          </p:grpSpPr>
          <p:sp>
            <p:nvSpPr>
              <p:cNvPr id="5" name="Freeform 4">
                <a:extLst>
                  <a:ext uri="{FF2B5EF4-FFF2-40B4-BE49-F238E27FC236}">
                    <a16:creationId xmlns:a16="http://schemas.microsoft.com/office/drawing/2014/main" id="{F000C670-4A1A-1ACA-D2B8-DEE4DA91D7DE}"/>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7" name="Freeform 6">
                <a:extLst>
                  <a:ext uri="{FF2B5EF4-FFF2-40B4-BE49-F238E27FC236}">
                    <a16:creationId xmlns:a16="http://schemas.microsoft.com/office/drawing/2014/main" id="{F2CC61A4-9C00-A3BA-E761-950A9EB6FEE5}"/>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8" name="Freeform 7">
                <a:extLst>
                  <a:ext uri="{FF2B5EF4-FFF2-40B4-BE49-F238E27FC236}">
                    <a16:creationId xmlns:a16="http://schemas.microsoft.com/office/drawing/2014/main" id="{79FB00FA-17A7-CAD5-4583-0EB4735E3057}"/>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9" name="Freeform 8">
                <a:extLst>
                  <a:ext uri="{FF2B5EF4-FFF2-40B4-BE49-F238E27FC236}">
                    <a16:creationId xmlns:a16="http://schemas.microsoft.com/office/drawing/2014/main" id="{0868B27E-6BE4-60C9-DDA0-769C35046E75}"/>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FCA05A2C-3E40-50C4-F3E1-5F3C896AD9E5}"/>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grpSp>
      <p:sp>
        <p:nvSpPr>
          <p:cNvPr id="13" name="Title 1">
            <a:extLst>
              <a:ext uri="{FF2B5EF4-FFF2-40B4-BE49-F238E27FC236}">
                <a16:creationId xmlns:a16="http://schemas.microsoft.com/office/drawing/2014/main" id="{6627E348-94B3-BD2E-E135-9CDABCB22B74}"/>
              </a:ext>
            </a:extLst>
          </p:cNvPr>
          <p:cNvSpPr>
            <a:spLocks noGrp="1"/>
          </p:cNvSpPr>
          <p:nvPr>
            <p:ph type="title" hasCustomPrompt="1"/>
          </p:nvPr>
        </p:nvSpPr>
        <p:spPr>
          <a:xfrm>
            <a:off x="916599" y="2587371"/>
            <a:ext cx="8940800" cy="1721393"/>
          </a:xfrm>
        </p:spPr>
        <p:txBody>
          <a:bodyPr anchor="t">
            <a:noAutofit/>
          </a:bodyPr>
          <a:lstStyle>
            <a:lvl1pPr>
              <a:lnSpc>
                <a:spcPct val="84000"/>
              </a:lnSpc>
              <a:defRPr sz="6600" b="1">
                <a:solidFill>
                  <a:srgbClr val="002060"/>
                </a:solidFill>
              </a:defRPr>
            </a:lvl1pPr>
          </a:lstStyle>
          <a:p>
            <a:r>
              <a:rPr lang="en-US" dirty="0"/>
              <a:t>Click To Edit Section Divider Title Style</a:t>
            </a:r>
          </a:p>
        </p:txBody>
      </p:sp>
      <p:sp>
        <p:nvSpPr>
          <p:cNvPr id="14" name="Subtitle 2">
            <a:extLst>
              <a:ext uri="{FF2B5EF4-FFF2-40B4-BE49-F238E27FC236}">
                <a16:creationId xmlns:a16="http://schemas.microsoft.com/office/drawing/2014/main" id="{BB5CBC24-448E-3059-67DC-7394BC4EDAC5}"/>
              </a:ext>
            </a:extLst>
          </p:cNvPr>
          <p:cNvSpPr>
            <a:spLocks noGrp="1"/>
          </p:cNvSpPr>
          <p:nvPr>
            <p:ph type="subTitle" idx="1"/>
          </p:nvPr>
        </p:nvSpPr>
        <p:spPr>
          <a:xfrm>
            <a:off x="916599" y="4484713"/>
            <a:ext cx="8940800" cy="941596"/>
          </a:xfrm>
        </p:spPr>
        <p:txBody>
          <a:bodyPr/>
          <a:lstStyle>
            <a:lvl1pPr marL="0" indent="0" algn="l">
              <a:buNone/>
              <a:defRPr sz="2400" b="0" i="0">
                <a:solidFill>
                  <a:srgbClr val="002060"/>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pic>
        <p:nvPicPr>
          <p:cNvPr id="15" name="Graphic 14">
            <a:extLst>
              <a:ext uri="{FF2B5EF4-FFF2-40B4-BE49-F238E27FC236}">
                <a16:creationId xmlns:a16="http://schemas.microsoft.com/office/drawing/2014/main" id="{036A83C9-8FB7-7B16-C735-7DED4F3E8B7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9346" y="2095618"/>
            <a:ext cx="669737" cy="278430"/>
          </a:xfrm>
          <a:prstGeom prst="rect">
            <a:avLst/>
          </a:prstGeom>
        </p:spPr>
      </p:pic>
    </p:spTree>
    <p:extLst>
      <p:ext uri="{BB962C8B-B14F-4D97-AF65-F5344CB8AC3E}">
        <p14:creationId xmlns:p14="http://schemas.microsoft.com/office/powerpoint/2010/main" val="13669204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ote Slide Dark 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7B6190-AA75-02A1-3DC5-DF523E0BF7A4}"/>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Title 1">
            <a:extLst>
              <a:ext uri="{FF2B5EF4-FFF2-40B4-BE49-F238E27FC236}">
                <a16:creationId xmlns:a16="http://schemas.microsoft.com/office/drawing/2014/main" id="{8861AD86-A9D9-99CC-7BBD-968A3537478E}"/>
              </a:ext>
            </a:extLst>
          </p:cNvPr>
          <p:cNvSpPr>
            <a:spLocks noGrp="1"/>
          </p:cNvSpPr>
          <p:nvPr>
            <p:ph type="title" hasCustomPrompt="1"/>
          </p:nvPr>
        </p:nvSpPr>
        <p:spPr>
          <a:xfrm>
            <a:off x="916599" y="2286673"/>
            <a:ext cx="8940800" cy="2492830"/>
          </a:xfrm>
        </p:spPr>
        <p:txBody>
          <a:bodyPr anchor="t">
            <a:noAutofit/>
          </a:bodyPr>
          <a:lstStyle>
            <a:lvl1pPr>
              <a:lnSpc>
                <a:spcPct val="84000"/>
              </a:lnSpc>
              <a:defRPr sz="5400" b="1">
                <a:solidFill>
                  <a:schemeClr val="bg1"/>
                </a:solidFill>
                <a:effectLst>
                  <a:outerShdw blurRad="127000" algn="ctr" rotWithShape="0">
                    <a:prstClr val="black">
                      <a:alpha val="8000"/>
                    </a:prstClr>
                  </a:outerShdw>
                </a:effectLst>
              </a:defRPr>
            </a:lvl1pPr>
          </a:lstStyle>
          <a:p>
            <a:r>
              <a:rPr lang="en-US"/>
              <a:t>Click to edit quote </a:t>
            </a:r>
            <a:br>
              <a:rPr lang="ru-RU"/>
            </a:br>
            <a:r>
              <a:rPr lang="en-US"/>
              <a:t>or call-out title style</a:t>
            </a:r>
          </a:p>
        </p:txBody>
      </p:sp>
      <p:sp>
        <p:nvSpPr>
          <p:cNvPr id="4" name="object 2">
            <a:extLst>
              <a:ext uri="{FF2B5EF4-FFF2-40B4-BE49-F238E27FC236}">
                <a16:creationId xmlns:a16="http://schemas.microsoft.com/office/drawing/2014/main" id="{4A3F2B53-0FB8-5AC7-9C50-AA54EBC56314}"/>
              </a:ext>
            </a:extLst>
          </p:cNvPr>
          <p:cNvSpPr/>
          <p:nvPr userDrawn="1"/>
        </p:nvSpPr>
        <p:spPr>
          <a:xfrm>
            <a:off x="526128" y="1947004"/>
            <a:ext cx="543873" cy="543873"/>
          </a:xfrm>
          <a:custGeom>
            <a:avLst/>
            <a:gdLst/>
            <a:ahLst/>
            <a:cxnLst/>
            <a:rect l="l" t="t" r="r" b="b"/>
            <a:pathLst>
              <a:path w="828675" h="828675">
                <a:moveTo>
                  <a:pt x="828121" y="0"/>
                </a:moveTo>
                <a:lnTo>
                  <a:pt x="511712" y="565"/>
                </a:lnTo>
                <a:lnTo>
                  <a:pt x="468206" y="4936"/>
                </a:lnTo>
                <a:lnTo>
                  <a:pt x="426776" y="17574"/>
                </a:lnTo>
                <a:lnTo>
                  <a:pt x="388579" y="37999"/>
                </a:lnTo>
                <a:lnTo>
                  <a:pt x="354774" y="65736"/>
                </a:lnTo>
                <a:lnTo>
                  <a:pt x="65736" y="354774"/>
                </a:lnTo>
                <a:lnTo>
                  <a:pt x="38004" y="388579"/>
                </a:lnTo>
                <a:lnTo>
                  <a:pt x="17577" y="426774"/>
                </a:lnTo>
                <a:lnTo>
                  <a:pt x="4938" y="468201"/>
                </a:lnTo>
                <a:lnTo>
                  <a:pt x="565" y="511701"/>
                </a:lnTo>
                <a:lnTo>
                  <a:pt x="0" y="828110"/>
                </a:lnTo>
                <a:lnTo>
                  <a:pt x="235553" y="828110"/>
                </a:lnTo>
                <a:lnTo>
                  <a:pt x="236087" y="280776"/>
                </a:lnTo>
                <a:lnTo>
                  <a:pt x="239616" y="263356"/>
                </a:lnTo>
                <a:lnTo>
                  <a:pt x="249213" y="249132"/>
                </a:lnTo>
                <a:lnTo>
                  <a:pt x="263438" y="239540"/>
                </a:lnTo>
                <a:lnTo>
                  <a:pt x="280850" y="236013"/>
                </a:lnTo>
                <a:lnTo>
                  <a:pt x="828121" y="235553"/>
                </a:lnTo>
                <a:lnTo>
                  <a:pt x="828121" y="0"/>
                </a:lnTo>
                <a:close/>
              </a:path>
            </a:pathLst>
          </a:custGeom>
          <a:solidFill>
            <a:schemeClr val="bg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rgbClr val="4F5860"/>
              </a:solidFill>
              <a:effectLst/>
              <a:uLnTx/>
              <a:uFillTx/>
            </a:endParaRPr>
          </a:p>
        </p:txBody>
      </p:sp>
      <p:grpSp>
        <p:nvGrpSpPr>
          <p:cNvPr id="11" name="Group 10">
            <a:extLst>
              <a:ext uri="{FF2B5EF4-FFF2-40B4-BE49-F238E27FC236}">
                <a16:creationId xmlns:a16="http://schemas.microsoft.com/office/drawing/2014/main" id="{BE877CDC-9F61-CF2A-EEE2-EAC796A8BE38}"/>
              </a:ext>
            </a:extLst>
          </p:cNvPr>
          <p:cNvGrpSpPr/>
          <p:nvPr userDrawn="1"/>
        </p:nvGrpSpPr>
        <p:grpSpPr>
          <a:xfrm>
            <a:off x="11180146" y="6513177"/>
            <a:ext cx="516913" cy="156999"/>
            <a:chOff x="11180146" y="6513177"/>
            <a:chExt cx="516913" cy="156999"/>
          </a:xfrm>
        </p:grpSpPr>
        <p:sp>
          <p:nvSpPr>
            <p:cNvPr id="12" name="Freeform 11">
              <a:extLst>
                <a:ext uri="{FF2B5EF4-FFF2-40B4-BE49-F238E27FC236}">
                  <a16:creationId xmlns:a16="http://schemas.microsoft.com/office/drawing/2014/main" id="{7B7C99B9-2175-11B3-2E6D-175A47E3C819}"/>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chemeClr val="bg1"/>
            </a:solidFill>
            <a:ln w="854" cap="flat">
              <a:noFill/>
              <a:prstDash val="solid"/>
              <a:miter/>
            </a:ln>
          </p:spPr>
          <p:txBody>
            <a:bodyPr/>
            <a:lstStyle/>
            <a:p>
              <a:endParaRPr lang="en-RO"/>
            </a:p>
          </p:txBody>
        </p:sp>
        <p:sp>
          <p:nvSpPr>
            <p:cNvPr id="13" name="Freeform 12">
              <a:extLst>
                <a:ext uri="{FF2B5EF4-FFF2-40B4-BE49-F238E27FC236}">
                  <a16:creationId xmlns:a16="http://schemas.microsoft.com/office/drawing/2014/main" id="{70A1A9E5-FDF1-FDEE-D28B-33E6C1ECE3E9}"/>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4" name="Graphic 3">
              <a:extLst>
                <a:ext uri="{FF2B5EF4-FFF2-40B4-BE49-F238E27FC236}">
                  <a16:creationId xmlns:a16="http://schemas.microsoft.com/office/drawing/2014/main" id="{D5915BA5-E4C9-0887-EBD8-8FD84356517B}"/>
                </a:ext>
              </a:extLst>
            </p:cNvPr>
            <p:cNvGrpSpPr/>
            <p:nvPr userDrawn="1"/>
          </p:nvGrpSpPr>
          <p:grpSpPr>
            <a:xfrm>
              <a:off x="11217977" y="6552879"/>
              <a:ext cx="432093" cy="77405"/>
              <a:chOff x="11217977" y="6552879"/>
              <a:chExt cx="432093" cy="77405"/>
            </a:xfrm>
            <a:solidFill>
              <a:srgbClr val="FFFFFF"/>
            </a:solidFill>
          </p:grpSpPr>
          <p:sp>
            <p:nvSpPr>
              <p:cNvPr id="15" name="Freeform 14">
                <a:extLst>
                  <a:ext uri="{FF2B5EF4-FFF2-40B4-BE49-F238E27FC236}">
                    <a16:creationId xmlns:a16="http://schemas.microsoft.com/office/drawing/2014/main" id="{049ED37F-714C-E0EE-7BCC-53659B30F527}"/>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chemeClr val="accent2"/>
              </a:solidFill>
              <a:ln w="854" cap="flat">
                <a:noFill/>
                <a:prstDash val="solid"/>
                <a:miter/>
              </a:ln>
            </p:spPr>
            <p:txBody>
              <a:bodyPr/>
              <a:lstStyle/>
              <a:p>
                <a:endParaRPr lang="en-RO"/>
              </a:p>
            </p:txBody>
          </p:sp>
          <p:sp>
            <p:nvSpPr>
              <p:cNvPr id="16" name="Freeform 15">
                <a:extLst>
                  <a:ext uri="{FF2B5EF4-FFF2-40B4-BE49-F238E27FC236}">
                    <a16:creationId xmlns:a16="http://schemas.microsoft.com/office/drawing/2014/main" id="{0C744267-BB2E-1FAE-5423-86CB86D30D3C}"/>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chemeClr val="accent2"/>
              </a:solidFill>
              <a:ln w="854" cap="flat">
                <a:noFill/>
                <a:prstDash val="solid"/>
                <a:miter/>
              </a:ln>
            </p:spPr>
            <p:txBody>
              <a:bodyPr/>
              <a:lstStyle/>
              <a:p>
                <a:endParaRPr lang="en-RO"/>
              </a:p>
            </p:txBody>
          </p:sp>
          <p:sp>
            <p:nvSpPr>
              <p:cNvPr id="17" name="Freeform 16">
                <a:extLst>
                  <a:ext uri="{FF2B5EF4-FFF2-40B4-BE49-F238E27FC236}">
                    <a16:creationId xmlns:a16="http://schemas.microsoft.com/office/drawing/2014/main" id="{40DD74C3-1082-FF23-379E-7B10005A1006}"/>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chemeClr val="accent2"/>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BEE5FA69-6540-B5A2-ACD7-AAE838829AD7}"/>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chemeClr val="accent2"/>
              </a:solidFill>
              <a:ln w="854" cap="flat">
                <a:noFill/>
                <a:prstDash val="solid"/>
                <a:miter/>
              </a:ln>
            </p:spPr>
            <p:txBody>
              <a:bodyPr/>
              <a:lstStyle/>
              <a:p>
                <a:endParaRPr lang="en-RO"/>
              </a:p>
            </p:txBody>
          </p:sp>
          <p:sp>
            <p:nvSpPr>
              <p:cNvPr id="19" name="Freeform 18">
                <a:extLst>
                  <a:ext uri="{FF2B5EF4-FFF2-40B4-BE49-F238E27FC236}">
                    <a16:creationId xmlns:a16="http://schemas.microsoft.com/office/drawing/2014/main" id="{0E463D09-5EB9-241F-532C-2F96DB8E35B5}"/>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chemeClr val="accent2"/>
              </a:solidFill>
              <a:ln w="854" cap="flat">
                <a:noFill/>
                <a:prstDash val="solid"/>
                <a:miter/>
              </a:ln>
            </p:spPr>
            <p:txBody>
              <a:bodyPr/>
              <a:lstStyle/>
              <a:p>
                <a:endParaRPr lang="en-RO"/>
              </a:p>
            </p:txBody>
          </p:sp>
        </p:grpSp>
      </p:grpSp>
    </p:spTree>
    <p:extLst>
      <p:ext uri="{BB962C8B-B14F-4D97-AF65-F5344CB8AC3E}">
        <p14:creationId xmlns:p14="http://schemas.microsoft.com/office/powerpoint/2010/main" val="370143802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Quote Slide Dark 2">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F88CB83-21CF-4C05-47D9-A33CF522EB1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9" name="Title 1">
            <a:extLst>
              <a:ext uri="{FF2B5EF4-FFF2-40B4-BE49-F238E27FC236}">
                <a16:creationId xmlns:a16="http://schemas.microsoft.com/office/drawing/2014/main" id="{8861AD86-A9D9-99CC-7BBD-968A3537478E}"/>
              </a:ext>
            </a:extLst>
          </p:cNvPr>
          <p:cNvSpPr>
            <a:spLocks noGrp="1"/>
          </p:cNvSpPr>
          <p:nvPr>
            <p:ph type="title" hasCustomPrompt="1"/>
          </p:nvPr>
        </p:nvSpPr>
        <p:spPr>
          <a:xfrm>
            <a:off x="1625600" y="2302439"/>
            <a:ext cx="8940800" cy="2492830"/>
          </a:xfrm>
        </p:spPr>
        <p:txBody>
          <a:bodyPr anchor="t">
            <a:noAutofit/>
          </a:bodyPr>
          <a:lstStyle>
            <a:lvl1pPr algn="ctr">
              <a:lnSpc>
                <a:spcPct val="84000"/>
              </a:lnSpc>
              <a:defRPr sz="5400" b="1">
                <a:solidFill>
                  <a:schemeClr val="bg1"/>
                </a:solidFill>
                <a:effectLst>
                  <a:outerShdw blurRad="127000" algn="ctr" rotWithShape="0">
                    <a:prstClr val="black">
                      <a:alpha val="8000"/>
                    </a:prstClr>
                  </a:outerShdw>
                </a:effectLst>
              </a:defRPr>
            </a:lvl1pPr>
          </a:lstStyle>
          <a:p>
            <a:r>
              <a:rPr lang="en-US"/>
              <a:t>Click to edit quote </a:t>
            </a:r>
            <a:br>
              <a:rPr lang="ru-RU"/>
            </a:br>
            <a:r>
              <a:rPr lang="en-US"/>
              <a:t>or call-out title style</a:t>
            </a:r>
          </a:p>
        </p:txBody>
      </p:sp>
      <p:grpSp>
        <p:nvGrpSpPr>
          <p:cNvPr id="2" name="Group 1">
            <a:extLst>
              <a:ext uri="{FF2B5EF4-FFF2-40B4-BE49-F238E27FC236}">
                <a16:creationId xmlns:a16="http://schemas.microsoft.com/office/drawing/2014/main" id="{4E010D90-B395-0958-A5ED-F521BDDD1046}"/>
              </a:ext>
            </a:extLst>
          </p:cNvPr>
          <p:cNvGrpSpPr/>
          <p:nvPr userDrawn="1"/>
        </p:nvGrpSpPr>
        <p:grpSpPr>
          <a:xfrm>
            <a:off x="11180146" y="6513177"/>
            <a:ext cx="516913" cy="156999"/>
            <a:chOff x="11180146" y="6513177"/>
            <a:chExt cx="516913" cy="156999"/>
          </a:xfrm>
        </p:grpSpPr>
        <p:sp>
          <p:nvSpPr>
            <p:cNvPr id="4" name="Freeform 3">
              <a:extLst>
                <a:ext uri="{FF2B5EF4-FFF2-40B4-BE49-F238E27FC236}">
                  <a16:creationId xmlns:a16="http://schemas.microsoft.com/office/drawing/2014/main" id="{08034616-2F40-FAE5-CFF1-B9122A5AF8F9}"/>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chemeClr val="bg1"/>
            </a:solidFill>
            <a:ln w="854" cap="flat">
              <a:noFill/>
              <a:prstDash val="solid"/>
              <a:miter/>
            </a:ln>
          </p:spPr>
          <p:txBody>
            <a:bodyPr/>
            <a:lstStyle/>
            <a:p>
              <a:endParaRPr lang="en-RO"/>
            </a:p>
          </p:txBody>
        </p:sp>
        <p:sp>
          <p:nvSpPr>
            <p:cNvPr id="5" name="Freeform 4">
              <a:extLst>
                <a:ext uri="{FF2B5EF4-FFF2-40B4-BE49-F238E27FC236}">
                  <a16:creationId xmlns:a16="http://schemas.microsoft.com/office/drawing/2014/main" id="{C5BAB49C-6180-08D5-7412-D344C9BAAB8A}"/>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6" name="Graphic 3">
              <a:extLst>
                <a:ext uri="{FF2B5EF4-FFF2-40B4-BE49-F238E27FC236}">
                  <a16:creationId xmlns:a16="http://schemas.microsoft.com/office/drawing/2014/main" id="{9FBE3085-E1B3-1BAC-CFB2-3FEBC1E9203D}"/>
                </a:ext>
              </a:extLst>
            </p:cNvPr>
            <p:cNvGrpSpPr/>
            <p:nvPr userDrawn="1"/>
          </p:nvGrpSpPr>
          <p:grpSpPr>
            <a:xfrm>
              <a:off x="11217977" y="6552879"/>
              <a:ext cx="432093" cy="77405"/>
              <a:chOff x="11217977" y="6552879"/>
              <a:chExt cx="432093" cy="77405"/>
            </a:xfrm>
            <a:solidFill>
              <a:srgbClr val="FFFFFF"/>
            </a:solidFill>
          </p:grpSpPr>
          <p:sp>
            <p:nvSpPr>
              <p:cNvPr id="7" name="Freeform 6">
                <a:extLst>
                  <a:ext uri="{FF2B5EF4-FFF2-40B4-BE49-F238E27FC236}">
                    <a16:creationId xmlns:a16="http://schemas.microsoft.com/office/drawing/2014/main" id="{165F05D2-EDB2-F3B1-7877-B2DDA26A8526}"/>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chemeClr val="accent2"/>
              </a:solidFill>
              <a:ln w="854" cap="flat">
                <a:noFill/>
                <a:prstDash val="solid"/>
                <a:miter/>
              </a:ln>
            </p:spPr>
            <p:txBody>
              <a:bodyPr/>
              <a:lstStyle/>
              <a:p>
                <a:endParaRPr lang="en-RO"/>
              </a:p>
            </p:txBody>
          </p:sp>
          <p:sp>
            <p:nvSpPr>
              <p:cNvPr id="8" name="Freeform 7">
                <a:extLst>
                  <a:ext uri="{FF2B5EF4-FFF2-40B4-BE49-F238E27FC236}">
                    <a16:creationId xmlns:a16="http://schemas.microsoft.com/office/drawing/2014/main" id="{A678C58E-EB2D-4F43-1A54-14A69C6285DD}"/>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chemeClr val="accent2"/>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FC37360D-9444-FB07-6184-E0531A0447D1}"/>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chemeClr val="accent2"/>
              </a:solidFill>
              <a:ln w="854" cap="flat">
                <a:noFill/>
                <a:prstDash val="solid"/>
                <a:miter/>
              </a:ln>
            </p:spPr>
            <p:txBody>
              <a:bodyPr/>
              <a:lstStyle/>
              <a:p>
                <a:endParaRPr lang="en-RO"/>
              </a:p>
            </p:txBody>
          </p:sp>
          <p:sp>
            <p:nvSpPr>
              <p:cNvPr id="11" name="Freeform 10">
                <a:extLst>
                  <a:ext uri="{FF2B5EF4-FFF2-40B4-BE49-F238E27FC236}">
                    <a16:creationId xmlns:a16="http://schemas.microsoft.com/office/drawing/2014/main" id="{8D8AA9BC-EC07-39DF-2021-A92F31061644}"/>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chemeClr val="accent2"/>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E4F2988D-5BBC-93BC-A059-9B63BEC15498}"/>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chemeClr val="accent2"/>
              </a:solidFill>
              <a:ln w="854" cap="flat">
                <a:noFill/>
                <a:prstDash val="solid"/>
                <a:miter/>
              </a:ln>
            </p:spPr>
            <p:txBody>
              <a:bodyPr/>
              <a:lstStyle/>
              <a:p>
                <a:endParaRPr lang="en-RO"/>
              </a:p>
            </p:txBody>
          </p:sp>
        </p:grpSp>
      </p:grpSp>
    </p:spTree>
    <p:extLst>
      <p:ext uri="{BB962C8B-B14F-4D97-AF65-F5344CB8AC3E}">
        <p14:creationId xmlns:p14="http://schemas.microsoft.com/office/powerpoint/2010/main" val="32861998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Slide Light 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C72EA1C-D89A-4D66-B85E-9F258292F94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4" name="object 2">
            <a:extLst>
              <a:ext uri="{FF2B5EF4-FFF2-40B4-BE49-F238E27FC236}">
                <a16:creationId xmlns:a16="http://schemas.microsoft.com/office/drawing/2014/main" id="{4A3F2B53-0FB8-5AC7-9C50-AA54EBC56314}"/>
              </a:ext>
            </a:extLst>
          </p:cNvPr>
          <p:cNvSpPr/>
          <p:nvPr userDrawn="1"/>
        </p:nvSpPr>
        <p:spPr>
          <a:xfrm>
            <a:off x="526128" y="1947004"/>
            <a:ext cx="543873" cy="543873"/>
          </a:xfrm>
          <a:custGeom>
            <a:avLst/>
            <a:gdLst/>
            <a:ahLst/>
            <a:cxnLst/>
            <a:rect l="l" t="t" r="r" b="b"/>
            <a:pathLst>
              <a:path w="828675" h="828675">
                <a:moveTo>
                  <a:pt x="828121" y="0"/>
                </a:moveTo>
                <a:lnTo>
                  <a:pt x="511712" y="565"/>
                </a:lnTo>
                <a:lnTo>
                  <a:pt x="468206" y="4936"/>
                </a:lnTo>
                <a:lnTo>
                  <a:pt x="426776" y="17574"/>
                </a:lnTo>
                <a:lnTo>
                  <a:pt x="388579" y="37999"/>
                </a:lnTo>
                <a:lnTo>
                  <a:pt x="354774" y="65736"/>
                </a:lnTo>
                <a:lnTo>
                  <a:pt x="65736" y="354774"/>
                </a:lnTo>
                <a:lnTo>
                  <a:pt x="38004" y="388579"/>
                </a:lnTo>
                <a:lnTo>
                  <a:pt x="17577" y="426774"/>
                </a:lnTo>
                <a:lnTo>
                  <a:pt x="4938" y="468201"/>
                </a:lnTo>
                <a:lnTo>
                  <a:pt x="565" y="511701"/>
                </a:lnTo>
                <a:lnTo>
                  <a:pt x="0" y="828110"/>
                </a:lnTo>
                <a:lnTo>
                  <a:pt x="235553" y="828110"/>
                </a:lnTo>
                <a:lnTo>
                  <a:pt x="236087" y="280776"/>
                </a:lnTo>
                <a:lnTo>
                  <a:pt x="239616" y="263356"/>
                </a:lnTo>
                <a:lnTo>
                  <a:pt x="249213" y="249132"/>
                </a:lnTo>
                <a:lnTo>
                  <a:pt x="263438" y="239540"/>
                </a:lnTo>
                <a:lnTo>
                  <a:pt x="280850" y="236013"/>
                </a:lnTo>
                <a:lnTo>
                  <a:pt x="828121" y="235553"/>
                </a:lnTo>
                <a:lnTo>
                  <a:pt x="828121" y="0"/>
                </a:lnTo>
                <a:close/>
              </a:path>
            </a:pathLst>
          </a:custGeom>
          <a:solidFill>
            <a:srgbClr val="00D15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rgbClr val="4F5860"/>
              </a:solidFill>
              <a:effectLst/>
              <a:uLnTx/>
              <a:uFillTx/>
            </a:endParaRPr>
          </a:p>
        </p:txBody>
      </p:sp>
      <p:sp>
        <p:nvSpPr>
          <p:cNvPr id="6" name="Title 1">
            <a:extLst>
              <a:ext uri="{FF2B5EF4-FFF2-40B4-BE49-F238E27FC236}">
                <a16:creationId xmlns:a16="http://schemas.microsoft.com/office/drawing/2014/main" id="{74A7BD86-C062-B7E3-645F-3323966F1537}"/>
              </a:ext>
            </a:extLst>
          </p:cNvPr>
          <p:cNvSpPr>
            <a:spLocks noGrp="1"/>
          </p:cNvSpPr>
          <p:nvPr>
            <p:ph type="title" hasCustomPrompt="1"/>
          </p:nvPr>
        </p:nvSpPr>
        <p:spPr>
          <a:xfrm>
            <a:off x="916599" y="2286673"/>
            <a:ext cx="8940800" cy="2492830"/>
          </a:xfrm>
        </p:spPr>
        <p:txBody>
          <a:bodyPr anchor="t">
            <a:noAutofit/>
          </a:bodyPr>
          <a:lstStyle>
            <a:lvl1pPr>
              <a:lnSpc>
                <a:spcPct val="84000"/>
              </a:lnSpc>
              <a:defRPr sz="5400" b="1">
                <a:solidFill>
                  <a:srgbClr val="002060"/>
                </a:solidFill>
                <a:effectLst/>
              </a:defRPr>
            </a:lvl1pPr>
          </a:lstStyle>
          <a:p>
            <a:r>
              <a:rPr lang="en-US"/>
              <a:t>Click to edit quote </a:t>
            </a:r>
            <a:br>
              <a:rPr lang="ru-RU"/>
            </a:br>
            <a:r>
              <a:rPr lang="en-US"/>
              <a:t>or call-out title style</a:t>
            </a:r>
          </a:p>
        </p:txBody>
      </p:sp>
      <p:grpSp>
        <p:nvGrpSpPr>
          <p:cNvPr id="2" name="Group 1">
            <a:extLst>
              <a:ext uri="{FF2B5EF4-FFF2-40B4-BE49-F238E27FC236}">
                <a16:creationId xmlns:a16="http://schemas.microsoft.com/office/drawing/2014/main" id="{2C169289-505B-2F65-3358-DBB98C7E68E3}"/>
              </a:ext>
            </a:extLst>
          </p:cNvPr>
          <p:cNvGrpSpPr/>
          <p:nvPr userDrawn="1"/>
        </p:nvGrpSpPr>
        <p:grpSpPr>
          <a:xfrm>
            <a:off x="11180146" y="6513177"/>
            <a:ext cx="516913" cy="156999"/>
            <a:chOff x="11180146" y="6513177"/>
            <a:chExt cx="516913" cy="156999"/>
          </a:xfrm>
        </p:grpSpPr>
        <p:sp>
          <p:nvSpPr>
            <p:cNvPr id="5" name="Freeform 4">
              <a:extLst>
                <a:ext uri="{FF2B5EF4-FFF2-40B4-BE49-F238E27FC236}">
                  <a16:creationId xmlns:a16="http://schemas.microsoft.com/office/drawing/2014/main" id="{40F9A10B-AFC7-217D-B995-06C7AA6899AE}"/>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7" name="Freeform 6">
              <a:extLst>
                <a:ext uri="{FF2B5EF4-FFF2-40B4-BE49-F238E27FC236}">
                  <a16:creationId xmlns:a16="http://schemas.microsoft.com/office/drawing/2014/main" id="{EDE4D447-C77B-872C-C199-BC46663AEC92}"/>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8" name="Graphic 3">
              <a:extLst>
                <a:ext uri="{FF2B5EF4-FFF2-40B4-BE49-F238E27FC236}">
                  <a16:creationId xmlns:a16="http://schemas.microsoft.com/office/drawing/2014/main" id="{F1696B8F-04AE-B555-15F5-9BAA4F3EC0D8}"/>
                </a:ext>
              </a:extLst>
            </p:cNvPr>
            <p:cNvGrpSpPr/>
            <p:nvPr userDrawn="1"/>
          </p:nvGrpSpPr>
          <p:grpSpPr>
            <a:xfrm>
              <a:off x="11217977" y="6552879"/>
              <a:ext cx="432093" cy="77405"/>
              <a:chOff x="11217977" y="6552879"/>
              <a:chExt cx="432093" cy="77405"/>
            </a:xfrm>
            <a:solidFill>
              <a:srgbClr val="FFFFFF"/>
            </a:solidFill>
          </p:grpSpPr>
          <p:sp>
            <p:nvSpPr>
              <p:cNvPr id="9" name="Freeform 8">
                <a:extLst>
                  <a:ext uri="{FF2B5EF4-FFF2-40B4-BE49-F238E27FC236}">
                    <a16:creationId xmlns:a16="http://schemas.microsoft.com/office/drawing/2014/main" id="{67937ED1-9F4E-4B0C-D7DC-DE447C9AAE1D}"/>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438A67C1-6C41-D844-950E-8CDF4D6128B2}"/>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1" name="Freeform 10">
                <a:extLst>
                  <a:ext uri="{FF2B5EF4-FFF2-40B4-BE49-F238E27FC236}">
                    <a16:creationId xmlns:a16="http://schemas.microsoft.com/office/drawing/2014/main" id="{A10682FD-24F3-D345-2B00-DE4CA384CD01}"/>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B4ADCBCA-BF44-3A75-6F9B-917067835D87}"/>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3" name="Freeform 12">
                <a:extLst>
                  <a:ext uri="{FF2B5EF4-FFF2-40B4-BE49-F238E27FC236}">
                    <a16:creationId xmlns:a16="http://schemas.microsoft.com/office/drawing/2014/main" id="{D272C6FD-D81F-C67C-3C08-C3583B97A580}"/>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grpSp>
    </p:spTree>
    <p:extLst>
      <p:ext uri="{BB962C8B-B14F-4D97-AF65-F5344CB8AC3E}">
        <p14:creationId xmlns:p14="http://schemas.microsoft.com/office/powerpoint/2010/main" val="394828093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Slide Light 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4F7037-981C-9665-D1D7-7B2F9AFC6E08}"/>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Title 1">
            <a:extLst>
              <a:ext uri="{FF2B5EF4-FFF2-40B4-BE49-F238E27FC236}">
                <a16:creationId xmlns:a16="http://schemas.microsoft.com/office/drawing/2014/main" id="{8861AD86-A9D9-99CC-7BBD-968A3537478E}"/>
              </a:ext>
            </a:extLst>
          </p:cNvPr>
          <p:cNvSpPr>
            <a:spLocks noGrp="1"/>
          </p:cNvSpPr>
          <p:nvPr>
            <p:ph type="title" hasCustomPrompt="1"/>
          </p:nvPr>
        </p:nvSpPr>
        <p:spPr>
          <a:xfrm>
            <a:off x="1625600" y="2302439"/>
            <a:ext cx="8940800" cy="2492830"/>
          </a:xfrm>
        </p:spPr>
        <p:txBody>
          <a:bodyPr anchor="t">
            <a:noAutofit/>
          </a:bodyPr>
          <a:lstStyle>
            <a:lvl1pPr algn="ctr">
              <a:lnSpc>
                <a:spcPct val="84000"/>
              </a:lnSpc>
              <a:defRPr sz="5400" b="1">
                <a:solidFill>
                  <a:srgbClr val="002060"/>
                </a:solidFill>
                <a:effectLst/>
              </a:defRPr>
            </a:lvl1pPr>
          </a:lstStyle>
          <a:p>
            <a:r>
              <a:rPr lang="en-US"/>
              <a:t>Click to edit quote </a:t>
            </a:r>
            <a:br>
              <a:rPr lang="ru-RU"/>
            </a:br>
            <a:r>
              <a:rPr lang="en-US"/>
              <a:t>or call-out title style</a:t>
            </a:r>
          </a:p>
        </p:txBody>
      </p:sp>
      <p:grpSp>
        <p:nvGrpSpPr>
          <p:cNvPr id="3" name="Group 2">
            <a:extLst>
              <a:ext uri="{FF2B5EF4-FFF2-40B4-BE49-F238E27FC236}">
                <a16:creationId xmlns:a16="http://schemas.microsoft.com/office/drawing/2014/main" id="{8B0D1728-E64D-1033-87EB-BC2D90F540AB}"/>
              </a:ext>
            </a:extLst>
          </p:cNvPr>
          <p:cNvGrpSpPr/>
          <p:nvPr userDrawn="1"/>
        </p:nvGrpSpPr>
        <p:grpSpPr>
          <a:xfrm>
            <a:off x="11180146" y="6513177"/>
            <a:ext cx="516913" cy="156999"/>
            <a:chOff x="11180146" y="6513177"/>
            <a:chExt cx="516913" cy="156999"/>
          </a:xfrm>
        </p:grpSpPr>
        <p:sp>
          <p:nvSpPr>
            <p:cNvPr id="4" name="Freeform 3">
              <a:extLst>
                <a:ext uri="{FF2B5EF4-FFF2-40B4-BE49-F238E27FC236}">
                  <a16:creationId xmlns:a16="http://schemas.microsoft.com/office/drawing/2014/main" id="{56E2FE4D-CE17-F2E0-280A-C4BB4D453F19}"/>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5" name="Freeform 4">
              <a:extLst>
                <a:ext uri="{FF2B5EF4-FFF2-40B4-BE49-F238E27FC236}">
                  <a16:creationId xmlns:a16="http://schemas.microsoft.com/office/drawing/2014/main" id="{A211F901-1DFB-368A-A3D8-001AC318145A}"/>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6" name="Graphic 3">
              <a:extLst>
                <a:ext uri="{FF2B5EF4-FFF2-40B4-BE49-F238E27FC236}">
                  <a16:creationId xmlns:a16="http://schemas.microsoft.com/office/drawing/2014/main" id="{226C0A78-17D6-07B9-93A8-0264A24DA17D}"/>
                </a:ext>
              </a:extLst>
            </p:cNvPr>
            <p:cNvGrpSpPr/>
            <p:nvPr userDrawn="1"/>
          </p:nvGrpSpPr>
          <p:grpSpPr>
            <a:xfrm>
              <a:off x="11217977" y="6552879"/>
              <a:ext cx="432093" cy="77405"/>
              <a:chOff x="11217977" y="6552879"/>
              <a:chExt cx="432093" cy="77405"/>
            </a:xfrm>
            <a:solidFill>
              <a:srgbClr val="FFFFFF"/>
            </a:solidFill>
          </p:grpSpPr>
          <p:sp>
            <p:nvSpPr>
              <p:cNvPr id="7" name="Freeform 6">
                <a:extLst>
                  <a:ext uri="{FF2B5EF4-FFF2-40B4-BE49-F238E27FC236}">
                    <a16:creationId xmlns:a16="http://schemas.microsoft.com/office/drawing/2014/main" id="{4CC34113-B919-E041-D81D-E60653A87DFE}"/>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8" name="Freeform 7">
                <a:extLst>
                  <a:ext uri="{FF2B5EF4-FFF2-40B4-BE49-F238E27FC236}">
                    <a16:creationId xmlns:a16="http://schemas.microsoft.com/office/drawing/2014/main" id="{2B20CC6E-0E43-E0C2-F917-D74F360A6CE0}"/>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C2F33F41-1692-573D-1E47-08A1AA40FCA6}"/>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11" name="Freeform 10">
                <a:extLst>
                  <a:ext uri="{FF2B5EF4-FFF2-40B4-BE49-F238E27FC236}">
                    <a16:creationId xmlns:a16="http://schemas.microsoft.com/office/drawing/2014/main" id="{076F6635-FC31-0FA4-188E-DDD1DCF93CF5}"/>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4B260FE8-AECC-D8C3-45EE-9675233E9D56}"/>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grpSp>
    </p:spTree>
    <p:extLst>
      <p:ext uri="{BB962C8B-B14F-4D97-AF65-F5344CB8AC3E}">
        <p14:creationId xmlns:p14="http://schemas.microsoft.com/office/powerpoint/2010/main" val="39549553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genda 2">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79A6319-2CCA-308D-05AD-C096AFA67908}"/>
              </a:ext>
            </a:extLst>
          </p:cNvPr>
          <p:cNvPicPr>
            <a:picLocks noChangeAspect="1"/>
          </p:cNvPicPr>
          <p:nvPr userDrawn="1"/>
        </p:nvPicPr>
        <p:blipFill>
          <a:blip r:embed="rId2" cstate="screen">
            <a:extLst>
              <a:ext uri="{28A0092B-C50C-407E-A947-70E740481C1C}">
                <a14:useLocalDpi xmlns:a14="http://schemas.microsoft.com/office/drawing/2010/main"/>
              </a:ext>
            </a:extLst>
          </a:blip>
          <a:srcRect r="1915"/>
          <a:stretch>
            <a:fillRect/>
          </a:stretch>
        </p:blipFill>
        <p:spPr>
          <a:xfrm>
            <a:off x="-31750" y="0"/>
            <a:ext cx="6010398" cy="6858000"/>
          </a:xfrm>
          <a:prstGeom prst="rect">
            <a:avLst/>
          </a:prstGeom>
        </p:spPr>
      </p:pic>
      <p:sp>
        <p:nvSpPr>
          <p:cNvPr id="9" name="Text Placeholder 8">
            <a:extLst>
              <a:ext uri="{FF2B5EF4-FFF2-40B4-BE49-F238E27FC236}">
                <a16:creationId xmlns:a16="http://schemas.microsoft.com/office/drawing/2014/main" id="{7D0C2672-616F-7E48-D192-190D79314B2A}"/>
              </a:ext>
            </a:extLst>
          </p:cNvPr>
          <p:cNvSpPr>
            <a:spLocks noGrp="1"/>
          </p:cNvSpPr>
          <p:nvPr>
            <p:ph type="body" sz="quarter" idx="13" hasCustomPrompt="1"/>
          </p:nvPr>
        </p:nvSpPr>
        <p:spPr>
          <a:xfrm>
            <a:off x="6572251" y="696686"/>
            <a:ext cx="5121312" cy="5464628"/>
          </a:xfrm>
          <a:prstGeom prst="rect">
            <a:avLst/>
          </a:prstGeom>
        </p:spPr>
        <p:txBody>
          <a:bodyPr anchor="ctr">
            <a:noAutofit/>
          </a:bodyPr>
          <a:lstStyle>
            <a:lvl1pPr marL="0" indent="0">
              <a:lnSpc>
                <a:spcPct val="87000"/>
              </a:lnSpc>
              <a:spcBef>
                <a:spcPts val="900"/>
              </a:spcBef>
              <a:spcAft>
                <a:spcPts val="900"/>
              </a:spcAft>
              <a:buClr>
                <a:srgbClr val="8E71F4"/>
              </a:buClr>
              <a:buFont typeface="ES Build Neutral" pitchFamily="50" charset="0"/>
              <a:buChar char="​"/>
              <a:defRPr sz="3400">
                <a:solidFill>
                  <a:schemeClr val="tx1"/>
                </a:solidFill>
              </a:defRPr>
            </a:lvl1pPr>
            <a:lvl2pPr marL="7938" indent="-7938">
              <a:defRPr>
                <a:solidFill>
                  <a:schemeClr val="accent5"/>
                </a:solidFill>
              </a:defRPr>
            </a:lvl2pPr>
            <a:lvl3pPr>
              <a:defRPr>
                <a:solidFill>
                  <a:schemeClr val="accent5"/>
                </a:solidFill>
              </a:defRPr>
            </a:lvl3pPr>
            <a:lvl4pPr>
              <a:defRPr>
                <a:solidFill>
                  <a:schemeClr val="accent5"/>
                </a:solidFill>
              </a:defRPr>
            </a:lvl4pPr>
            <a:lvl5pPr>
              <a:defRPr>
                <a:solidFill>
                  <a:schemeClr val="accent5"/>
                </a:solidFill>
              </a:defRPr>
            </a:lvl5pPr>
            <a:lvl6pPr marL="27432" indent="0">
              <a:lnSpc>
                <a:spcPct val="67000"/>
              </a:lnSpc>
              <a:spcBef>
                <a:spcPts val="600"/>
              </a:spcBef>
              <a:spcAft>
                <a:spcPts val="0"/>
              </a:spcAft>
              <a:buFont typeface="ES Build Neutral" pitchFamily="50" charset="0"/>
              <a:buNone/>
              <a:tabLst/>
              <a:defRPr sz="2800" b="0">
                <a:solidFill>
                  <a:schemeClr val="tx1"/>
                </a:solidFill>
                <a:latin typeface="ES Build Neutral" pitchFamily="2" charset="77"/>
                <a:ea typeface="ES Build Neutral" pitchFamily="2" charset="77"/>
              </a:defRPr>
            </a:lvl6pPr>
            <a:lvl7pPr marL="571500" indent="-571500">
              <a:lnSpc>
                <a:spcPct val="100000"/>
              </a:lnSpc>
              <a:spcBef>
                <a:spcPts val="1500"/>
              </a:spcBef>
              <a:spcAft>
                <a:spcPts val="0"/>
              </a:spcAft>
              <a:buClr>
                <a:srgbClr val="01B0FE"/>
              </a:buClr>
              <a:buFont typeface="Arial" panose="020B0604020202020204" pitchFamily="34" charset="0"/>
              <a:buChar char="•"/>
              <a:defRPr sz="2000" spc="0" baseline="0">
                <a:solidFill>
                  <a:schemeClr val="tx1"/>
                </a:solidFill>
                <a:latin typeface="ES Build Neutral" pitchFamily="2" charset="77"/>
                <a:ea typeface="ES Build Neutral" pitchFamily="2" charset="77"/>
              </a:defRPr>
            </a:lvl7pPr>
            <a:lvl8pPr marL="27432">
              <a:spcBef>
                <a:spcPts val="0"/>
              </a:spcBef>
              <a:defRPr sz="2800" spc="0">
                <a:solidFill>
                  <a:schemeClr val="tx1"/>
                </a:solidFill>
                <a:latin typeface="ES Build Neutral" pitchFamily="2" charset="77"/>
                <a:ea typeface="ES Build Neutral" pitchFamily="2" charset="77"/>
              </a:defRPr>
            </a:lvl8pPr>
            <a:lvl9pPr>
              <a:defRPr>
                <a:solidFill>
                  <a:schemeClr val="bg1"/>
                </a:solidFill>
              </a:defRPr>
            </a:lvl9pPr>
          </a:lstStyle>
          <a:p>
            <a:pPr lvl="6"/>
            <a:r>
              <a:rPr lang="en-US"/>
              <a:t>Edit text</a:t>
            </a:r>
          </a:p>
          <a:p>
            <a:pPr lvl="6"/>
            <a:r>
              <a:rPr lang="en-US"/>
              <a:t>Edit text</a:t>
            </a:r>
          </a:p>
        </p:txBody>
      </p:sp>
      <p:sp>
        <p:nvSpPr>
          <p:cNvPr id="3" name="Title 1">
            <a:extLst>
              <a:ext uri="{FF2B5EF4-FFF2-40B4-BE49-F238E27FC236}">
                <a16:creationId xmlns:a16="http://schemas.microsoft.com/office/drawing/2014/main" id="{23FD9ED4-BA90-90F1-F275-C79B3743BE3D}"/>
              </a:ext>
            </a:extLst>
          </p:cNvPr>
          <p:cNvSpPr>
            <a:spLocks noGrp="1"/>
          </p:cNvSpPr>
          <p:nvPr>
            <p:ph type="title" hasCustomPrompt="1"/>
          </p:nvPr>
        </p:nvSpPr>
        <p:spPr>
          <a:xfrm>
            <a:off x="869408" y="2712844"/>
            <a:ext cx="4430065" cy="1232645"/>
          </a:xfrm>
          <a:prstGeom prst="rect">
            <a:avLst/>
          </a:prstGeom>
        </p:spPr>
        <p:txBody>
          <a:bodyPr wrap="square" anchor="ctr">
            <a:noAutofit/>
          </a:bodyPr>
          <a:lstStyle>
            <a:lvl1pPr algn="l">
              <a:defRPr sz="6600" b="1" spc="0" baseline="0">
                <a:solidFill>
                  <a:schemeClr val="bg1"/>
                </a:solidFill>
                <a:latin typeface="ES Build" pitchFamily="2" charset="77"/>
                <a:ea typeface="ES Build" pitchFamily="2" charset="77"/>
              </a:defRPr>
            </a:lvl1pPr>
          </a:lstStyle>
          <a:p>
            <a:r>
              <a:rPr lang="en-US" dirty="0"/>
              <a:t>Agenda</a:t>
            </a:r>
          </a:p>
        </p:txBody>
      </p:sp>
      <p:sp>
        <p:nvSpPr>
          <p:cNvPr id="2" name="TextBox 1">
            <a:extLst>
              <a:ext uri="{FF2B5EF4-FFF2-40B4-BE49-F238E27FC236}">
                <a16:creationId xmlns:a16="http://schemas.microsoft.com/office/drawing/2014/main" id="{5C2FED11-5DDF-6BBB-EDA3-08E180744A71}"/>
              </a:ext>
            </a:extLst>
          </p:cNvPr>
          <p:cNvSpPr txBox="1"/>
          <p:nvPr userDrawn="1"/>
        </p:nvSpPr>
        <p:spPr>
          <a:xfrm>
            <a:off x="493288" y="6562481"/>
            <a:ext cx="5029200" cy="107722"/>
          </a:xfrm>
          <a:prstGeom prst="rect">
            <a:avLst/>
          </a:prstGeom>
          <a:noFill/>
        </p:spPr>
        <p:txBody>
          <a:bodyPr wrap="square" lIns="0" tIns="0" rIns="0" bIns="0">
            <a:spAutoFit/>
          </a:bodyPr>
          <a:lstStyle/>
          <a:p>
            <a:r>
              <a:rPr lang="en-US" sz="700">
                <a:solidFill>
                  <a:schemeClr val="bg1">
                    <a:alpha val="50000"/>
                  </a:schemeClr>
                </a:solidFill>
              </a:rPr>
              <a:t>© 2026 Veeam Software. Confidential information. All rights reserved. All trademarks are the property of their respective owners. </a:t>
            </a:r>
          </a:p>
        </p:txBody>
      </p:sp>
    </p:spTree>
    <p:extLst>
      <p:ext uri="{BB962C8B-B14F-4D97-AF65-F5344CB8AC3E}">
        <p14:creationId xmlns:p14="http://schemas.microsoft.com/office/powerpoint/2010/main" val="40810617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genda 3">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873106F-F93B-902D-7A55-A8FDD340EC5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flipV="1">
            <a:off x="0" y="0"/>
            <a:ext cx="5987845" cy="6857999"/>
          </a:xfrm>
          <a:prstGeom prst="rect">
            <a:avLst/>
          </a:prstGeom>
        </p:spPr>
      </p:pic>
      <p:sp>
        <p:nvSpPr>
          <p:cNvPr id="9" name="Text Placeholder 8">
            <a:extLst>
              <a:ext uri="{FF2B5EF4-FFF2-40B4-BE49-F238E27FC236}">
                <a16:creationId xmlns:a16="http://schemas.microsoft.com/office/drawing/2014/main" id="{7D0C2672-616F-7E48-D192-190D79314B2A}"/>
              </a:ext>
            </a:extLst>
          </p:cNvPr>
          <p:cNvSpPr>
            <a:spLocks noGrp="1"/>
          </p:cNvSpPr>
          <p:nvPr>
            <p:ph type="body" sz="quarter" idx="13" hasCustomPrompt="1"/>
          </p:nvPr>
        </p:nvSpPr>
        <p:spPr>
          <a:xfrm>
            <a:off x="6572251" y="696686"/>
            <a:ext cx="5121312" cy="5464628"/>
          </a:xfrm>
          <a:prstGeom prst="rect">
            <a:avLst/>
          </a:prstGeom>
        </p:spPr>
        <p:txBody>
          <a:bodyPr anchor="ctr">
            <a:noAutofit/>
          </a:bodyPr>
          <a:lstStyle>
            <a:lvl1pPr marL="0" indent="0">
              <a:lnSpc>
                <a:spcPct val="87000"/>
              </a:lnSpc>
              <a:spcBef>
                <a:spcPts val="900"/>
              </a:spcBef>
              <a:spcAft>
                <a:spcPts val="900"/>
              </a:spcAft>
              <a:buClr>
                <a:srgbClr val="8E71F4"/>
              </a:buClr>
              <a:buFont typeface="ES Build Neutral" pitchFamily="50" charset="0"/>
              <a:buChar char="​"/>
              <a:defRPr sz="3400">
                <a:solidFill>
                  <a:schemeClr val="tx1"/>
                </a:solidFill>
              </a:defRPr>
            </a:lvl1pPr>
            <a:lvl2pPr marL="7938" indent="-7938">
              <a:defRPr>
                <a:solidFill>
                  <a:schemeClr val="accent5"/>
                </a:solidFill>
              </a:defRPr>
            </a:lvl2pPr>
            <a:lvl3pPr>
              <a:defRPr>
                <a:solidFill>
                  <a:schemeClr val="accent5"/>
                </a:solidFill>
              </a:defRPr>
            </a:lvl3pPr>
            <a:lvl4pPr>
              <a:defRPr>
                <a:solidFill>
                  <a:schemeClr val="accent5"/>
                </a:solidFill>
              </a:defRPr>
            </a:lvl4pPr>
            <a:lvl5pPr>
              <a:defRPr>
                <a:solidFill>
                  <a:schemeClr val="accent5"/>
                </a:solidFill>
              </a:defRPr>
            </a:lvl5pPr>
            <a:lvl6pPr marL="27432" indent="0">
              <a:lnSpc>
                <a:spcPct val="67000"/>
              </a:lnSpc>
              <a:spcBef>
                <a:spcPts val="600"/>
              </a:spcBef>
              <a:spcAft>
                <a:spcPts val="0"/>
              </a:spcAft>
              <a:buFont typeface="ES Build Neutral" pitchFamily="50" charset="0"/>
              <a:buNone/>
              <a:tabLst/>
              <a:defRPr sz="2800" b="0">
                <a:solidFill>
                  <a:schemeClr val="tx1"/>
                </a:solidFill>
                <a:latin typeface="ES Build Neutral" pitchFamily="2" charset="77"/>
                <a:ea typeface="ES Build Neutral" pitchFamily="2" charset="77"/>
              </a:defRPr>
            </a:lvl6pPr>
            <a:lvl7pPr marL="571500" indent="-571500">
              <a:lnSpc>
                <a:spcPct val="100000"/>
              </a:lnSpc>
              <a:spcBef>
                <a:spcPts val="1500"/>
              </a:spcBef>
              <a:spcAft>
                <a:spcPts val="0"/>
              </a:spcAft>
              <a:buClr>
                <a:srgbClr val="01B0FE"/>
              </a:buClr>
              <a:buFont typeface="Arial" panose="020B0604020202020204" pitchFamily="34" charset="0"/>
              <a:buChar char="•"/>
              <a:defRPr sz="2000" spc="0" baseline="0">
                <a:solidFill>
                  <a:schemeClr val="tx1"/>
                </a:solidFill>
                <a:latin typeface="ES Build Neutral" pitchFamily="2" charset="77"/>
                <a:ea typeface="ES Build Neutral" pitchFamily="2" charset="77"/>
              </a:defRPr>
            </a:lvl7pPr>
            <a:lvl8pPr marL="27432">
              <a:spcBef>
                <a:spcPts val="0"/>
              </a:spcBef>
              <a:defRPr sz="2800" spc="0">
                <a:solidFill>
                  <a:schemeClr val="tx1"/>
                </a:solidFill>
                <a:latin typeface="ES Build Neutral" pitchFamily="2" charset="77"/>
                <a:ea typeface="ES Build Neutral" pitchFamily="2" charset="77"/>
              </a:defRPr>
            </a:lvl8pPr>
            <a:lvl9pPr>
              <a:defRPr>
                <a:solidFill>
                  <a:schemeClr val="bg1"/>
                </a:solidFill>
              </a:defRPr>
            </a:lvl9pPr>
          </a:lstStyle>
          <a:p>
            <a:pPr lvl="6"/>
            <a:r>
              <a:rPr lang="en-US"/>
              <a:t>Edit text</a:t>
            </a:r>
          </a:p>
          <a:p>
            <a:pPr lvl="6"/>
            <a:r>
              <a:rPr lang="en-US"/>
              <a:t>Edit text</a:t>
            </a:r>
          </a:p>
        </p:txBody>
      </p:sp>
      <p:sp>
        <p:nvSpPr>
          <p:cNvPr id="3" name="Title 1">
            <a:extLst>
              <a:ext uri="{FF2B5EF4-FFF2-40B4-BE49-F238E27FC236}">
                <a16:creationId xmlns:a16="http://schemas.microsoft.com/office/drawing/2014/main" id="{B126E1ED-6A15-3779-289A-915AB5FD006B}"/>
              </a:ext>
            </a:extLst>
          </p:cNvPr>
          <p:cNvSpPr>
            <a:spLocks noGrp="1"/>
          </p:cNvSpPr>
          <p:nvPr>
            <p:ph type="title" hasCustomPrompt="1"/>
          </p:nvPr>
        </p:nvSpPr>
        <p:spPr>
          <a:xfrm>
            <a:off x="869408" y="2712844"/>
            <a:ext cx="4430065" cy="1232645"/>
          </a:xfrm>
          <a:prstGeom prst="rect">
            <a:avLst/>
          </a:prstGeom>
        </p:spPr>
        <p:txBody>
          <a:bodyPr wrap="square" anchor="ctr">
            <a:noAutofit/>
          </a:bodyPr>
          <a:lstStyle>
            <a:lvl1pPr algn="l">
              <a:defRPr sz="6600" b="1" spc="0" baseline="0">
                <a:solidFill>
                  <a:schemeClr val="bg1"/>
                </a:solidFill>
                <a:latin typeface="ES Build" pitchFamily="2" charset="77"/>
                <a:ea typeface="ES Build" pitchFamily="2" charset="77"/>
              </a:defRPr>
            </a:lvl1pPr>
          </a:lstStyle>
          <a:p>
            <a:r>
              <a:rPr lang="en-US" dirty="0"/>
              <a:t>Agenda</a:t>
            </a:r>
          </a:p>
        </p:txBody>
      </p:sp>
      <p:sp>
        <p:nvSpPr>
          <p:cNvPr id="2" name="TextBox 1">
            <a:extLst>
              <a:ext uri="{FF2B5EF4-FFF2-40B4-BE49-F238E27FC236}">
                <a16:creationId xmlns:a16="http://schemas.microsoft.com/office/drawing/2014/main" id="{2FBD1FCF-91AA-0498-2488-AA519A0759F7}"/>
              </a:ext>
            </a:extLst>
          </p:cNvPr>
          <p:cNvSpPr txBox="1"/>
          <p:nvPr userDrawn="1"/>
        </p:nvSpPr>
        <p:spPr>
          <a:xfrm>
            <a:off x="493288" y="6562481"/>
            <a:ext cx="5029200" cy="107722"/>
          </a:xfrm>
          <a:prstGeom prst="rect">
            <a:avLst/>
          </a:prstGeom>
          <a:noFill/>
        </p:spPr>
        <p:txBody>
          <a:bodyPr wrap="square" lIns="0" tIns="0" rIns="0" bIns="0">
            <a:spAutoFit/>
          </a:bodyPr>
          <a:lstStyle/>
          <a:p>
            <a:r>
              <a:rPr lang="en-US" sz="700">
                <a:solidFill>
                  <a:schemeClr val="bg1">
                    <a:alpha val="50000"/>
                  </a:schemeClr>
                </a:solidFill>
              </a:rPr>
              <a:t>© 2026 Veeam Software. Confidential information. All rights reserved. All trademarks are the property of their respective owners. </a:t>
            </a:r>
          </a:p>
        </p:txBody>
      </p:sp>
    </p:spTree>
    <p:extLst>
      <p:ext uri="{BB962C8B-B14F-4D97-AF65-F5344CB8AC3E}">
        <p14:creationId xmlns:p14="http://schemas.microsoft.com/office/powerpoint/2010/main" val="411226569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Slide 1">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a:defRPr sz="2800" b="1">
                <a:solidFill>
                  <a:srgbClr val="002060"/>
                </a:solidFill>
              </a:defRPr>
            </a:lvl1pPr>
          </a:lstStyle>
          <a:p>
            <a:r>
              <a:rPr lang="en-US"/>
              <a:t>CLICK TO EDIT MASTER TITLE STYLE</a:t>
            </a:r>
          </a:p>
        </p:txBody>
      </p:sp>
      <p:sp>
        <p:nvSpPr>
          <p:cNvPr id="5" name="Subtitle 2">
            <a:extLst>
              <a:ext uri="{FF2B5EF4-FFF2-40B4-BE49-F238E27FC236}">
                <a16:creationId xmlns:a16="http://schemas.microsoft.com/office/drawing/2014/main" id="{1ACA5E8C-63C8-8AD4-F044-CD266DE5C814}"/>
              </a:ext>
            </a:extLst>
          </p:cNvPr>
          <p:cNvSpPr>
            <a:spLocks noGrp="1"/>
          </p:cNvSpPr>
          <p:nvPr>
            <p:ph type="subTitle" idx="1"/>
          </p:nvPr>
        </p:nvSpPr>
        <p:spPr>
          <a:xfrm>
            <a:off x="502179" y="1032607"/>
            <a:ext cx="11194511" cy="338993"/>
          </a:xfrm>
        </p:spPr>
        <p:txBody>
          <a:bodyPr anchor="t"/>
          <a:lstStyle>
            <a:lvl1pPr marL="0" indent="0" algn="l">
              <a:buNone/>
              <a:defRPr sz="20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8" name="Content Placeholder 18">
            <a:extLst>
              <a:ext uri="{FF2B5EF4-FFF2-40B4-BE49-F238E27FC236}">
                <a16:creationId xmlns:a16="http://schemas.microsoft.com/office/drawing/2014/main" id="{DD860FCA-A322-E028-A3B7-EEC65595DE38}"/>
              </a:ext>
            </a:extLst>
          </p:cNvPr>
          <p:cNvSpPr>
            <a:spLocks noGrp="1"/>
          </p:cNvSpPr>
          <p:nvPr>
            <p:ph sz="quarter" idx="10"/>
          </p:nvPr>
        </p:nvSpPr>
        <p:spPr>
          <a:xfrm>
            <a:off x="493287" y="1719645"/>
            <a:ext cx="11203413" cy="4449380"/>
          </a:xfrm>
        </p:spPr>
        <p:txBody>
          <a:bodyPr/>
          <a:lstStyle>
            <a:lvl1pPr>
              <a:buNone/>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5446128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Slide 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71611F1-2D40-4E7A-C8ED-70354AC11D7D}"/>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a:defRPr sz="2800" b="1">
                <a:solidFill>
                  <a:srgbClr val="002060"/>
                </a:solidFill>
              </a:defRPr>
            </a:lvl1pPr>
          </a:lstStyle>
          <a:p>
            <a:r>
              <a:rPr lang="en-US"/>
              <a:t>CLICK TO EDIT MASTER TITLE STYLE</a:t>
            </a:r>
          </a:p>
        </p:txBody>
      </p:sp>
      <p:sp>
        <p:nvSpPr>
          <p:cNvPr id="5" name="Subtitle 2">
            <a:extLst>
              <a:ext uri="{FF2B5EF4-FFF2-40B4-BE49-F238E27FC236}">
                <a16:creationId xmlns:a16="http://schemas.microsoft.com/office/drawing/2014/main" id="{1ACA5E8C-63C8-8AD4-F044-CD266DE5C814}"/>
              </a:ext>
            </a:extLst>
          </p:cNvPr>
          <p:cNvSpPr>
            <a:spLocks noGrp="1"/>
          </p:cNvSpPr>
          <p:nvPr>
            <p:ph type="subTitle" idx="1"/>
          </p:nvPr>
        </p:nvSpPr>
        <p:spPr>
          <a:xfrm>
            <a:off x="502179" y="1032607"/>
            <a:ext cx="11194511" cy="338993"/>
          </a:xfrm>
        </p:spPr>
        <p:txBody>
          <a:bodyPr anchor="t"/>
          <a:lstStyle>
            <a:lvl1pPr marL="0" indent="0" algn="l">
              <a:buNone/>
              <a:defRPr sz="20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8" name="Content Placeholder 18">
            <a:extLst>
              <a:ext uri="{FF2B5EF4-FFF2-40B4-BE49-F238E27FC236}">
                <a16:creationId xmlns:a16="http://schemas.microsoft.com/office/drawing/2014/main" id="{DD860FCA-A322-E028-A3B7-EEC65595DE38}"/>
              </a:ext>
            </a:extLst>
          </p:cNvPr>
          <p:cNvSpPr>
            <a:spLocks noGrp="1"/>
          </p:cNvSpPr>
          <p:nvPr>
            <p:ph sz="quarter" idx="10"/>
          </p:nvPr>
        </p:nvSpPr>
        <p:spPr>
          <a:xfrm>
            <a:off x="493287" y="1719645"/>
            <a:ext cx="11203413" cy="4449380"/>
          </a:xfrm>
        </p:spPr>
        <p:txBody>
          <a:bodyPr/>
          <a:lstStyle>
            <a:lvl1pPr>
              <a:buNone/>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3">
            <a:extLst>
              <a:ext uri="{FF2B5EF4-FFF2-40B4-BE49-F238E27FC236}">
                <a16:creationId xmlns:a16="http://schemas.microsoft.com/office/drawing/2014/main" id="{F72B3423-A48B-95A4-10B0-883489B8811D}"/>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6" name="Freeform 5">
            <a:extLst>
              <a:ext uri="{FF2B5EF4-FFF2-40B4-BE49-F238E27FC236}">
                <a16:creationId xmlns:a16="http://schemas.microsoft.com/office/drawing/2014/main" id="{E7C667C5-4CFD-A118-916E-E91517277235}"/>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7" name="Graphic 3">
            <a:extLst>
              <a:ext uri="{FF2B5EF4-FFF2-40B4-BE49-F238E27FC236}">
                <a16:creationId xmlns:a16="http://schemas.microsoft.com/office/drawing/2014/main" id="{4318B51C-6CB7-0A10-5356-02DB406DECDD}"/>
              </a:ext>
            </a:extLst>
          </p:cNvPr>
          <p:cNvGrpSpPr/>
          <p:nvPr userDrawn="1"/>
        </p:nvGrpSpPr>
        <p:grpSpPr>
          <a:xfrm>
            <a:off x="11217977" y="6552879"/>
            <a:ext cx="432093" cy="77405"/>
            <a:chOff x="11217977" y="6552879"/>
            <a:chExt cx="432093" cy="77405"/>
          </a:xfrm>
          <a:solidFill>
            <a:srgbClr val="FFFFFF"/>
          </a:solidFill>
        </p:grpSpPr>
        <p:sp>
          <p:nvSpPr>
            <p:cNvPr id="9" name="Freeform 8">
              <a:extLst>
                <a:ext uri="{FF2B5EF4-FFF2-40B4-BE49-F238E27FC236}">
                  <a16:creationId xmlns:a16="http://schemas.microsoft.com/office/drawing/2014/main" id="{420FF948-D8E1-C79A-17CF-672E6680B3BB}"/>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AF98BBF1-C287-750F-014F-D81605531F60}"/>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1" name="Freeform 10">
              <a:extLst>
                <a:ext uri="{FF2B5EF4-FFF2-40B4-BE49-F238E27FC236}">
                  <a16:creationId xmlns:a16="http://schemas.microsoft.com/office/drawing/2014/main" id="{C581D321-BFAF-08F3-6D53-187F52B6BDDC}"/>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EDC756FF-5A82-8DA1-4737-03AC1C529890}"/>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3" name="Freeform 12">
              <a:extLst>
                <a:ext uri="{FF2B5EF4-FFF2-40B4-BE49-F238E27FC236}">
                  <a16:creationId xmlns:a16="http://schemas.microsoft.com/office/drawing/2014/main" id="{5BF3E438-CCC5-FCFD-243A-F5394D4F055B}"/>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sp>
        <p:nvSpPr>
          <p:cNvPr id="14" name="TextBox 13">
            <a:extLst>
              <a:ext uri="{FF2B5EF4-FFF2-40B4-BE49-F238E27FC236}">
                <a16:creationId xmlns:a16="http://schemas.microsoft.com/office/drawing/2014/main" id="{B256AFCF-B0EB-4DC1-61C3-EC52C02A6AA3}"/>
              </a:ext>
            </a:extLst>
          </p:cNvPr>
          <p:cNvSpPr txBox="1"/>
          <p:nvPr userDrawn="1"/>
        </p:nvSpPr>
        <p:spPr>
          <a:xfrm>
            <a:off x="493288" y="6562481"/>
            <a:ext cx="5029200" cy="107722"/>
          </a:xfrm>
          <a:prstGeom prst="rect">
            <a:avLst/>
          </a:prstGeom>
          <a:noFill/>
        </p:spPr>
        <p:txBody>
          <a:bodyPr wrap="square" lIns="0" tIns="0" rIns="0" bIns="0">
            <a:spAutoFit/>
          </a:bodyPr>
          <a:lstStyle/>
          <a:p>
            <a:r>
              <a:rPr lang="en-US" sz="700">
                <a:solidFill>
                  <a:schemeClr val="tx2"/>
                </a:solidFill>
              </a:rPr>
              <a:t>© 2026 Veeam Software. Confidential information. All rights reserved. All trademarks are the property of their respective owners. </a:t>
            </a:r>
          </a:p>
        </p:txBody>
      </p:sp>
    </p:spTree>
    <p:extLst>
      <p:ext uri="{BB962C8B-B14F-4D97-AF65-F5344CB8AC3E}">
        <p14:creationId xmlns:p14="http://schemas.microsoft.com/office/powerpoint/2010/main" val="10281562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Slide 3">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a:defRPr sz="2800" b="1">
                <a:solidFill>
                  <a:srgbClr val="0E0D72"/>
                </a:solidFill>
              </a:defRPr>
            </a:lvl1pPr>
          </a:lstStyle>
          <a:p>
            <a:r>
              <a:rPr lang="en-US"/>
              <a:t>CLICK TO EDIT MASTER TITLE STYLE</a:t>
            </a:r>
          </a:p>
        </p:txBody>
      </p:sp>
      <p:sp>
        <p:nvSpPr>
          <p:cNvPr id="4" name="Rectangle 3">
            <a:extLst>
              <a:ext uri="{FF2B5EF4-FFF2-40B4-BE49-F238E27FC236}">
                <a16:creationId xmlns:a16="http://schemas.microsoft.com/office/drawing/2014/main" id="{E7DAA575-456A-DDA3-4F5D-73A64AC056EB}"/>
              </a:ext>
            </a:extLst>
          </p:cNvPr>
          <p:cNvSpPr/>
          <p:nvPr userDrawn="1"/>
        </p:nvSpPr>
        <p:spPr>
          <a:xfrm>
            <a:off x="385011" y="6400800"/>
            <a:ext cx="5213684"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grpSp>
        <p:nvGrpSpPr>
          <p:cNvPr id="6" name="Group 5">
            <a:extLst>
              <a:ext uri="{FF2B5EF4-FFF2-40B4-BE49-F238E27FC236}">
                <a16:creationId xmlns:a16="http://schemas.microsoft.com/office/drawing/2014/main" id="{970EF036-038A-C507-F3F9-0763276CCB57}"/>
              </a:ext>
            </a:extLst>
          </p:cNvPr>
          <p:cNvGrpSpPr/>
          <p:nvPr userDrawn="1"/>
        </p:nvGrpSpPr>
        <p:grpSpPr>
          <a:xfrm>
            <a:off x="11180146" y="6513177"/>
            <a:ext cx="516913" cy="156999"/>
            <a:chOff x="11180146" y="6513177"/>
            <a:chExt cx="516913" cy="156999"/>
          </a:xfrm>
        </p:grpSpPr>
        <p:sp>
          <p:nvSpPr>
            <p:cNvPr id="7" name="Freeform 6">
              <a:extLst>
                <a:ext uri="{FF2B5EF4-FFF2-40B4-BE49-F238E27FC236}">
                  <a16:creationId xmlns:a16="http://schemas.microsoft.com/office/drawing/2014/main" id="{9CFAA040-6E18-AB43-10A5-7027CD76ADA0}"/>
                </a:ext>
              </a:extLst>
            </p:cNvPr>
            <p:cNvSpPr/>
            <p:nvPr/>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GB"/>
            </a:p>
          </p:txBody>
        </p:sp>
        <p:sp>
          <p:nvSpPr>
            <p:cNvPr id="8" name="Freeform 7">
              <a:extLst>
                <a:ext uri="{FF2B5EF4-FFF2-40B4-BE49-F238E27FC236}">
                  <a16:creationId xmlns:a16="http://schemas.microsoft.com/office/drawing/2014/main" id="{3A5501F3-5179-3555-529D-F0BEF05EA4F7}"/>
                </a:ext>
              </a:extLst>
            </p:cNvPr>
            <p:cNvSpPr/>
            <p:nvPr/>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GB"/>
            </a:p>
          </p:txBody>
        </p:sp>
        <p:grpSp>
          <p:nvGrpSpPr>
            <p:cNvPr id="9" name="Graphic 1">
              <a:extLst>
                <a:ext uri="{FF2B5EF4-FFF2-40B4-BE49-F238E27FC236}">
                  <a16:creationId xmlns:a16="http://schemas.microsoft.com/office/drawing/2014/main" id="{B52BF795-8654-ECF9-00F3-E3DC43453AF2}"/>
                </a:ext>
              </a:extLst>
            </p:cNvPr>
            <p:cNvGrpSpPr/>
            <p:nvPr/>
          </p:nvGrpSpPr>
          <p:grpSpPr>
            <a:xfrm>
              <a:off x="11217977" y="6552879"/>
              <a:ext cx="432093" cy="77405"/>
              <a:chOff x="11217977" y="6552879"/>
              <a:chExt cx="432093" cy="77405"/>
            </a:xfrm>
            <a:solidFill>
              <a:srgbClr val="FFFFFF"/>
            </a:solidFill>
          </p:grpSpPr>
          <p:sp>
            <p:nvSpPr>
              <p:cNvPr id="10" name="Freeform 9">
                <a:extLst>
                  <a:ext uri="{FF2B5EF4-FFF2-40B4-BE49-F238E27FC236}">
                    <a16:creationId xmlns:a16="http://schemas.microsoft.com/office/drawing/2014/main" id="{ECE4C3E1-F628-6338-39E3-8D5B1C3A9F63}"/>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GB"/>
              </a:p>
            </p:txBody>
          </p:sp>
          <p:sp>
            <p:nvSpPr>
              <p:cNvPr id="11" name="Freeform 10">
                <a:extLst>
                  <a:ext uri="{FF2B5EF4-FFF2-40B4-BE49-F238E27FC236}">
                    <a16:creationId xmlns:a16="http://schemas.microsoft.com/office/drawing/2014/main" id="{EE94EE0C-BEC9-B912-BB03-D98E572D66E3}"/>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GB"/>
              </a:p>
            </p:txBody>
          </p:sp>
          <p:sp>
            <p:nvSpPr>
              <p:cNvPr id="12" name="Freeform 11">
                <a:extLst>
                  <a:ext uri="{FF2B5EF4-FFF2-40B4-BE49-F238E27FC236}">
                    <a16:creationId xmlns:a16="http://schemas.microsoft.com/office/drawing/2014/main" id="{7BDCE91C-8825-7018-D444-B3E271741719}"/>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GB"/>
              </a:p>
            </p:txBody>
          </p:sp>
          <p:sp>
            <p:nvSpPr>
              <p:cNvPr id="13" name="Freeform 12">
                <a:extLst>
                  <a:ext uri="{FF2B5EF4-FFF2-40B4-BE49-F238E27FC236}">
                    <a16:creationId xmlns:a16="http://schemas.microsoft.com/office/drawing/2014/main" id="{98B19A8D-904A-5D63-6FF2-0DC92F265198}"/>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GB"/>
              </a:p>
            </p:txBody>
          </p:sp>
          <p:sp>
            <p:nvSpPr>
              <p:cNvPr id="14" name="Freeform 13">
                <a:extLst>
                  <a:ext uri="{FF2B5EF4-FFF2-40B4-BE49-F238E27FC236}">
                    <a16:creationId xmlns:a16="http://schemas.microsoft.com/office/drawing/2014/main" id="{50C85499-90D5-0F74-1D39-BD7C8D5C695B}"/>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GB"/>
              </a:p>
            </p:txBody>
          </p:sp>
        </p:grpSp>
      </p:grpSp>
      <p:sp>
        <p:nvSpPr>
          <p:cNvPr id="2" name="TextBox 1">
            <a:extLst>
              <a:ext uri="{FF2B5EF4-FFF2-40B4-BE49-F238E27FC236}">
                <a16:creationId xmlns:a16="http://schemas.microsoft.com/office/drawing/2014/main" id="{095CA09B-6C3F-4599-1FFD-0D16BE49C81E}"/>
              </a:ext>
            </a:extLst>
          </p:cNvPr>
          <p:cNvSpPr txBox="1"/>
          <p:nvPr userDrawn="1"/>
        </p:nvSpPr>
        <p:spPr>
          <a:xfrm>
            <a:off x="493288" y="6562481"/>
            <a:ext cx="5029200" cy="107722"/>
          </a:xfrm>
          <a:prstGeom prst="rect">
            <a:avLst/>
          </a:prstGeom>
          <a:noFill/>
        </p:spPr>
        <p:txBody>
          <a:bodyPr wrap="square" lIns="0" tIns="0" rIns="0" bIns="0">
            <a:spAutoFit/>
          </a:bodyPr>
          <a:lstStyle/>
          <a:p>
            <a:r>
              <a:rPr lang="en-US" sz="700">
                <a:solidFill>
                  <a:schemeClr val="tx2"/>
                </a:solidFill>
              </a:rPr>
              <a:t>© 2026 Veeam Software. Confidential information. All rights reserved. All trademarks are the property of their respective owners. </a:t>
            </a:r>
          </a:p>
        </p:txBody>
      </p:sp>
    </p:spTree>
    <p:extLst>
      <p:ext uri="{BB962C8B-B14F-4D97-AF65-F5344CB8AC3E}">
        <p14:creationId xmlns:p14="http://schemas.microsoft.com/office/powerpoint/2010/main" val="427991277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Content Slide 4">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9A6B50D-2CC2-29FC-5BD7-C7382C4F81A5}"/>
              </a:ext>
            </a:extLst>
          </p:cNvPr>
          <p:cNvSpPr>
            <a:spLocks noGrp="1"/>
          </p:cNvSpPr>
          <p:nvPr>
            <p:ph type="title" hasCustomPrompt="1"/>
          </p:nvPr>
        </p:nvSpPr>
        <p:spPr>
          <a:xfrm>
            <a:off x="493712" y="342900"/>
            <a:ext cx="11202987" cy="682625"/>
          </a:xfrm>
        </p:spPr>
        <p:txBody>
          <a:bodyPr/>
          <a:lstStyle>
            <a:lvl1pPr>
              <a:defRPr sz="2800" b="1">
                <a:solidFill>
                  <a:srgbClr val="0E0D72"/>
                </a:solidFill>
              </a:defRPr>
            </a:lvl1pPr>
          </a:lstStyle>
          <a:p>
            <a:r>
              <a:rPr lang="en-US"/>
              <a:t>CLICK TO EDIT MASTER TITLE STYLE</a:t>
            </a:r>
          </a:p>
        </p:txBody>
      </p:sp>
    </p:spTree>
    <p:extLst>
      <p:ext uri="{BB962C8B-B14F-4D97-AF65-F5344CB8AC3E}">
        <p14:creationId xmlns:p14="http://schemas.microsoft.com/office/powerpoint/2010/main" val="55924162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Slide 2 Columns">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EEB3FAD-14D2-C4DD-3EBF-784D1E06BF71}"/>
              </a:ext>
            </a:extLst>
          </p:cNvPr>
          <p:cNvSpPr>
            <a:spLocks noGrp="1"/>
          </p:cNvSpPr>
          <p:nvPr>
            <p:ph type="subTitle" idx="1"/>
          </p:nvPr>
        </p:nvSpPr>
        <p:spPr>
          <a:xfrm>
            <a:off x="502179" y="1032607"/>
            <a:ext cx="11194511" cy="338993"/>
          </a:xfrm>
        </p:spPr>
        <p:txBody>
          <a:bodyPr/>
          <a:lstStyle>
            <a:lvl1pPr marL="0" indent="0" algn="l">
              <a:buNone/>
              <a:defRPr sz="20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6" name="Title 4">
            <a:extLst>
              <a:ext uri="{FF2B5EF4-FFF2-40B4-BE49-F238E27FC236}">
                <a16:creationId xmlns:a16="http://schemas.microsoft.com/office/drawing/2014/main" id="{B6088C5F-11E1-2603-8DB0-B44A0464F6E3}"/>
              </a:ext>
            </a:extLst>
          </p:cNvPr>
          <p:cNvSpPr>
            <a:spLocks noGrp="1"/>
          </p:cNvSpPr>
          <p:nvPr>
            <p:ph type="title" hasCustomPrompt="1"/>
          </p:nvPr>
        </p:nvSpPr>
        <p:spPr>
          <a:xfrm>
            <a:off x="493712" y="342900"/>
            <a:ext cx="11202987" cy="682625"/>
          </a:xfrm>
        </p:spPr>
        <p:txBody>
          <a:bodyPr/>
          <a:lstStyle>
            <a:lvl1pPr>
              <a:defRPr sz="2800" b="1"/>
            </a:lvl1pPr>
          </a:lstStyle>
          <a:p>
            <a:r>
              <a:rPr lang="en-US"/>
              <a:t>CLICK TO EDIT MASTER TITLE STYLE</a:t>
            </a:r>
          </a:p>
        </p:txBody>
      </p:sp>
      <p:sp>
        <p:nvSpPr>
          <p:cNvPr id="10" name="Content Placeholder 18">
            <a:extLst>
              <a:ext uri="{FF2B5EF4-FFF2-40B4-BE49-F238E27FC236}">
                <a16:creationId xmlns:a16="http://schemas.microsoft.com/office/drawing/2014/main" id="{374D7A0D-E6A3-FD6C-5C21-AF6D1FB07753}"/>
              </a:ext>
            </a:extLst>
          </p:cNvPr>
          <p:cNvSpPr>
            <a:spLocks noGrp="1"/>
          </p:cNvSpPr>
          <p:nvPr>
            <p:ph sz="quarter" idx="10"/>
          </p:nvPr>
        </p:nvSpPr>
        <p:spPr>
          <a:xfrm>
            <a:off x="493287" y="1719645"/>
            <a:ext cx="5482055" cy="4449380"/>
          </a:xfrm>
        </p:spPr>
        <p:txBody>
          <a:bodyPr/>
          <a:lstStyle>
            <a:lvl1pPr>
              <a:buNone/>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8">
            <a:extLst>
              <a:ext uri="{FF2B5EF4-FFF2-40B4-BE49-F238E27FC236}">
                <a16:creationId xmlns:a16="http://schemas.microsoft.com/office/drawing/2014/main" id="{4F2F03E7-9AFE-94B7-4B17-7B053E0B6DEA}"/>
              </a:ext>
            </a:extLst>
          </p:cNvPr>
          <p:cNvSpPr>
            <a:spLocks noGrp="1"/>
          </p:cNvSpPr>
          <p:nvPr>
            <p:ph sz="quarter" idx="11"/>
          </p:nvPr>
        </p:nvSpPr>
        <p:spPr>
          <a:xfrm>
            <a:off x="6215064" y="1717247"/>
            <a:ext cx="5481626" cy="4449380"/>
          </a:xfrm>
        </p:spPr>
        <p:txBody>
          <a:bodyPr/>
          <a:lstStyle>
            <a:lvl1pPr>
              <a:buNone/>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572904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Slide 3 Columns">
    <p:spTree>
      <p:nvGrpSpPr>
        <p:cNvPr id="1" name=""/>
        <p:cNvGrpSpPr/>
        <p:nvPr/>
      </p:nvGrpSpPr>
      <p:grpSpPr>
        <a:xfrm>
          <a:off x="0" y="0"/>
          <a:ext cx="0" cy="0"/>
          <a:chOff x="0" y="0"/>
          <a:chExt cx="0" cy="0"/>
        </a:xfrm>
      </p:grpSpPr>
      <p:sp>
        <p:nvSpPr>
          <p:cNvPr id="2" name="Content Placeholder 18">
            <a:extLst>
              <a:ext uri="{FF2B5EF4-FFF2-40B4-BE49-F238E27FC236}">
                <a16:creationId xmlns:a16="http://schemas.microsoft.com/office/drawing/2014/main" id="{D800749E-69A5-DCEB-6106-60A29FF50236}"/>
              </a:ext>
            </a:extLst>
          </p:cNvPr>
          <p:cNvSpPr>
            <a:spLocks noGrp="1"/>
          </p:cNvSpPr>
          <p:nvPr>
            <p:ph sz="quarter" idx="10"/>
          </p:nvPr>
        </p:nvSpPr>
        <p:spPr>
          <a:xfrm>
            <a:off x="493288" y="1719645"/>
            <a:ext cx="3575304" cy="4449380"/>
          </a:xfrm>
        </p:spPr>
        <p:txBody>
          <a:bodyPr/>
          <a:lstStyle>
            <a:lvl1pPr>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Content Placeholder 18">
            <a:extLst>
              <a:ext uri="{FF2B5EF4-FFF2-40B4-BE49-F238E27FC236}">
                <a16:creationId xmlns:a16="http://schemas.microsoft.com/office/drawing/2014/main" id="{C2F90A21-80D0-EF06-695F-D7CA0AA51CE3}"/>
              </a:ext>
            </a:extLst>
          </p:cNvPr>
          <p:cNvSpPr>
            <a:spLocks noGrp="1"/>
          </p:cNvSpPr>
          <p:nvPr>
            <p:ph sz="quarter" idx="11"/>
          </p:nvPr>
        </p:nvSpPr>
        <p:spPr>
          <a:xfrm>
            <a:off x="4308475" y="1719645"/>
            <a:ext cx="3575304" cy="4449380"/>
          </a:xfrm>
        </p:spPr>
        <p:txBody>
          <a:bodyPr/>
          <a:lstStyle>
            <a:lvl1pPr>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18">
            <a:extLst>
              <a:ext uri="{FF2B5EF4-FFF2-40B4-BE49-F238E27FC236}">
                <a16:creationId xmlns:a16="http://schemas.microsoft.com/office/drawing/2014/main" id="{F9023ECA-8241-3A8B-63DF-A1DC1B7EA544}"/>
              </a:ext>
            </a:extLst>
          </p:cNvPr>
          <p:cNvSpPr>
            <a:spLocks noGrp="1"/>
          </p:cNvSpPr>
          <p:nvPr>
            <p:ph sz="quarter" idx="12"/>
          </p:nvPr>
        </p:nvSpPr>
        <p:spPr>
          <a:xfrm>
            <a:off x="8123662" y="1722852"/>
            <a:ext cx="3575304" cy="4449380"/>
          </a:xfrm>
        </p:spPr>
        <p:txBody>
          <a:bodyPr/>
          <a:lstStyle>
            <a:lvl1pPr>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ubtitle 2">
            <a:extLst>
              <a:ext uri="{FF2B5EF4-FFF2-40B4-BE49-F238E27FC236}">
                <a16:creationId xmlns:a16="http://schemas.microsoft.com/office/drawing/2014/main" id="{6D0AA8CE-9CEE-421C-89E5-12EB4AC307A9}"/>
              </a:ext>
            </a:extLst>
          </p:cNvPr>
          <p:cNvSpPr>
            <a:spLocks noGrp="1"/>
          </p:cNvSpPr>
          <p:nvPr>
            <p:ph type="subTitle" idx="1"/>
          </p:nvPr>
        </p:nvSpPr>
        <p:spPr>
          <a:xfrm>
            <a:off x="502179" y="1032607"/>
            <a:ext cx="11194511" cy="338993"/>
          </a:xfrm>
        </p:spPr>
        <p:txBody>
          <a:bodyPr/>
          <a:lstStyle>
            <a:lvl1pPr marL="0" indent="0" algn="l">
              <a:buNone/>
              <a:defRPr sz="20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8" name="Title 5">
            <a:extLst>
              <a:ext uri="{FF2B5EF4-FFF2-40B4-BE49-F238E27FC236}">
                <a16:creationId xmlns:a16="http://schemas.microsoft.com/office/drawing/2014/main" id="{547B21A5-9ED4-950A-49F4-4D597923414F}"/>
              </a:ext>
            </a:extLst>
          </p:cNvPr>
          <p:cNvSpPr>
            <a:spLocks noGrp="1"/>
          </p:cNvSpPr>
          <p:nvPr>
            <p:ph type="title" hasCustomPrompt="1"/>
          </p:nvPr>
        </p:nvSpPr>
        <p:spPr>
          <a:xfrm>
            <a:off x="493712" y="342900"/>
            <a:ext cx="11202987" cy="682625"/>
          </a:xfrm>
        </p:spPr>
        <p:txBody>
          <a:bodyPr/>
          <a:lstStyle>
            <a:lvl1pPr>
              <a:defRPr sz="2800" b="1"/>
            </a:lvl1pPr>
          </a:lstStyle>
          <a:p>
            <a:r>
              <a:rPr lang="en-US"/>
              <a:t>CLICK TO EDIT MASTER TITLE STYLE</a:t>
            </a:r>
          </a:p>
        </p:txBody>
      </p:sp>
    </p:spTree>
    <p:extLst>
      <p:ext uri="{BB962C8B-B14F-4D97-AF65-F5344CB8AC3E}">
        <p14:creationId xmlns:p14="http://schemas.microsoft.com/office/powerpoint/2010/main" val="23262356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Slide 5">
    <p:spTree>
      <p:nvGrpSpPr>
        <p:cNvPr id="1" name=""/>
        <p:cNvGrpSpPr/>
        <p:nvPr/>
      </p:nvGrpSpPr>
      <p:grpSpPr>
        <a:xfrm>
          <a:off x="0" y="0"/>
          <a:ext cx="0" cy="0"/>
          <a:chOff x="0" y="0"/>
          <a:chExt cx="0" cy="0"/>
        </a:xfrm>
      </p:grpSpPr>
      <p:sp>
        <p:nvSpPr>
          <p:cNvPr id="4" name="Content Placeholder 18">
            <a:extLst>
              <a:ext uri="{FF2B5EF4-FFF2-40B4-BE49-F238E27FC236}">
                <a16:creationId xmlns:a16="http://schemas.microsoft.com/office/drawing/2014/main" id="{6CA7916B-FF49-1DA5-B508-246BFA32FE5C}"/>
              </a:ext>
            </a:extLst>
          </p:cNvPr>
          <p:cNvSpPr>
            <a:spLocks noGrp="1"/>
          </p:cNvSpPr>
          <p:nvPr>
            <p:ph sz="quarter" idx="11"/>
          </p:nvPr>
        </p:nvSpPr>
        <p:spPr>
          <a:xfrm>
            <a:off x="5021263" y="1717247"/>
            <a:ext cx="6675427" cy="4449380"/>
          </a:xfrm>
        </p:spPr>
        <p:txBody>
          <a:bodyPr/>
          <a:lstStyle>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18">
            <a:extLst>
              <a:ext uri="{FF2B5EF4-FFF2-40B4-BE49-F238E27FC236}">
                <a16:creationId xmlns:a16="http://schemas.microsoft.com/office/drawing/2014/main" id="{3FBDF473-E65E-0E4B-7AFD-41DF647B0961}"/>
              </a:ext>
            </a:extLst>
          </p:cNvPr>
          <p:cNvSpPr>
            <a:spLocks noGrp="1"/>
          </p:cNvSpPr>
          <p:nvPr>
            <p:ph sz="quarter" idx="10"/>
          </p:nvPr>
        </p:nvSpPr>
        <p:spPr>
          <a:xfrm>
            <a:off x="493288" y="1719645"/>
            <a:ext cx="3815188" cy="4449380"/>
          </a:xfrm>
        </p:spPr>
        <p:txBody>
          <a:bodyPr/>
          <a:lstStyle>
            <a:lvl1pPr>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2">
            <a:extLst>
              <a:ext uri="{FF2B5EF4-FFF2-40B4-BE49-F238E27FC236}">
                <a16:creationId xmlns:a16="http://schemas.microsoft.com/office/drawing/2014/main" id="{C86ABD00-5B2A-4C21-C64C-BC61F2E9C577}"/>
              </a:ext>
            </a:extLst>
          </p:cNvPr>
          <p:cNvSpPr>
            <a:spLocks noGrp="1"/>
          </p:cNvSpPr>
          <p:nvPr>
            <p:ph type="title" hasCustomPrompt="1"/>
          </p:nvPr>
        </p:nvSpPr>
        <p:spPr>
          <a:xfrm>
            <a:off x="493712" y="342900"/>
            <a:ext cx="11202987" cy="682625"/>
          </a:xfrm>
        </p:spPr>
        <p:txBody>
          <a:bodyPr anchor="ctr"/>
          <a:lstStyle>
            <a:lvl1pPr>
              <a:defRPr sz="2800" b="1"/>
            </a:lvl1pPr>
          </a:lstStyle>
          <a:p>
            <a:r>
              <a:rPr lang="en-US"/>
              <a:t>CLICK TO EDIT MASTER TITLE STYLE</a:t>
            </a:r>
          </a:p>
        </p:txBody>
      </p:sp>
      <p:sp>
        <p:nvSpPr>
          <p:cNvPr id="10" name="Subtitle 2">
            <a:extLst>
              <a:ext uri="{FF2B5EF4-FFF2-40B4-BE49-F238E27FC236}">
                <a16:creationId xmlns:a16="http://schemas.microsoft.com/office/drawing/2014/main" id="{6B989FD4-052F-8EAB-E4E0-97DBA6D276A7}"/>
              </a:ext>
            </a:extLst>
          </p:cNvPr>
          <p:cNvSpPr>
            <a:spLocks noGrp="1"/>
          </p:cNvSpPr>
          <p:nvPr>
            <p:ph type="subTitle" idx="1"/>
          </p:nvPr>
        </p:nvSpPr>
        <p:spPr>
          <a:xfrm>
            <a:off x="502179" y="1032607"/>
            <a:ext cx="11194511" cy="338993"/>
          </a:xfrm>
        </p:spPr>
        <p:txBody>
          <a:bodyPr anchor="t"/>
          <a:lstStyle>
            <a:lvl1pPr marL="0" indent="0" algn="l">
              <a:buNone/>
              <a:defRPr sz="20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180549084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Slide 4 Blocks">
    <p:spTree>
      <p:nvGrpSpPr>
        <p:cNvPr id="1" name=""/>
        <p:cNvGrpSpPr/>
        <p:nvPr/>
      </p:nvGrpSpPr>
      <p:grpSpPr>
        <a:xfrm>
          <a:off x="0" y="0"/>
          <a:ext cx="0" cy="0"/>
          <a:chOff x="0" y="0"/>
          <a:chExt cx="0" cy="0"/>
        </a:xfrm>
      </p:grpSpPr>
      <p:sp>
        <p:nvSpPr>
          <p:cNvPr id="2" name="Chart Placeholder 5">
            <a:extLst>
              <a:ext uri="{FF2B5EF4-FFF2-40B4-BE49-F238E27FC236}">
                <a16:creationId xmlns:a16="http://schemas.microsoft.com/office/drawing/2014/main" id="{DDBCA87B-9F44-FFDE-F8AE-5D147C84A89B}"/>
              </a:ext>
            </a:extLst>
          </p:cNvPr>
          <p:cNvSpPr>
            <a:spLocks noGrp="1"/>
          </p:cNvSpPr>
          <p:nvPr>
            <p:ph type="chart" sz="quarter" idx="11"/>
          </p:nvPr>
        </p:nvSpPr>
        <p:spPr>
          <a:xfrm>
            <a:off x="4308474" y="685800"/>
            <a:ext cx="3573463" cy="2400300"/>
          </a:xfrm>
        </p:spPr>
        <p:txBody>
          <a:bodyPr/>
          <a:lstStyle>
            <a:lvl1pPr marL="0" indent="0">
              <a:buNone/>
              <a:defRPr/>
            </a:lvl1pPr>
          </a:lstStyle>
          <a:p>
            <a:endParaRPr lang="en-US"/>
          </a:p>
        </p:txBody>
      </p:sp>
      <p:sp>
        <p:nvSpPr>
          <p:cNvPr id="3" name="Chart Placeholder 5">
            <a:extLst>
              <a:ext uri="{FF2B5EF4-FFF2-40B4-BE49-F238E27FC236}">
                <a16:creationId xmlns:a16="http://schemas.microsoft.com/office/drawing/2014/main" id="{D56E667B-3F0D-C552-CB73-C76853B89F43}"/>
              </a:ext>
            </a:extLst>
          </p:cNvPr>
          <p:cNvSpPr>
            <a:spLocks noGrp="1"/>
          </p:cNvSpPr>
          <p:nvPr>
            <p:ph type="chart" sz="quarter" idx="12"/>
          </p:nvPr>
        </p:nvSpPr>
        <p:spPr>
          <a:xfrm>
            <a:off x="4305299" y="3432997"/>
            <a:ext cx="3575304" cy="2400300"/>
          </a:xfrm>
        </p:spPr>
        <p:txBody>
          <a:bodyPr/>
          <a:lstStyle>
            <a:lvl1pPr marL="0" indent="0">
              <a:buNone/>
              <a:defRPr/>
            </a:lvl1pPr>
          </a:lstStyle>
          <a:p>
            <a:endParaRPr lang="en-US"/>
          </a:p>
        </p:txBody>
      </p:sp>
      <p:sp>
        <p:nvSpPr>
          <p:cNvPr id="5" name="Chart Placeholder 5">
            <a:extLst>
              <a:ext uri="{FF2B5EF4-FFF2-40B4-BE49-F238E27FC236}">
                <a16:creationId xmlns:a16="http://schemas.microsoft.com/office/drawing/2014/main" id="{5385838E-5C68-7930-6119-C08F2093DD37}"/>
              </a:ext>
            </a:extLst>
          </p:cNvPr>
          <p:cNvSpPr>
            <a:spLocks noGrp="1"/>
          </p:cNvSpPr>
          <p:nvPr>
            <p:ph type="chart" sz="quarter" idx="13"/>
          </p:nvPr>
        </p:nvSpPr>
        <p:spPr>
          <a:xfrm>
            <a:off x="8125919" y="685800"/>
            <a:ext cx="3575304" cy="2400300"/>
          </a:xfrm>
        </p:spPr>
        <p:txBody>
          <a:bodyPr/>
          <a:lstStyle>
            <a:lvl1pPr marL="0" indent="0">
              <a:buNone/>
              <a:defRPr/>
            </a:lvl1pPr>
          </a:lstStyle>
          <a:p>
            <a:endParaRPr lang="en-US"/>
          </a:p>
        </p:txBody>
      </p:sp>
      <p:sp>
        <p:nvSpPr>
          <p:cNvPr id="7" name="Chart Placeholder 5">
            <a:extLst>
              <a:ext uri="{FF2B5EF4-FFF2-40B4-BE49-F238E27FC236}">
                <a16:creationId xmlns:a16="http://schemas.microsoft.com/office/drawing/2014/main" id="{2A30F29C-9C29-2BDF-D024-7AE60D4B197C}"/>
              </a:ext>
            </a:extLst>
          </p:cNvPr>
          <p:cNvSpPr>
            <a:spLocks noGrp="1"/>
          </p:cNvSpPr>
          <p:nvPr>
            <p:ph type="chart" sz="quarter" idx="14"/>
          </p:nvPr>
        </p:nvSpPr>
        <p:spPr>
          <a:xfrm>
            <a:off x="8125919" y="3432997"/>
            <a:ext cx="3575304" cy="2400300"/>
          </a:xfrm>
        </p:spPr>
        <p:txBody>
          <a:bodyPr/>
          <a:lstStyle>
            <a:lvl1pPr marL="0" indent="0">
              <a:buNone/>
              <a:defRPr/>
            </a:lvl1pPr>
          </a:lstStyle>
          <a:p>
            <a:endParaRPr lang="en-US"/>
          </a:p>
        </p:txBody>
      </p:sp>
      <p:sp>
        <p:nvSpPr>
          <p:cNvPr id="8" name="Title 1">
            <a:extLst>
              <a:ext uri="{FF2B5EF4-FFF2-40B4-BE49-F238E27FC236}">
                <a16:creationId xmlns:a16="http://schemas.microsoft.com/office/drawing/2014/main" id="{0B301EFC-1867-930C-4FF8-C246E171CE10}"/>
              </a:ext>
            </a:extLst>
          </p:cNvPr>
          <p:cNvSpPr>
            <a:spLocks noGrp="1"/>
          </p:cNvSpPr>
          <p:nvPr>
            <p:ph type="title" hasCustomPrompt="1"/>
          </p:nvPr>
        </p:nvSpPr>
        <p:spPr>
          <a:xfrm>
            <a:off x="493288" y="2075392"/>
            <a:ext cx="2861099" cy="1471461"/>
          </a:xfrm>
        </p:spPr>
        <p:txBody>
          <a:bodyPr anchor="ctr">
            <a:noAutofit/>
          </a:bodyPr>
          <a:lstStyle>
            <a:lvl1pPr>
              <a:defRPr sz="2800" b="1">
                <a:solidFill>
                  <a:srgbClr val="0E0D72"/>
                </a:solidFill>
              </a:defRPr>
            </a:lvl1pPr>
          </a:lstStyle>
          <a:p>
            <a:r>
              <a:rPr lang="en-US"/>
              <a:t>CLICK TO EDIT MASTER TITLE STYLE</a:t>
            </a:r>
          </a:p>
        </p:txBody>
      </p:sp>
      <p:sp>
        <p:nvSpPr>
          <p:cNvPr id="12" name="Subtitle 2">
            <a:extLst>
              <a:ext uri="{FF2B5EF4-FFF2-40B4-BE49-F238E27FC236}">
                <a16:creationId xmlns:a16="http://schemas.microsoft.com/office/drawing/2014/main" id="{C9A22000-3265-7B90-A285-A6290F1D525F}"/>
              </a:ext>
            </a:extLst>
          </p:cNvPr>
          <p:cNvSpPr>
            <a:spLocks noGrp="1"/>
          </p:cNvSpPr>
          <p:nvPr>
            <p:ph type="subTitle" idx="1"/>
          </p:nvPr>
        </p:nvSpPr>
        <p:spPr>
          <a:xfrm>
            <a:off x="493713" y="3675854"/>
            <a:ext cx="2860675" cy="628841"/>
          </a:xfrm>
        </p:spPr>
        <p:txBody>
          <a:bodyPr>
            <a:noAutofit/>
          </a:bodyPr>
          <a:lstStyle>
            <a:lvl1pPr marL="0" indent="0" algn="l">
              <a:buNone/>
              <a:defRPr sz="20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60706992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3 Content Slide 1">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356A15E-7F0C-056B-0C77-87EF603752ED}"/>
              </a:ext>
            </a:extLst>
          </p:cNvPr>
          <p:cNvSpPr/>
          <p:nvPr userDrawn="1"/>
        </p:nvSpPr>
        <p:spPr>
          <a:xfrm>
            <a:off x="0" y="6457950"/>
            <a:ext cx="5543550" cy="400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pic>
        <p:nvPicPr>
          <p:cNvPr id="4" name="Picture 3">
            <a:extLst>
              <a:ext uri="{FF2B5EF4-FFF2-40B4-BE49-F238E27FC236}">
                <a16:creationId xmlns:a16="http://schemas.microsoft.com/office/drawing/2014/main" id="{B1658CF0-D78C-6AFE-BA1C-A11DC09915DF}"/>
              </a:ext>
            </a:extLst>
          </p:cNvPr>
          <p:cNvPicPr>
            <a:picLocks noChangeAspect="1"/>
          </p:cNvPicPr>
          <p:nvPr userDrawn="1"/>
        </p:nvPicPr>
        <p:blipFill>
          <a:blip r:embed="rId2"/>
          <a:stretch>
            <a:fillRect/>
          </a:stretch>
        </p:blipFill>
        <p:spPr>
          <a:xfrm>
            <a:off x="0" y="0"/>
            <a:ext cx="3702050" cy="6858000"/>
          </a:xfrm>
          <a:prstGeom prst="rect">
            <a:avLst/>
          </a:prstGeom>
        </p:spPr>
      </p:pic>
      <p:sp>
        <p:nvSpPr>
          <p:cNvPr id="3" name="TextBox 2">
            <a:extLst>
              <a:ext uri="{FF2B5EF4-FFF2-40B4-BE49-F238E27FC236}">
                <a16:creationId xmlns:a16="http://schemas.microsoft.com/office/drawing/2014/main" id="{33F39891-E607-D810-0433-4C2419FE8987}"/>
              </a:ext>
            </a:extLst>
          </p:cNvPr>
          <p:cNvSpPr txBox="1"/>
          <p:nvPr userDrawn="1"/>
        </p:nvSpPr>
        <p:spPr>
          <a:xfrm>
            <a:off x="4267200" y="6562481"/>
            <a:ext cx="5293842" cy="107722"/>
          </a:xfrm>
          <a:prstGeom prst="rect">
            <a:avLst/>
          </a:prstGeom>
          <a:noFill/>
        </p:spPr>
        <p:txBody>
          <a:bodyPr wrap="square" lIns="0" tIns="0" rIns="0" bIns="0">
            <a:spAutoFit/>
          </a:bodyPr>
          <a:lstStyle/>
          <a:p>
            <a:r>
              <a:rPr lang="en-US" sz="700">
                <a:solidFill>
                  <a:schemeClr val="tx1">
                    <a:lumMod val="60000"/>
                    <a:lumOff val="40000"/>
                  </a:schemeClr>
                </a:solidFill>
              </a:rPr>
              <a:t>© 2026 Veeam Software. Confidential information. All rights reserved. All trademarks are the property of their respective owners. </a:t>
            </a:r>
          </a:p>
        </p:txBody>
      </p:sp>
      <p:sp>
        <p:nvSpPr>
          <p:cNvPr id="6" name="Title 1">
            <a:extLst>
              <a:ext uri="{FF2B5EF4-FFF2-40B4-BE49-F238E27FC236}">
                <a16:creationId xmlns:a16="http://schemas.microsoft.com/office/drawing/2014/main" id="{0C1672F3-D1B9-6BD6-5969-AD9180247952}"/>
              </a:ext>
            </a:extLst>
          </p:cNvPr>
          <p:cNvSpPr>
            <a:spLocks noGrp="1"/>
          </p:cNvSpPr>
          <p:nvPr>
            <p:ph type="title" hasCustomPrompt="1"/>
          </p:nvPr>
        </p:nvSpPr>
        <p:spPr>
          <a:xfrm>
            <a:off x="495301" y="1482196"/>
            <a:ext cx="2859087" cy="2134979"/>
          </a:xfrm>
        </p:spPr>
        <p:txBody>
          <a:bodyPr anchor="b">
            <a:noAutofit/>
          </a:bodyPr>
          <a:lstStyle>
            <a:lvl1pPr>
              <a:defRPr sz="3200" b="1">
                <a:solidFill>
                  <a:schemeClr val="bg1"/>
                </a:solidFill>
              </a:defRPr>
            </a:lvl1pPr>
          </a:lstStyle>
          <a:p>
            <a:r>
              <a:rPr lang="en-GB"/>
              <a:t>CLICK TO EDIT MASTER TITLE STYLE</a:t>
            </a:r>
            <a:endParaRPr lang="en-US"/>
          </a:p>
        </p:txBody>
      </p:sp>
      <p:sp>
        <p:nvSpPr>
          <p:cNvPr id="7" name="Subtitle 2">
            <a:extLst>
              <a:ext uri="{FF2B5EF4-FFF2-40B4-BE49-F238E27FC236}">
                <a16:creationId xmlns:a16="http://schemas.microsoft.com/office/drawing/2014/main" id="{BA563BAB-3B8D-C24A-AC1E-697D9D118315}"/>
              </a:ext>
            </a:extLst>
          </p:cNvPr>
          <p:cNvSpPr>
            <a:spLocks noGrp="1"/>
          </p:cNvSpPr>
          <p:nvPr>
            <p:ph type="subTitle" idx="1"/>
          </p:nvPr>
        </p:nvSpPr>
        <p:spPr>
          <a:xfrm>
            <a:off x="495302" y="3760520"/>
            <a:ext cx="2859086" cy="628841"/>
          </a:xfrm>
        </p:spPr>
        <p:txBody>
          <a:bodyPr/>
          <a:lstStyle>
            <a:lvl1pPr marL="0" indent="0" algn="l">
              <a:buNone/>
              <a:defRPr sz="20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13" name="Freeform 12">
            <a:extLst>
              <a:ext uri="{FF2B5EF4-FFF2-40B4-BE49-F238E27FC236}">
                <a16:creationId xmlns:a16="http://schemas.microsoft.com/office/drawing/2014/main" id="{3D005392-7810-A30F-AFBF-65A70B3D15BA}"/>
              </a:ext>
            </a:extLst>
          </p:cNvPr>
          <p:cNvSpPr/>
          <p:nvPr/>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14" name="Freeform 13">
            <a:extLst>
              <a:ext uri="{FF2B5EF4-FFF2-40B4-BE49-F238E27FC236}">
                <a16:creationId xmlns:a16="http://schemas.microsoft.com/office/drawing/2014/main" id="{C8CB1B56-8443-369A-A0ED-B145E2AF2759}"/>
              </a:ext>
            </a:extLst>
          </p:cNvPr>
          <p:cNvSpPr/>
          <p:nvPr/>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6" name="Graphic 8">
            <a:extLst>
              <a:ext uri="{FF2B5EF4-FFF2-40B4-BE49-F238E27FC236}">
                <a16:creationId xmlns:a16="http://schemas.microsoft.com/office/drawing/2014/main" id="{944EFDE5-A0A8-416A-6688-EEE9AE0089D1}"/>
              </a:ext>
            </a:extLst>
          </p:cNvPr>
          <p:cNvGrpSpPr/>
          <p:nvPr/>
        </p:nvGrpSpPr>
        <p:grpSpPr>
          <a:xfrm>
            <a:off x="11217977" y="6552879"/>
            <a:ext cx="432093" cy="77405"/>
            <a:chOff x="11217977" y="6552879"/>
            <a:chExt cx="432093" cy="77405"/>
          </a:xfrm>
          <a:solidFill>
            <a:srgbClr val="FFFFFF"/>
          </a:solidFill>
        </p:grpSpPr>
        <p:sp>
          <p:nvSpPr>
            <p:cNvPr id="17" name="Freeform 16">
              <a:extLst>
                <a:ext uri="{FF2B5EF4-FFF2-40B4-BE49-F238E27FC236}">
                  <a16:creationId xmlns:a16="http://schemas.microsoft.com/office/drawing/2014/main" id="{0C6E34C1-7EB5-0345-4CBA-7E44E3FB78F9}"/>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A95F6C2A-098A-1AD5-061F-9F531308E043}"/>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9" name="Freeform 18">
              <a:extLst>
                <a:ext uri="{FF2B5EF4-FFF2-40B4-BE49-F238E27FC236}">
                  <a16:creationId xmlns:a16="http://schemas.microsoft.com/office/drawing/2014/main" id="{C460023B-8E12-F84B-2C66-3ABAFB1E8E44}"/>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20" name="Freeform 19">
              <a:extLst>
                <a:ext uri="{FF2B5EF4-FFF2-40B4-BE49-F238E27FC236}">
                  <a16:creationId xmlns:a16="http://schemas.microsoft.com/office/drawing/2014/main" id="{DA8FCBB4-1FED-BCC3-6F92-F217561859B4}"/>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21" name="Freeform 20">
              <a:extLst>
                <a:ext uri="{FF2B5EF4-FFF2-40B4-BE49-F238E27FC236}">
                  <a16:creationId xmlns:a16="http://schemas.microsoft.com/office/drawing/2014/main" id="{7BB47196-B7A2-21AE-F203-E8DBC70339DE}"/>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sp>
        <p:nvSpPr>
          <p:cNvPr id="22" name="Content Placeholder 18">
            <a:extLst>
              <a:ext uri="{FF2B5EF4-FFF2-40B4-BE49-F238E27FC236}">
                <a16:creationId xmlns:a16="http://schemas.microsoft.com/office/drawing/2014/main" id="{02AF5BE2-C31C-F5D3-CF19-43EB5C4B70B7}"/>
              </a:ext>
            </a:extLst>
          </p:cNvPr>
          <p:cNvSpPr>
            <a:spLocks noGrp="1"/>
          </p:cNvSpPr>
          <p:nvPr>
            <p:ph sz="quarter" idx="11"/>
          </p:nvPr>
        </p:nvSpPr>
        <p:spPr>
          <a:xfrm>
            <a:off x="4267200" y="605028"/>
            <a:ext cx="7429498" cy="5561599"/>
          </a:xfrm>
        </p:spPr>
        <p:txBody>
          <a:bodyPr/>
          <a:lstStyle>
            <a:lvl1pPr>
              <a:defRPr sz="20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403283840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3 Content Slide 2">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356A15E-7F0C-056B-0C77-87EF603752ED}"/>
              </a:ext>
            </a:extLst>
          </p:cNvPr>
          <p:cNvSpPr/>
          <p:nvPr userDrawn="1"/>
        </p:nvSpPr>
        <p:spPr>
          <a:xfrm>
            <a:off x="0" y="6457950"/>
            <a:ext cx="5543550" cy="400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pic>
        <p:nvPicPr>
          <p:cNvPr id="23" name="Picture 22">
            <a:extLst>
              <a:ext uri="{FF2B5EF4-FFF2-40B4-BE49-F238E27FC236}">
                <a16:creationId xmlns:a16="http://schemas.microsoft.com/office/drawing/2014/main" id="{AE7106B7-09B2-5347-BFE3-6DBA172FE5F6}"/>
              </a:ext>
            </a:extLst>
          </p:cNvPr>
          <p:cNvPicPr>
            <a:picLocks noChangeAspect="1"/>
          </p:cNvPicPr>
          <p:nvPr userDrawn="1"/>
        </p:nvPicPr>
        <p:blipFill>
          <a:blip r:embed="rId2"/>
          <a:stretch>
            <a:fillRect/>
          </a:stretch>
        </p:blipFill>
        <p:spPr>
          <a:xfrm>
            <a:off x="-9834" y="0"/>
            <a:ext cx="3702050" cy="6858000"/>
          </a:xfrm>
          <a:prstGeom prst="rect">
            <a:avLst/>
          </a:prstGeom>
        </p:spPr>
      </p:pic>
      <p:sp>
        <p:nvSpPr>
          <p:cNvPr id="3" name="TextBox 2">
            <a:extLst>
              <a:ext uri="{FF2B5EF4-FFF2-40B4-BE49-F238E27FC236}">
                <a16:creationId xmlns:a16="http://schemas.microsoft.com/office/drawing/2014/main" id="{33F39891-E607-D810-0433-4C2419FE8987}"/>
              </a:ext>
            </a:extLst>
          </p:cNvPr>
          <p:cNvSpPr txBox="1"/>
          <p:nvPr userDrawn="1"/>
        </p:nvSpPr>
        <p:spPr>
          <a:xfrm>
            <a:off x="4267200" y="6562481"/>
            <a:ext cx="5293842" cy="107722"/>
          </a:xfrm>
          <a:prstGeom prst="rect">
            <a:avLst/>
          </a:prstGeom>
          <a:noFill/>
        </p:spPr>
        <p:txBody>
          <a:bodyPr wrap="square" lIns="0" tIns="0" rIns="0" bIns="0">
            <a:spAutoFit/>
          </a:bodyPr>
          <a:lstStyle/>
          <a:p>
            <a:r>
              <a:rPr lang="en-US" sz="700">
                <a:solidFill>
                  <a:schemeClr val="tx1">
                    <a:lumMod val="60000"/>
                    <a:lumOff val="40000"/>
                  </a:schemeClr>
                </a:solidFill>
              </a:rPr>
              <a:t>© 2026 Veeam Software. Confidential information. All rights reserved. All trademarks are the property of their respective owners. </a:t>
            </a:r>
          </a:p>
        </p:txBody>
      </p:sp>
      <p:sp>
        <p:nvSpPr>
          <p:cNvPr id="6" name="Title 1">
            <a:extLst>
              <a:ext uri="{FF2B5EF4-FFF2-40B4-BE49-F238E27FC236}">
                <a16:creationId xmlns:a16="http://schemas.microsoft.com/office/drawing/2014/main" id="{0C1672F3-D1B9-6BD6-5969-AD9180247952}"/>
              </a:ext>
            </a:extLst>
          </p:cNvPr>
          <p:cNvSpPr>
            <a:spLocks noGrp="1"/>
          </p:cNvSpPr>
          <p:nvPr>
            <p:ph type="title" hasCustomPrompt="1"/>
          </p:nvPr>
        </p:nvSpPr>
        <p:spPr>
          <a:xfrm>
            <a:off x="495301" y="1482196"/>
            <a:ext cx="2859087" cy="2134979"/>
          </a:xfrm>
        </p:spPr>
        <p:txBody>
          <a:bodyPr anchor="b">
            <a:noAutofit/>
          </a:bodyPr>
          <a:lstStyle>
            <a:lvl1pPr>
              <a:defRPr sz="3200" b="1">
                <a:solidFill>
                  <a:schemeClr val="bg1"/>
                </a:solidFill>
              </a:defRPr>
            </a:lvl1pPr>
          </a:lstStyle>
          <a:p>
            <a:r>
              <a:rPr lang="en-GB"/>
              <a:t>CLICK TO EDIT MASTER TITLE STYLE</a:t>
            </a:r>
            <a:endParaRPr lang="en-US"/>
          </a:p>
        </p:txBody>
      </p:sp>
      <p:sp>
        <p:nvSpPr>
          <p:cNvPr id="7" name="Subtitle 2">
            <a:extLst>
              <a:ext uri="{FF2B5EF4-FFF2-40B4-BE49-F238E27FC236}">
                <a16:creationId xmlns:a16="http://schemas.microsoft.com/office/drawing/2014/main" id="{BA563BAB-3B8D-C24A-AC1E-697D9D118315}"/>
              </a:ext>
            </a:extLst>
          </p:cNvPr>
          <p:cNvSpPr>
            <a:spLocks noGrp="1"/>
          </p:cNvSpPr>
          <p:nvPr>
            <p:ph type="subTitle" idx="1"/>
          </p:nvPr>
        </p:nvSpPr>
        <p:spPr>
          <a:xfrm>
            <a:off x="495302" y="3760520"/>
            <a:ext cx="2859086" cy="628841"/>
          </a:xfrm>
        </p:spPr>
        <p:txBody>
          <a:bodyPr/>
          <a:lstStyle>
            <a:lvl1pPr marL="0" indent="0" algn="l">
              <a:buNone/>
              <a:defRPr sz="20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13" name="Freeform 12">
            <a:extLst>
              <a:ext uri="{FF2B5EF4-FFF2-40B4-BE49-F238E27FC236}">
                <a16:creationId xmlns:a16="http://schemas.microsoft.com/office/drawing/2014/main" id="{3D005392-7810-A30F-AFBF-65A70B3D15BA}"/>
              </a:ext>
            </a:extLst>
          </p:cNvPr>
          <p:cNvSpPr/>
          <p:nvPr/>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14" name="Freeform 13">
            <a:extLst>
              <a:ext uri="{FF2B5EF4-FFF2-40B4-BE49-F238E27FC236}">
                <a16:creationId xmlns:a16="http://schemas.microsoft.com/office/drawing/2014/main" id="{C8CB1B56-8443-369A-A0ED-B145E2AF2759}"/>
              </a:ext>
            </a:extLst>
          </p:cNvPr>
          <p:cNvSpPr/>
          <p:nvPr/>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6" name="Graphic 8">
            <a:extLst>
              <a:ext uri="{FF2B5EF4-FFF2-40B4-BE49-F238E27FC236}">
                <a16:creationId xmlns:a16="http://schemas.microsoft.com/office/drawing/2014/main" id="{944EFDE5-A0A8-416A-6688-EEE9AE0089D1}"/>
              </a:ext>
            </a:extLst>
          </p:cNvPr>
          <p:cNvGrpSpPr/>
          <p:nvPr/>
        </p:nvGrpSpPr>
        <p:grpSpPr>
          <a:xfrm>
            <a:off x="11217977" y="6552879"/>
            <a:ext cx="432093" cy="77405"/>
            <a:chOff x="11217977" y="6552879"/>
            <a:chExt cx="432093" cy="77405"/>
          </a:xfrm>
          <a:solidFill>
            <a:srgbClr val="FFFFFF"/>
          </a:solidFill>
        </p:grpSpPr>
        <p:sp>
          <p:nvSpPr>
            <p:cNvPr id="17" name="Freeform 16">
              <a:extLst>
                <a:ext uri="{FF2B5EF4-FFF2-40B4-BE49-F238E27FC236}">
                  <a16:creationId xmlns:a16="http://schemas.microsoft.com/office/drawing/2014/main" id="{0C6E34C1-7EB5-0345-4CBA-7E44E3FB78F9}"/>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A95F6C2A-098A-1AD5-061F-9F531308E043}"/>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9" name="Freeform 18">
              <a:extLst>
                <a:ext uri="{FF2B5EF4-FFF2-40B4-BE49-F238E27FC236}">
                  <a16:creationId xmlns:a16="http://schemas.microsoft.com/office/drawing/2014/main" id="{C460023B-8E12-F84B-2C66-3ABAFB1E8E44}"/>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20" name="Freeform 19">
              <a:extLst>
                <a:ext uri="{FF2B5EF4-FFF2-40B4-BE49-F238E27FC236}">
                  <a16:creationId xmlns:a16="http://schemas.microsoft.com/office/drawing/2014/main" id="{DA8FCBB4-1FED-BCC3-6F92-F217561859B4}"/>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21" name="Freeform 20">
              <a:extLst>
                <a:ext uri="{FF2B5EF4-FFF2-40B4-BE49-F238E27FC236}">
                  <a16:creationId xmlns:a16="http://schemas.microsoft.com/office/drawing/2014/main" id="{7BB47196-B7A2-21AE-F203-E8DBC70339DE}"/>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sp>
        <p:nvSpPr>
          <p:cNvPr id="22" name="Content Placeholder 18">
            <a:extLst>
              <a:ext uri="{FF2B5EF4-FFF2-40B4-BE49-F238E27FC236}">
                <a16:creationId xmlns:a16="http://schemas.microsoft.com/office/drawing/2014/main" id="{02AF5BE2-C31C-F5D3-CF19-43EB5C4B70B7}"/>
              </a:ext>
            </a:extLst>
          </p:cNvPr>
          <p:cNvSpPr>
            <a:spLocks noGrp="1"/>
          </p:cNvSpPr>
          <p:nvPr>
            <p:ph sz="quarter" idx="11"/>
          </p:nvPr>
        </p:nvSpPr>
        <p:spPr>
          <a:xfrm>
            <a:off x="4267200" y="605028"/>
            <a:ext cx="7429498" cy="5561599"/>
          </a:xfrm>
        </p:spPr>
        <p:txBody>
          <a:bodyPr/>
          <a:lstStyle>
            <a:lvl1pPr>
              <a:defRPr sz="20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263339969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3 Content Slide 3">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356A15E-7F0C-056B-0C77-87EF603752ED}"/>
              </a:ext>
            </a:extLst>
          </p:cNvPr>
          <p:cNvSpPr/>
          <p:nvPr userDrawn="1"/>
        </p:nvSpPr>
        <p:spPr>
          <a:xfrm>
            <a:off x="0" y="6457950"/>
            <a:ext cx="5543550" cy="400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pic>
        <p:nvPicPr>
          <p:cNvPr id="4" name="Picture 3">
            <a:extLst>
              <a:ext uri="{FF2B5EF4-FFF2-40B4-BE49-F238E27FC236}">
                <a16:creationId xmlns:a16="http://schemas.microsoft.com/office/drawing/2014/main" id="{5EEC34C1-82B0-4481-6375-1F1F9BADC1D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flipV="1">
            <a:off x="-19663" y="-2"/>
            <a:ext cx="3702050" cy="6857999"/>
          </a:xfrm>
          <a:prstGeom prst="rect">
            <a:avLst/>
          </a:prstGeom>
        </p:spPr>
      </p:pic>
      <p:sp>
        <p:nvSpPr>
          <p:cNvPr id="3" name="TextBox 2">
            <a:extLst>
              <a:ext uri="{FF2B5EF4-FFF2-40B4-BE49-F238E27FC236}">
                <a16:creationId xmlns:a16="http://schemas.microsoft.com/office/drawing/2014/main" id="{33F39891-E607-D810-0433-4C2419FE8987}"/>
              </a:ext>
            </a:extLst>
          </p:cNvPr>
          <p:cNvSpPr txBox="1"/>
          <p:nvPr userDrawn="1"/>
        </p:nvSpPr>
        <p:spPr>
          <a:xfrm>
            <a:off x="4267200" y="6562481"/>
            <a:ext cx="5293842" cy="107722"/>
          </a:xfrm>
          <a:prstGeom prst="rect">
            <a:avLst/>
          </a:prstGeom>
          <a:noFill/>
        </p:spPr>
        <p:txBody>
          <a:bodyPr wrap="square" lIns="0" tIns="0" rIns="0" bIns="0">
            <a:spAutoFit/>
          </a:bodyPr>
          <a:lstStyle/>
          <a:p>
            <a:r>
              <a:rPr lang="en-US" sz="700">
                <a:solidFill>
                  <a:schemeClr val="tx1">
                    <a:lumMod val="60000"/>
                    <a:lumOff val="40000"/>
                  </a:schemeClr>
                </a:solidFill>
              </a:rPr>
              <a:t>© 2026 Veeam Software. Confidential information. All rights reserved. All trademarks are the property of their respective owners. </a:t>
            </a:r>
          </a:p>
        </p:txBody>
      </p:sp>
      <p:sp>
        <p:nvSpPr>
          <p:cNvPr id="6" name="Title 1">
            <a:extLst>
              <a:ext uri="{FF2B5EF4-FFF2-40B4-BE49-F238E27FC236}">
                <a16:creationId xmlns:a16="http://schemas.microsoft.com/office/drawing/2014/main" id="{0C1672F3-D1B9-6BD6-5969-AD9180247952}"/>
              </a:ext>
            </a:extLst>
          </p:cNvPr>
          <p:cNvSpPr>
            <a:spLocks noGrp="1"/>
          </p:cNvSpPr>
          <p:nvPr>
            <p:ph type="title" hasCustomPrompt="1"/>
          </p:nvPr>
        </p:nvSpPr>
        <p:spPr>
          <a:xfrm>
            <a:off x="495301" y="1482196"/>
            <a:ext cx="2859087" cy="2134979"/>
          </a:xfrm>
        </p:spPr>
        <p:txBody>
          <a:bodyPr anchor="b">
            <a:noAutofit/>
          </a:bodyPr>
          <a:lstStyle>
            <a:lvl1pPr>
              <a:defRPr sz="3200" b="1">
                <a:solidFill>
                  <a:schemeClr val="bg1"/>
                </a:solidFill>
              </a:defRPr>
            </a:lvl1pPr>
          </a:lstStyle>
          <a:p>
            <a:r>
              <a:rPr lang="en-GB"/>
              <a:t>CLICK TO EDIT MASTER TITLE STYLE</a:t>
            </a:r>
            <a:endParaRPr lang="en-US"/>
          </a:p>
        </p:txBody>
      </p:sp>
      <p:sp>
        <p:nvSpPr>
          <p:cNvPr id="7" name="Subtitle 2">
            <a:extLst>
              <a:ext uri="{FF2B5EF4-FFF2-40B4-BE49-F238E27FC236}">
                <a16:creationId xmlns:a16="http://schemas.microsoft.com/office/drawing/2014/main" id="{BA563BAB-3B8D-C24A-AC1E-697D9D118315}"/>
              </a:ext>
            </a:extLst>
          </p:cNvPr>
          <p:cNvSpPr>
            <a:spLocks noGrp="1"/>
          </p:cNvSpPr>
          <p:nvPr>
            <p:ph type="subTitle" idx="1"/>
          </p:nvPr>
        </p:nvSpPr>
        <p:spPr>
          <a:xfrm>
            <a:off x="495302" y="3760520"/>
            <a:ext cx="2859086" cy="628841"/>
          </a:xfrm>
        </p:spPr>
        <p:txBody>
          <a:bodyPr/>
          <a:lstStyle>
            <a:lvl1pPr marL="0" indent="0" algn="l">
              <a:buNone/>
              <a:defRPr sz="20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13" name="Freeform 12">
            <a:extLst>
              <a:ext uri="{FF2B5EF4-FFF2-40B4-BE49-F238E27FC236}">
                <a16:creationId xmlns:a16="http://schemas.microsoft.com/office/drawing/2014/main" id="{3D005392-7810-A30F-AFBF-65A70B3D15BA}"/>
              </a:ext>
            </a:extLst>
          </p:cNvPr>
          <p:cNvSpPr/>
          <p:nvPr/>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14" name="Freeform 13">
            <a:extLst>
              <a:ext uri="{FF2B5EF4-FFF2-40B4-BE49-F238E27FC236}">
                <a16:creationId xmlns:a16="http://schemas.microsoft.com/office/drawing/2014/main" id="{C8CB1B56-8443-369A-A0ED-B145E2AF2759}"/>
              </a:ext>
            </a:extLst>
          </p:cNvPr>
          <p:cNvSpPr/>
          <p:nvPr/>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6" name="Graphic 8">
            <a:extLst>
              <a:ext uri="{FF2B5EF4-FFF2-40B4-BE49-F238E27FC236}">
                <a16:creationId xmlns:a16="http://schemas.microsoft.com/office/drawing/2014/main" id="{944EFDE5-A0A8-416A-6688-EEE9AE0089D1}"/>
              </a:ext>
            </a:extLst>
          </p:cNvPr>
          <p:cNvGrpSpPr/>
          <p:nvPr/>
        </p:nvGrpSpPr>
        <p:grpSpPr>
          <a:xfrm>
            <a:off x="11217977" y="6552879"/>
            <a:ext cx="432093" cy="77405"/>
            <a:chOff x="11217977" y="6552879"/>
            <a:chExt cx="432093" cy="77405"/>
          </a:xfrm>
          <a:solidFill>
            <a:srgbClr val="FFFFFF"/>
          </a:solidFill>
        </p:grpSpPr>
        <p:sp>
          <p:nvSpPr>
            <p:cNvPr id="17" name="Freeform 16">
              <a:extLst>
                <a:ext uri="{FF2B5EF4-FFF2-40B4-BE49-F238E27FC236}">
                  <a16:creationId xmlns:a16="http://schemas.microsoft.com/office/drawing/2014/main" id="{0C6E34C1-7EB5-0345-4CBA-7E44E3FB78F9}"/>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A95F6C2A-098A-1AD5-061F-9F531308E043}"/>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9" name="Freeform 18">
              <a:extLst>
                <a:ext uri="{FF2B5EF4-FFF2-40B4-BE49-F238E27FC236}">
                  <a16:creationId xmlns:a16="http://schemas.microsoft.com/office/drawing/2014/main" id="{C460023B-8E12-F84B-2C66-3ABAFB1E8E44}"/>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20" name="Freeform 19">
              <a:extLst>
                <a:ext uri="{FF2B5EF4-FFF2-40B4-BE49-F238E27FC236}">
                  <a16:creationId xmlns:a16="http://schemas.microsoft.com/office/drawing/2014/main" id="{DA8FCBB4-1FED-BCC3-6F92-F217561859B4}"/>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21" name="Freeform 20">
              <a:extLst>
                <a:ext uri="{FF2B5EF4-FFF2-40B4-BE49-F238E27FC236}">
                  <a16:creationId xmlns:a16="http://schemas.microsoft.com/office/drawing/2014/main" id="{7BB47196-B7A2-21AE-F203-E8DBC70339DE}"/>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sp>
        <p:nvSpPr>
          <p:cNvPr id="22" name="Content Placeholder 18">
            <a:extLst>
              <a:ext uri="{FF2B5EF4-FFF2-40B4-BE49-F238E27FC236}">
                <a16:creationId xmlns:a16="http://schemas.microsoft.com/office/drawing/2014/main" id="{02AF5BE2-C31C-F5D3-CF19-43EB5C4B70B7}"/>
              </a:ext>
            </a:extLst>
          </p:cNvPr>
          <p:cNvSpPr>
            <a:spLocks noGrp="1"/>
          </p:cNvSpPr>
          <p:nvPr>
            <p:ph sz="quarter" idx="11"/>
          </p:nvPr>
        </p:nvSpPr>
        <p:spPr>
          <a:xfrm>
            <a:off x="4267200" y="605028"/>
            <a:ext cx="7429498" cy="5561599"/>
          </a:xfrm>
        </p:spPr>
        <p:txBody>
          <a:bodyPr/>
          <a:lstStyle>
            <a:lvl1pPr>
              <a:defRPr sz="20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294625492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ent Slide 6">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2F1AA25-A56E-1870-4426-67A41777814B}"/>
              </a:ext>
            </a:extLst>
          </p:cNvPr>
          <p:cNvSpPr>
            <a:spLocks noGrp="1"/>
          </p:cNvSpPr>
          <p:nvPr>
            <p:ph type="title" hasCustomPrompt="1"/>
          </p:nvPr>
        </p:nvSpPr>
        <p:spPr>
          <a:xfrm>
            <a:off x="493288" y="2208282"/>
            <a:ext cx="2861099" cy="1471461"/>
          </a:xfrm>
        </p:spPr>
        <p:txBody>
          <a:bodyPr anchor="ctr">
            <a:noAutofit/>
          </a:bodyPr>
          <a:lstStyle>
            <a:lvl1pPr>
              <a:defRPr sz="2800" b="1">
                <a:solidFill>
                  <a:srgbClr val="0E0D72"/>
                </a:solidFill>
              </a:defRPr>
            </a:lvl1pPr>
          </a:lstStyle>
          <a:p>
            <a:r>
              <a:rPr lang="en-US"/>
              <a:t>CLICK TO EDIT MASTER TITLE STYLE</a:t>
            </a:r>
          </a:p>
        </p:txBody>
      </p:sp>
      <p:sp>
        <p:nvSpPr>
          <p:cNvPr id="6" name="Subtitle 2">
            <a:extLst>
              <a:ext uri="{FF2B5EF4-FFF2-40B4-BE49-F238E27FC236}">
                <a16:creationId xmlns:a16="http://schemas.microsoft.com/office/drawing/2014/main" id="{07025648-4B33-8998-8112-0A1BEE0197B7}"/>
              </a:ext>
            </a:extLst>
          </p:cNvPr>
          <p:cNvSpPr>
            <a:spLocks noGrp="1"/>
          </p:cNvSpPr>
          <p:nvPr>
            <p:ph type="subTitle" idx="1"/>
          </p:nvPr>
        </p:nvSpPr>
        <p:spPr>
          <a:xfrm>
            <a:off x="493713" y="3808744"/>
            <a:ext cx="2860675" cy="628841"/>
          </a:xfrm>
        </p:spPr>
        <p:txBody>
          <a:bodyPr>
            <a:noAutofit/>
          </a:bodyPr>
          <a:lstStyle>
            <a:lvl1pPr marL="0" indent="0" algn="l">
              <a:buNone/>
              <a:defRPr sz="21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60673391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ontent Slide 7">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540269-BEBE-74F3-6029-2093729F6D6D}"/>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4" name="Title 1">
            <a:extLst>
              <a:ext uri="{FF2B5EF4-FFF2-40B4-BE49-F238E27FC236}">
                <a16:creationId xmlns:a16="http://schemas.microsoft.com/office/drawing/2014/main" id="{12F1AA25-A56E-1870-4426-67A41777814B}"/>
              </a:ext>
            </a:extLst>
          </p:cNvPr>
          <p:cNvSpPr>
            <a:spLocks noGrp="1"/>
          </p:cNvSpPr>
          <p:nvPr>
            <p:ph type="title" hasCustomPrompt="1"/>
          </p:nvPr>
        </p:nvSpPr>
        <p:spPr>
          <a:xfrm>
            <a:off x="493288" y="2208282"/>
            <a:ext cx="2861099" cy="1471461"/>
          </a:xfrm>
        </p:spPr>
        <p:txBody>
          <a:bodyPr anchor="ctr">
            <a:noAutofit/>
          </a:bodyPr>
          <a:lstStyle>
            <a:lvl1pPr>
              <a:defRPr sz="2800" b="1">
                <a:solidFill>
                  <a:srgbClr val="0E0D72"/>
                </a:solidFill>
              </a:defRPr>
            </a:lvl1pPr>
          </a:lstStyle>
          <a:p>
            <a:r>
              <a:rPr lang="en-US"/>
              <a:t>CLICK TO EDIT MASTER TITLE STYLE</a:t>
            </a:r>
          </a:p>
        </p:txBody>
      </p:sp>
      <p:sp>
        <p:nvSpPr>
          <p:cNvPr id="6" name="Subtitle 2">
            <a:extLst>
              <a:ext uri="{FF2B5EF4-FFF2-40B4-BE49-F238E27FC236}">
                <a16:creationId xmlns:a16="http://schemas.microsoft.com/office/drawing/2014/main" id="{07025648-4B33-8998-8112-0A1BEE0197B7}"/>
              </a:ext>
            </a:extLst>
          </p:cNvPr>
          <p:cNvSpPr>
            <a:spLocks noGrp="1"/>
          </p:cNvSpPr>
          <p:nvPr>
            <p:ph type="subTitle" idx="1"/>
          </p:nvPr>
        </p:nvSpPr>
        <p:spPr>
          <a:xfrm>
            <a:off x="493713" y="3808744"/>
            <a:ext cx="2860675" cy="628841"/>
          </a:xfrm>
        </p:spPr>
        <p:txBody>
          <a:bodyPr>
            <a:noAutofit/>
          </a:bodyPr>
          <a:lstStyle>
            <a:lvl1pPr marL="0" indent="0" algn="l">
              <a:buNone/>
              <a:defRPr sz="21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3" name="TextBox 2">
            <a:extLst>
              <a:ext uri="{FF2B5EF4-FFF2-40B4-BE49-F238E27FC236}">
                <a16:creationId xmlns:a16="http://schemas.microsoft.com/office/drawing/2014/main" id="{0DE28C73-8C23-44DC-22E9-B16C54149923}"/>
              </a:ext>
            </a:extLst>
          </p:cNvPr>
          <p:cNvSpPr txBox="1"/>
          <p:nvPr userDrawn="1"/>
        </p:nvSpPr>
        <p:spPr>
          <a:xfrm>
            <a:off x="493288" y="6562481"/>
            <a:ext cx="5029200" cy="107722"/>
          </a:xfrm>
          <a:prstGeom prst="rect">
            <a:avLst/>
          </a:prstGeom>
          <a:noFill/>
        </p:spPr>
        <p:txBody>
          <a:bodyPr wrap="square" lIns="0" tIns="0" rIns="0" bIns="0">
            <a:spAutoFit/>
          </a:bodyPr>
          <a:lstStyle/>
          <a:p>
            <a:r>
              <a:rPr lang="en-US" sz="700">
                <a:solidFill>
                  <a:schemeClr val="tx2"/>
                </a:solidFill>
              </a:rPr>
              <a:t>© 2026 Veeam Software. Confidential information. All rights reserved. All trademarks are the property of their respective owners. </a:t>
            </a:r>
          </a:p>
        </p:txBody>
      </p:sp>
      <p:grpSp>
        <p:nvGrpSpPr>
          <p:cNvPr id="5" name="Group 4">
            <a:extLst>
              <a:ext uri="{FF2B5EF4-FFF2-40B4-BE49-F238E27FC236}">
                <a16:creationId xmlns:a16="http://schemas.microsoft.com/office/drawing/2014/main" id="{70767731-8CF8-3752-4C17-1F362496ADEB}"/>
              </a:ext>
            </a:extLst>
          </p:cNvPr>
          <p:cNvGrpSpPr/>
          <p:nvPr userDrawn="1"/>
        </p:nvGrpSpPr>
        <p:grpSpPr>
          <a:xfrm>
            <a:off x="11180146" y="6513177"/>
            <a:ext cx="516913" cy="156999"/>
            <a:chOff x="11180146" y="6513177"/>
            <a:chExt cx="516913" cy="156999"/>
          </a:xfrm>
        </p:grpSpPr>
        <p:sp>
          <p:nvSpPr>
            <p:cNvPr id="7" name="Freeform 6">
              <a:extLst>
                <a:ext uri="{FF2B5EF4-FFF2-40B4-BE49-F238E27FC236}">
                  <a16:creationId xmlns:a16="http://schemas.microsoft.com/office/drawing/2014/main" id="{866017C9-AC87-55C4-1142-0AC6046138A7}"/>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8" name="Freeform 7">
              <a:extLst>
                <a:ext uri="{FF2B5EF4-FFF2-40B4-BE49-F238E27FC236}">
                  <a16:creationId xmlns:a16="http://schemas.microsoft.com/office/drawing/2014/main" id="{6414E32D-7B5C-8178-3AC0-CF8FFC179D53}"/>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9" name="Graphic 3">
              <a:extLst>
                <a:ext uri="{FF2B5EF4-FFF2-40B4-BE49-F238E27FC236}">
                  <a16:creationId xmlns:a16="http://schemas.microsoft.com/office/drawing/2014/main" id="{A563FC5E-CC05-C9FD-106E-62DE219C0B69}"/>
                </a:ext>
              </a:extLst>
            </p:cNvPr>
            <p:cNvGrpSpPr/>
            <p:nvPr userDrawn="1"/>
          </p:nvGrpSpPr>
          <p:grpSpPr>
            <a:xfrm>
              <a:off x="11217977" y="6552879"/>
              <a:ext cx="432093" cy="77405"/>
              <a:chOff x="11217977" y="6552879"/>
              <a:chExt cx="432093" cy="77405"/>
            </a:xfrm>
            <a:solidFill>
              <a:srgbClr val="FFFFFF"/>
            </a:solidFill>
          </p:grpSpPr>
          <p:sp>
            <p:nvSpPr>
              <p:cNvPr id="10" name="Freeform 9">
                <a:extLst>
                  <a:ext uri="{FF2B5EF4-FFF2-40B4-BE49-F238E27FC236}">
                    <a16:creationId xmlns:a16="http://schemas.microsoft.com/office/drawing/2014/main" id="{A502C670-1E6B-AAB3-4AFB-6386EA728DA9}"/>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11" name="Freeform 10">
                <a:extLst>
                  <a:ext uri="{FF2B5EF4-FFF2-40B4-BE49-F238E27FC236}">
                    <a16:creationId xmlns:a16="http://schemas.microsoft.com/office/drawing/2014/main" id="{50A4E02D-4874-1D7F-F97D-2753592F36B1}"/>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F2925578-6798-D60A-CB27-8531CB3CA6D2}"/>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13" name="Freeform 12">
                <a:extLst>
                  <a:ext uri="{FF2B5EF4-FFF2-40B4-BE49-F238E27FC236}">
                    <a16:creationId xmlns:a16="http://schemas.microsoft.com/office/drawing/2014/main" id="{BC5539AC-3F99-AC07-D0DE-FD9DEF58900C}"/>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4" name="Freeform 13">
                <a:extLst>
                  <a:ext uri="{FF2B5EF4-FFF2-40B4-BE49-F238E27FC236}">
                    <a16:creationId xmlns:a16="http://schemas.microsoft.com/office/drawing/2014/main" id="{FC531C50-BBE8-DB6B-C567-95FDA98559B3}"/>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grpSp>
    </p:spTree>
    <p:extLst>
      <p:ext uri="{BB962C8B-B14F-4D97-AF65-F5344CB8AC3E}">
        <p14:creationId xmlns:p14="http://schemas.microsoft.com/office/powerpoint/2010/main" val="303153065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tent Slide 4 Takeaways">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a:defRPr sz="2800" b="1">
                <a:solidFill>
                  <a:srgbClr val="0E0D72"/>
                </a:solidFill>
              </a:defRPr>
            </a:lvl1pPr>
          </a:lstStyle>
          <a:p>
            <a:r>
              <a:rPr lang="en-US"/>
              <a:t>KEY TAKEAWAYS</a:t>
            </a:r>
          </a:p>
        </p:txBody>
      </p:sp>
      <p:sp>
        <p:nvSpPr>
          <p:cNvPr id="5" name="Subtitle 2">
            <a:extLst>
              <a:ext uri="{FF2B5EF4-FFF2-40B4-BE49-F238E27FC236}">
                <a16:creationId xmlns:a16="http://schemas.microsoft.com/office/drawing/2014/main" id="{1ACA5E8C-63C8-8AD4-F044-CD266DE5C814}"/>
              </a:ext>
            </a:extLst>
          </p:cNvPr>
          <p:cNvSpPr>
            <a:spLocks noGrp="1"/>
          </p:cNvSpPr>
          <p:nvPr>
            <p:ph type="subTitle" idx="1"/>
          </p:nvPr>
        </p:nvSpPr>
        <p:spPr>
          <a:xfrm>
            <a:off x="502179" y="1032607"/>
            <a:ext cx="11194511" cy="338993"/>
          </a:xfrm>
        </p:spPr>
        <p:txBody>
          <a:bodyPr anchor="t"/>
          <a:lstStyle>
            <a:lvl1pPr marL="0" indent="0" algn="l">
              <a:buNone/>
              <a:defRPr sz="20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Picture Placeholder 24">
            <a:extLst>
              <a:ext uri="{FF2B5EF4-FFF2-40B4-BE49-F238E27FC236}">
                <a16:creationId xmlns:a16="http://schemas.microsoft.com/office/drawing/2014/main" id="{571F33A6-D68F-C5E7-F885-6E4F2B34F419}"/>
              </a:ext>
            </a:extLst>
          </p:cNvPr>
          <p:cNvSpPr>
            <a:spLocks noGrp="1"/>
          </p:cNvSpPr>
          <p:nvPr>
            <p:ph type="pic" sz="quarter" idx="18" hasCustomPrompt="1"/>
          </p:nvPr>
        </p:nvSpPr>
        <p:spPr>
          <a:xfrm>
            <a:off x="502179" y="1957262"/>
            <a:ext cx="898238" cy="876665"/>
          </a:xfrm>
        </p:spPr>
        <p:txBody>
          <a:bodyPr/>
          <a:lstStyle>
            <a:lvl1pPr>
              <a:defRPr sz="1200">
                <a:solidFill>
                  <a:schemeClr val="tx1"/>
                </a:solidFill>
              </a:defRPr>
            </a:lvl1pPr>
          </a:lstStyle>
          <a:p>
            <a:r>
              <a:rPr lang="en-RO"/>
              <a:t>Icon</a:t>
            </a:r>
          </a:p>
        </p:txBody>
      </p:sp>
      <p:sp>
        <p:nvSpPr>
          <p:cNvPr id="13" name="Picture Placeholder 24">
            <a:extLst>
              <a:ext uri="{FF2B5EF4-FFF2-40B4-BE49-F238E27FC236}">
                <a16:creationId xmlns:a16="http://schemas.microsoft.com/office/drawing/2014/main" id="{DF382570-E925-7A18-A470-9F11484234AF}"/>
              </a:ext>
            </a:extLst>
          </p:cNvPr>
          <p:cNvSpPr>
            <a:spLocks noGrp="1"/>
          </p:cNvSpPr>
          <p:nvPr>
            <p:ph type="pic" sz="quarter" idx="21" hasCustomPrompt="1"/>
          </p:nvPr>
        </p:nvSpPr>
        <p:spPr>
          <a:xfrm>
            <a:off x="3410271" y="1957262"/>
            <a:ext cx="898238" cy="876665"/>
          </a:xfrm>
        </p:spPr>
        <p:txBody>
          <a:bodyPr/>
          <a:lstStyle>
            <a:lvl1pPr>
              <a:defRPr sz="1200">
                <a:solidFill>
                  <a:schemeClr val="tx1"/>
                </a:solidFill>
              </a:defRPr>
            </a:lvl1pPr>
          </a:lstStyle>
          <a:p>
            <a:r>
              <a:rPr lang="en-RO"/>
              <a:t>Icon</a:t>
            </a:r>
          </a:p>
        </p:txBody>
      </p:sp>
      <p:sp>
        <p:nvSpPr>
          <p:cNvPr id="16" name="Picture Placeholder 24">
            <a:extLst>
              <a:ext uri="{FF2B5EF4-FFF2-40B4-BE49-F238E27FC236}">
                <a16:creationId xmlns:a16="http://schemas.microsoft.com/office/drawing/2014/main" id="{64A3D5DA-3D55-345B-75EE-1E13258DBA7E}"/>
              </a:ext>
            </a:extLst>
          </p:cNvPr>
          <p:cNvSpPr>
            <a:spLocks noGrp="1"/>
          </p:cNvSpPr>
          <p:nvPr>
            <p:ph type="pic" sz="quarter" idx="24" hasCustomPrompt="1"/>
          </p:nvPr>
        </p:nvSpPr>
        <p:spPr>
          <a:xfrm>
            <a:off x="6318363" y="1957262"/>
            <a:ext cx="898238" cy="876665"/>
          </a:xfrm>
        </p:spPr>
        <p:txBody>
          <a:bodyPr/>
          <a:lstStyle>
            <a:lvl1pPr>
              <a:defRPr sz="1200">
                <a:solidFill>
                  <a:schemeClr val="tx1"/>
                </a:solidFill>
              </a:defRPr>
            </a:lvl1pPr>
          </a:lstStyle>
          <a:p>
            <a:r>
              <a:rPr lang="en-RO"/>
              <a:t>Icon</a:t>
            </a:r>
          </a:p>
        </p:txBody>
      </p:sp>
      <p:sp>
        <p:nvSpPr>
          <p:cNvPr id="19" name="Picture Placeholder 24">
            <a:extLst>
              <a:ext uri="{FF2B5EF4-FFF2-40B4-BE49-F238E27FC236}">
                <a16:creationId xmlns:a16="http://schemas.microsoft.com/office/drawing/2014/main" id="{343301F9-088B-F58B-20FD-5ABE2CA30707}"/>
              </a:ext>
            </a:extLst>
          </p:cNvPr>
          <p:cNvSpPr>
            <a:spLocks noGrp="1"/>
          </p:cNvSpPr>
          <p:nvPr>
            <p:ph type="pic" sz="quarter" idx="27" hasCustomPrompt="1"/>
          </p:nvPr>
        </p:nvSpPr>
        <p:spPr>
          <a:xfrm>
            <a:off x="9226455" y="1957262"/>
            <a:ext cx="898238" cy="876665"/>
          </a:xfrm>
        </p:spPr>
        <p:txBody>
          <a:bodyPr/>
          <a:lstStyle>
            <a:lvl1pPr>
              <a:defRPr sz="1200">
                <a:solidFill>
                  <a:schemeClr val="tx1"/>
                </a:solidFill>
              </a:defRPr>
            </a:lvl1pPr>
          </a:lstStyle>
          <a:p>
            <a:r>
              <a:rPr lang="en-RO"/>
              <a:t>Icon</a:t>
            </a:r>
          </a:p>
        </p:txBody>
      </p:sp>
      <p:sp>
        <p:nvSpPr>
          <p:cNvPr id="7" name="Text Placeholder 10">
            <a:extLst>
              <a:ext uri="{FF2B5EF4-FFF2-40B4-BE49-F238E27FC236}">
                <a16:creationId xmlns:a16="http://schemas.microsoft.com/office/drawing/2014/main" id="{6EA052B6-D09B-4FD1-6657-D6DCD65DCA78}"/>
              </a:ext>
            </a:extLst>
          </p:cNvPr>
          <p:cNvSpPr>
            <a:spLocks noGrp="1"/>
          </p:cNvSpPr>
          <p:nvPr>
            <p:ph type="body" sz="quarter" idx="29" hasCustomPrompt="1"/>
          </p:nvPr>
        </p:nvSpPr>
        <p:spPr>
          <a:xfrm>
            <a:off x="502179" y="3018754"/>
            <a:ext cx="2511287" cy="422666"/>
          </a:xfrm>
        </p:spPr>
        <p:txBody>
          <a:bodyPr anchor="b"/>
          <a:lstStyle>
            <a:lvl1pPr>
              <a:defRPr sz="2400">
                <a:solidFill>
                  <a:srgbClr val="0E0D72"/>
                </a:solidFill>
              </a:defRPr>
            </a:lvl1pPr>
            <a:lvl7pPr>
              <a:defRPr sz="1800" b="1">
                <a:solidFill>
                  <a:srgbClr val="0E0D72"/>
                </a:solidFill>
              </a:defRPr>
            </a:lvl7pPr>
          </a:lstStyle>
          <a:p>
            <a:pPr lvl="6"/>
            <a:r>
              <a:rPr lang="en-US"/>
              <a:t>TAKEAWAY 1</a:t>
            </a:r>
          </a:p>
        </p:txBody>
      </p:sp>
      <p:sp>
        <p:nvSpPr>
          <p:cNvPr id="8" name="Text Placeholder 13">
            <a:extLst>
              <a:ext uri="{FF2B5EF4-FFF2-40B4-BE49-F238E27FC236}">
                <a16:creationId xmlns:a16="http://schemas.microsoft.com/office/drawing/2014/main" id="{173A3C21-6BD8-1DF7-3377-40227D120933}"/>
              </a:ext>
            </a:extLst>
          </p:cNvPr>
          <p:cNvSpPr>
            <a:spLocks noGrp="1"/>
          </p:cNvSpPr>
          <p:nvPr>
            <p:ph type="body" sz="quarter" idx="30" hasCustomPrompt="1"/>
          </p:nvPr>
        </p:nvSpPr>
        <p:spPr>
          <a:xfrm>
            <a:off x="502179" y="3573886"/>
            <a:ext cx="2511287" cy="2211567"/>
          </a:xfrm>
        </p:spPr>
        <p:txBody>
          <a:bodyPr/>
          <a:lstStyle>
            <a:lvl1pPr>
              <a:defRPr sz="1800"/>
            </a:lvl1pPr>
            <a:lvl7pPr>
              <a:defRPr sz="1600"/>
            </a:lvl7pPr>
          </a:lstStyle>
          <a:p>
            <a:pPr lvl="6"/>
            <a:r>
              <a:rPr lang="en-US"/>
              <a:t>Takeaway description</a:t>
            </a:r>
          </a:p>
        </p:txBody>
      </p:sp>
      <p:sp>
        <p:nvSpPr>
          <p:cNvPr id="21" name="Text Placeholder 10">
            <a:extLst>
              <a:ext uri="{FF2B5EF4-FFF2-40B4-BE49-F238E27FC236}">
                <a16:creationId xmlns:a16="http://schemas.microsoft.com/office/drawing/2014/main" id="{C9B843E4-588F-3AB7-A5A8-8731D5BBDAAC}"/>
              </a:ext>
            </a:extLst>
          </p:cNvPr>
          <p:cNvSpPr>
            <a:spLocks noGrp="1"/>
          </p:cNvSpPr>
          <p:nvPr>
            <p:ph type="body" sz="quarter" idx="31" hasCustomPrompt="1"/>
          </p:nvPr>
        </p:nvSpPr>
        <p:spPr>
          <a:xfrm>
            <a:off x="3385079" y="3018754"/>
            <a:ext cx="2511287" cy="422666"/>
          </a:xfrm>
        </p:spPr>
        <p:txBody>
          <a:bodyPr anchor="b"/>
          <a:lstStyle>
            <a:lvl1pPr>
              <a:defRPr sz="2400">
                <a:solidFill>
                  <a:srgbClr val="0E0D72"/>
                </a:solidFill>
              </a:defRPr>
            </a:lvl1pPr>
            <a:lvl7pPr>
              <a:defRPr sz="1800" b="1">
                <a:solidFill>
                  <a:srgbClr val="0E0D72"/>
                </a:solidFill>
              </a:defRPr>
            </a:lvl7pPr>
          </a:lstStyle>
          <a:p>
            <a:pPr lvl="6"/>
            <a:r>
              <a:rPr lang="en-US"/>
              <a:t>TAKEAWAY 1</a:t>
            </a:r>
          </a:p>
        </p:txBody>
      </p:sp>
      <p:sp>
        <p:nvSpPr>
          <p:cNvPr id="22" name="Text Placeholder 13">
            <a:extLst>
              <a:ext uri="{FF2B5EF4-FFF2-40B4-BE49-F238E27FC236}">
                <a16:creationId xmlns:a16="http://schemas.microsoft.com/office/drawing/2014/main" id="{AAA5011E-AD2C-BC1E-A377-3D0D582B0D45}"/>
              </a:ext>
            </a:extLst>
          </p:cNvPr>
          <p:cNvSpPr>
            <a:spLocks noGrp="1"/>
          </p:cNvSpPr>
          <p:nvPr>
            <p:ph type="body" sz="quarter" idx="32" hasCustomPrompt="1"/>
          </p:nvPr>
        </p:nvSpPr>
        <p:spPr>
          <a:xfrm>
            <a:off x="3385079" y="3573886"/>
            <a:ext cx="2511287" cy="2211567"/>
          </a:xfrm>
        </p:spPr>
        <p:txBody>
          <a:bodyPr/>
          <a:lstStyle>
            <a:lvl1pPr>
              <a:defRPr sz="1800"/>
            </a:lvl1pPr>
            <a:lvl7pPr>
              <a:defRPr sz="1600"/>
            </a:lvl7pPr>
          </a:lstStyle>
          <a:p>
            <a:pPr lvl="6"/>
            <a:r>
              <a:rPr lang="en-US"/>
              <a:t>Takeaway description</a:t>
            </a:r>
          </a:p>
        </p:txBody>
      </p:sp>
      <p:sp>
        <p:nvSpPr>
          <p:cNvPr id="23" name="Text Placeholder 10">
            <a:extLst>
              <a:ext uri="{FF2B5EF4-FFF2-40B4-BE49-F238E27FC236}">
                <a16:creationId xmlns:a16="http://schemas.microsoft.com/office/drawing/2014/main" id="{C6D127C4-840D-0C8D-4B29-C6AC9592D80D}"/>
              </a:ext>
            </a:extLst>
          </p:cNvPr>
          <p:cNvSpPr>
            <a:spLocks noGrp="1"/>
          </p:cNvSpPr>
          <p:nvPr>
            <p:ph type="body" sz="quarter" idx="33" hasCustomPrompt="1"/>
          </p:nvPr>
        </p:nvSpPr>
        <p:spPr>
          <a:xfrm>
            <a:off x="6293379" y="3018754"/>
            <a:ext cx="2511287" cy="422666"/>
          </a:xfrm>
        </p:spPr>
        <p:txBody>
          <a:bodyPr anchor="b"/>
          <a:lstStyle>
            <a:lvl1pPr>
              <a:defRPr sz="2400">
                <a:solidFill>
                  <a:srgbClr val="0E0D72"/>
                </a:solidFill>
              </a:defRPr>
            </a:lvl1pPr>
            <a:lvl7pPr>
              <a:defRPr sz="1800" b="1">
                <a:solidFill>
                  <a:srgbClr val="0E0D72"/>
                </a:solidFill>
              </a:defRPr>
            </a:lvl7pPr>
          </a:lstStyle>
          <a:p>
            <a:pPr lvl="6"/>
            <a:r>
              <a:rPr lang="en-US"/>
              <a:t>TAKEAWAY 1</a:t>
            </a:r>
          </a:p>
        </p:txBody>
      </p:sp>
      <p:sp>
        <p:nvSpPr>
          <p:cNvPr id="24" name="Text Placeholder 13">
            <a:extLst>
              <a:ext uri="{FF2B5EF4-FFF2-40B4-BE49-F238E27FC236}">
                <a16:creationId xmlns:a16="http://schemas.microsoft.com/office/drawing/2014/main" id="{0AFDA6CE-A596-2474-3D69-E4285BD30B78}"/>
              </a:ext>
            </a:extLst>
          </p:cNvPr>
          <p:cNvSpPr>
            <a:spLocks noGrp="1"/>
          </p:cNvSpPr>
          <p:nvPr>
            <p:ph type="body" sz="quarter" idx="34" hasCustomPrompt="1"/>
          </p:nvPr>
        </p:nvSpPr>
        <p:spPr>
          <a:xfrm>
            <a:off x="6293379" y="3573886"/>
            <a:ext cx="2511287" cy="2211567"/>
          </a:xfrm>
        </p:spPr>
        <p:txBody>
          <a:bodyPr/>
          <a:lstStyle>
            <a:lvl1pPr>
              <a:defRPr sz="1800"/>
            </a:lvl1pPr>
            <a:lvl7pPr>
              <a:defRPr sz="1600"/>
            </a:lvl7pPr>
          </a:lstStyle>
          <a:p>
            <a:pPr lvl="6"/>
            <a:r>
              <a:rPr lang="en-US"/>
              <a:t>Takeaway description</a:t>
            </a:r>
          </a:p>
        </p:txBody>
      </p:sp>
      <p:sp>
        <p:nvSpPr>
          <p:cNvPr id="25" name="Text Placeholder 10">
            <a:extLst>
              <a:ext uri="{FF2B5EF4-FFF2-40B4-BE49-F238E27FC236}">
                <a16:creationId xmlns:a16="http://schemas.microsoft.com/office/drawing/2014/main" id="{67BF228D-74E9-A8B4-53BF-68479E04F069}"/>
              </a:ext>
            </a:extLst>
          </p:cNvPr>
          <p:cNvSpPr>
            <a:spLocks noGrp="1"/>
          </p:cNvSpPr>
          <p:nvPr>
            <p:ph type="body" sz="quarter" idx="35" hasCustomPrompt="1"/>
          </p:nvPr>
        </p:nvSpPr>
        <p:spPr>
          <a:xfrm>
            <a:off x="9201679" y="3018754"/>
            <a:ext cx="2511287" cy="422666"/>
          </a:xfrm>
        </p:spPr>
        <p:txBody>
          <a:bodyPr anchor="b"/>
          <a:lstStyle>
            <a:lvl1pPr>
              <a:defRPr sz="2400">
                <a:solidFill>
                  <a:srgbClr val="0E0D72"/>
                </a:solidFill>
              </a:defRPr>
            </a:lvl1pPr>
            <a:lvl7pPr>
              <a:defRPr sz="1800" b="1">
                <a:solidFill>
                  <a:srgbClr val="0E0D72"/>
                </a:solidFill>
              </a:defRPr>
            </a:lvl7pPr>
          </a:lstStyle>
          <a:p>
            <a:pPr lvl="6"/>
            <a:r>
              <a:rPr lang="en-US"/>
              <a:t>TAKEAWAY 1</a:t>
            </a:r>
          </a:p>
        </p:txBody>
      </p:sp>
      <p:sp>
        <p:nvSpPr>
          <p:cNvPr id="26" name="Text Placeholder 13">
            <a:extLst>
              <a:ext uri="{FF2B5EF4-FFF2-40B4-BE49-F238E27FC236}">
                <a16:creationId xmlns:a16="http://schemas.microsoft.com/office/drawing/2014/main" id="{94C50677-977B-1E75-DA6D-76793756758C}"/>
              </a:ext>
            </a:extLst>
          </p:cNvPr>
          <p:cNvSpPr>
            <a:spLocks noGrp="1"/>
          </p:cNvSpPr>
          <p:nvPr>
            <p:ph type="body" sz="quarter" idx="36" hasCustomPrompt="1"/>
          </p:nvPr>
        </p:nvSpPr>
        <p:spPr>
          <a:xfrm>
            <a:off x="9201679" y="3573886"/>
            <a:ext cx="2511287" cy="2211567"/>
          </a:xfrm>
        </p:spPr>
        <p:txBody>
          <a:bodyPr/>
          <a:lstStyle>
            <a:lvl1pPr>
              <a:defRPr sz="1800"/>
            </a:lvl1pPr>
            <a:lvl7pPr>
              <a:defRPr sz="1600"/>
            </a:lvl7pPr>
          </a:lstStyle>
          <a:p>
            <a:pPr lvl="6"/>
            <a:r>
              <a:rPr lang="en-US"/>
              <a:t>Takeaway description</a:t>
            </a:r>
          </a:p>
        </p:txBody>
      </p:sp>
    </p:spTree>
    <p:extLst>
      <p:ext uri="{BB962C8B-B14F-4D97-AF65-F5344CB8AC3E}">
        <p14:creationId xmlns:p14="http://schemas.microsoft.com/office/powerpoint/2010/main" val="64782198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ent Slide Product Comparison">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algn="ctr">
              <a:defRPr sz="2800" b="1">
                <a:solidFill>
                  <a:srgbClr val="0E0D72"/>
                </a:solidFill>
              </a:defRPr>
            </a:lvl1pPr>
          </a:lstStyle>
          <a:p>
            <a:r>
              <a:rPr lang="en-US"/>
              <a:t>PRODUCT COMPARISON</a:t>
            </a:r>
          </a:p>
        </p:txBody>
      </p:sp>
      <p:sp>
        <p:nvSpPr>
          <p:cNvPr id="2" name="Picture Placeholder 24">
            <a:extLst>
              <a:ext uri="{FF2B5EF4-FFF2-40B4-BE49-F238E27FC236}">
                <a16:creationId xmlns:a16="http://schemas.microsoft.com/office/drawing/2014/main" id="{2BB082FF-4377-06D9-EC83-760F68B8D460}"/>
              </a:ext>
            </a:extLst>
          </p:cNvPr>
          <p:cNvSpPr>
            <a:spLocks noGrp="1"/>
          </p:cNvSpPr>
          <p:nvPr>
            <p:ph type="pic" sz="quarter" idx="18" hasCustomPrompt="1"/>
          </p:nvPr>
        </p:nvSpPr>
        <p:spPr>
          <a:xfrm>
            <a:off x="5646881" y="1762390"/>
            <a:ext cx="898238" cy="876665"/>
          </a:xfrm>
        </p:spPr>
        <p:txBody>
          <a:bodyPr/>
          <a:lstStyle>
            <a:lvl1pPr>
              <a:defRPr sz="1200">
                <a:solidFill>
                  <a:schemeClr val="tx1"/>
                </a:solidFill>
              </a:defRPr>
            </a:lvl1pPr>
          </a:lstStyle>
          <a:p>
            <a:r>
              <a:rPr lang="en-RO"/>
              <a:t>Icon</a:t>
            </a:r>
          </a:p>
        </p:txBody>
      </p:sp>
      <p:sp>
        <p:nvSpPr>
          <p:cNvPr id="9" name="Picture Placeholder 24">
            <a:extLst>
              <a:ext uri="{FF2B5EF4-FFF2-40B4-BE49-F238E27FC236}">
                <a16:creationId xmlns:a16="http://schemas.microsoft.com/office/drawing/2014/main" id="{60606F5B-E894-55AA-ED9A-11AC99FD1E2C}"/>
              </a:ext>
            </a:extLst>
          </p:cNvPr>
          <p:cNvSpPr>
            <a:spLocks noGrp="1"/>
          </p:cNvSpPr>
          <p:nvPr>
            <p:ph type="pic" sz="quarter" idx="20" hasCustomPrompt="1"/>
          </p:nvPr>
        </p:nvSpPr>
        <p:spPr>
          <a:xfrm>
            <a:off x="5646881" y="2923925"/>
            <a:ext cx="898238" cy="876665"/>
          </a:xfrm>
        </p:spPr>
        <p:txBody>
          <a:bodyPr/>
          <a:lstStyle>
            <a:lvl1pPr>
              <a:defRPr sz="1200">
                <a:solidFill>
                  <a:schemeClr val="tx1"/>
                </a:solidFill>
              </a:defRPr>
            </a:lvl1pPr>
          </a:lstStyle>
          <a:p>
            <a:r>
              <a:rPr lang="en-RO"/>
              <a:t>Icon</a:t>
            </a:r>
          </a:p>
        </p:txBody>
      </p:sp>
      <p:sp>
        <p:nvSpPr>
          <p:cNvPr id="15" name="Picture Placeholder 24">
            <a:extLst>
              <a:ext uri="{FF2B5EF4-FFF2-40B4-BE49-F238E27FC236}">
                <a16:creationId xmlns:a16="http://schemas.microsoft.com/office/drawing/2014/main" id="{9843EEC0-81DB-14B6-3D42-A728BCE7E591}"/>
              </a:ext>
            </a:extLst>
          </p:cNvPr>
          <p:cNvSpPr>
            <a:spLocks noGrp="1"/>
          </p:cNvSpPr>
          <p:nvPr>
            <p:ph type="pic" sz="quarter" idx="23" hasCustomPrompt="1"/>
          </p:nvPr>
        </p:nvSpPr>
        <p:spPr>
          <a:xfrm>
            <a:off x="5646881" y="4085460"/>
            <a:ext cx="898238" cy="876665"/>
          </a:xfrm>
        </p:spPr>
        <p:txBody>
          <a:bodyPr/>
          <a:lstStyle>
            <a:lvl1pPr>
              <a:defRPr sz="1200">
                <a:solidFill>
                  <a:schemeClr val="tx1"/>
                </a:solidFill>
              </a:defRPr>
            </a:lvl1pPr>
          </a:lstStyle>
          <a:p>
            <a:r>
              <a:rPr lang="en-RO"/>
              <a:t>Icon</a:t>
            </a:r>
          </a:p>
        </p:txBody>
      </p:sp>
      <p:sp>
        <p:nvSpPr>
          <p:cNvPr id="18" name="Picture Placeholder 24">
            <a:extLst>
              <a:ext uri="{FF2B5EF4-FFF2-40B4-BE49-F238E27FC236}">
                <a16:creationId xmlns:a16="http://schemas.microsoft.com/office/drawing/2014/main" id="{34A79F4D-258E-1291-DA9D-83A2D2097864}"/>
              </a:ext>
            </a:extLst>
          </p:cNvPr>
          <p:cNvSpPr>
            <a:spLocks noGrp="1"/>
          </p:cNvSpPr>
          <p:nvPr>
            <p:ph type="pic" sz="quarter" idx="26" hasCustomPrompt="1"/>
          </p:nvPr>
        </p:nvSpPr>
        <p:spPr>
          <a:xfrm>
            <a:off x="5646881" y="5259352"/>
            <a:ext cx="898238" cy="876665"/>
          </a:xfrm>
        </p:spPr>
        <p:txBody>
          <a:bodyPr/>
          <a:lstStyle>
            <a:lvl1pPr>
              <a:defRPr sz="1200">
                <a:solidFill>
                  <a:schemeClr val="tx1"/>
                </a:solidFill>
              </a:defRPr>
            </a:lvl1pPr>
          </a:lstStyle>
          <a:p>
            <a:r>
              <a:rPr lang="en-RO"/>
              <a:t>Icon</a:t>
            </a:r>
          </a:p>
        </p:txBody>
      </p:sp>
      <p:sp>
        <p:nvSpPr>
          <p:cNvPr id="35" name="Text Placeholder 20">
            <a:extLst>
              <a:ext uri="{FF2B5EF4-FFF2-40B4-BE49-F238E27FC236}">
                <a16:creationId xmlns:a16="http://schemas.microsoft.com/office/drawing/2014/main" id="{19D2C5AF-AFF0-7B5D-2E85-97472ACB2DEF}"/>
              </a:ext>
            </a:extLst>
          </p:cNvPr>
          <p:cNvSpPr>
            <a:spLocks noGrp="1"/>
          </p:cNvSpPr>
          <p:nvPr>
            <p:ph type="body" sz="quarter" idx="39" hasCustomPrompt="1"/>
          </p:nvPr>
        </p:nvSpPr>
        <p:spPr>
          <a:xfrm>
            <a:off x="2158315" y="1267198"/>
            <a:ext cx="3192848" cy="321533"/>
          </a:xfrm>
        </p:spPr>
        <p:txBody>
          <a:bodyPr rIns="108000" anchor="ctr"/>
          <a:lstStyle>
            <a:lvl1pPr algn="r">
              <a:defRPr sz="1600" b="1"/>
            </a:lvl1pPr>
          </a:lstStyle>
          <a:p>
            <a:pPr lvl="0"/>
            <a:r>
              <a:rPr lang="en-GB"/>
              <a:t>Product A</a:t>
            </a:r>
          </a:p>
        </p:txBody>
      </p:sp>
      <p:sp>
        <p:nvSpPr>
          <p:cNvPr id="36" name="Text Placeholder 20">
            <a:extLst>
              <a:ext uri="{FF2B5EF4-FFF2-40B4-BE49-F238E27FC236}">
                <a16:creationId xmlns:a16="http://schemas.microsoft.com/office/drawing/2014/main" id="{10B58923-F0FF-8BBF-E5CB-CC80251799B5}"/>
              </a:ext>
            </a:extLst>
          </p:cNvPr>
          <p:cNvSpPr>
            <a:spLocks noGrp="1"/>
          </p:cNvSpPr>
          <p:nvPr>
            <p:ph type="body" sz="quarter" idx="40" hasCustomPrompt="1"/>
          </p:nvPr>
        </p:nvSpPr>
        <p:spPr>
          <a:xfrm>
            <a:off x="6743015" y="1267198"/>
            <a:ext cx="3192848" cy="321533"/>
          </a:xfrm>
        </p:spPr>
        <p:txBody>
          <a:bodyPr lIns="108000" rIns="108000" anchor="ctr"/>
          <a:lstStyle>
            <a:lvl1pPr algn="l">
              <a:defRPr sz="1600" b="1"/>
            </a:lvl1pPr>
          </a:lstStyle>
          <a:p>
            <a:pPr lvl="0"/>
            <a:r>
              <a:rPr lang="en-GB"/>
              <a:t>Product A</a:t>
            </a:r>
          </a:p>
        </p:txBody>
      </p:sp>
      <p:sp>
        <p:nvSpPr>
          <p:cNvPr id="38" name="Text Placeholder 37">
            <a:extLst>
              <a:ext uri="{FF2B5EF4-FFF2-40B4-BE49-F238E27FC236}">
                <a16:creationId xmlns:a16="http://schemas.microsoft.com/office/drawing/2014/main" id="{BDC4C3E2-0CF1-8036-37A2-7BB918616E73}"/>
              </a:ext>
            </a:extLst>
          </p:cNvPr>
          <p:cNvSpPr>
            <a:spLocks noGrp="1"/>
          </p:cNvSpPr>
          <p:nvPr>
            <p:ph type="body" sz="quarter" idx="41" hasCustomPrompt="1"/>
          </p:nvPr>
        </p:nvSpPr>
        <p:spPr>
          <a:xfrm>
            <a:off x="2158315" y="17623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0" rIns="108000" anchor="ctr"/>
          <a:lstStyle>
            <a:lvl1pPr algn="r">
              <a:defRPr sz="1600" b="1">
                <a:solidFill>
                  <a:srgbClr val="0E0D72"/>
                </a:solidFill>
              </a:defRPr>
            </a:lvl1pPr>
          </a:lstStyle>
          <a:p>
            <a:pPr lvl="0"/>
            <a:r>
              <a:rPr lang="en-GB"/>
              <a:t>FEATURE 1</a:t>
            </a:r>
          </a:p>
        </p:txBody>
      </p:sp>
      <p:sp>
        <p:nvSpPr>
          <p:cNvPr id="41" name="Text Placeholder 37">
            <a:extLst>
              <a:ext uri="{FF2B5EF4-FFF2-40B4-BE49-F238E27FC236}">
                <a16:creationId xmlns:a16="http://schemas.microsoft.com/office/drawing/2014/main" id="{F84B41C4-139A-4BE6-00B9-902F07962170}"/>
              </a:ext>
            </a:extLst>
          </p:cNvPr>
          <p:cNvSpPr>
            <a:spLocks noGrp="1"/>
          </p:cNvSpPr>
          <p:nvPr>
            <p:ph type="body" sz="quarter" idx="43" hasCustomPrompt="1"/>
          </p:nvPr>
        </p:nvSpPr>
        <p:spPr>
          <a:xfrm>
            <a:off x="2158315" y="29180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0" rIns="108000" anchor="ctr"/>
          <a:lstStyle>
            <a:lvl1pPr algn="r">
              <a:defRPr sz="1600" b="1">
                <a:solidFill>
                  <a:srgbClr val="0E0D72"/>
                </a:solidFill>
              </a:defRPr>
            </a:lvl1pPr>
          </a:lstStyle>
          <a:p>
            <a:pPr lvl="0"/>
            <a:r>
              <a:rPr lang="en-GB"/>
              <a:t>FEATURE 2</a:t>
            </a:r>
          </a:p>
        </p:txBody>
      </p:sp>
      <p:sp>
        <p:nvSpPr>
          <p:cNvPr id="43" name="Text Placeholder 37">
            <a:extLst>
              <a:ext uri="{FF2B5EF4-FFF2-40B4-BE49-F238E27FC236}">
                <a16:creationId xmlns:a16="http://schemas.microsoft.com/office/drawing/2014/main" id="{98A70CD3-37AE-F3F7-31F7-6E4860EA5E6E}"/>
              </a:ext>
            </a:extLst>
          </p:cNvPr>
          <p:cNvSpPr>
            <a:spLocks noGrp="1"/>
          </p:cNvSpPr>
          <p:nvPr>
            <p:ph type="body" sz="quarter" idx="45" hasCustomPrompt="1"/>
          </p:nvPr>
        </p:nvSpPr>
        <p:spPr>
          <a:xfrm>
            <a:off x="2158315" y="40864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0" rIns="108000" anchor="ctr"/>
          <a:lstStyle>
            <a:lvl1pPr algn="r">
              <a:defRPr sz="1600" b="1">
                <a:solidFill>
                  <a:srgbClr val="0E0D72"/>
                </a:solidFill>
              </a:defRPr>
            </a:lvl1pPr>
          </a:lstStyle>
          <a:p>
            <a:pPr lvl="0"/>
            <a:r>
              <a:rPr lang="en-GB"/>
              <a:t>FEATURE 3</a:t>
            </a:r>
          </a:p>
        </p:txBody>
      </p:sp>
      <p:sp>
        <p:nvSpPr>
          <p:cNvPr id="45" name="Text Placeholder 37">
            <a:extLst>
              <a:ext uri="{FF2B5EF4-FFF2-40B4-BE49-F238E27FC236}">
                <a16:creationId xmlns:a16="http://schemas.microsoft.com/office/drawing/2014/main" id="{77965202-D986-452D-FF2C-E7F5F4978ABB}"/>
              </a:ext>
            </a:extLst>
          </p:cNvPr>
          <p:cNvSpPr>
            <a:spLocks noGrp="1"/>
          </p:cNvSpPr>
          <p:nvPr>
            <p:ph type="body" sz="quarter" idx="47" hasCustomPrompt="1"/>
          </p:nvPr>
        </p:nvSpPr>
        <p:spPr>
          <a:xfrm>
            <a:off x="2158315" y="52548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0" rIns="108000" anchor="ctr"/>
          <a:lstStyle>
            <a:lvl1pPr algn="r">
              <a:defRPr sz="1600" b="1">
                <a:solidFill>
                  <a:srgbClr val="0E0D72"/>
                </a:solidFill>
              </a:defRPr>
            </a:lvl1pPr>
          </a:lstStyle>
          <a:p>
            <a:pPr lvl="0"/>
            <a:r>
              <a:rPr lang="en-GB"/>
              <a:t>FEATURE 4</a:t>
            </a:r>
          </a:p>
        </p:txBody>
      </p:sp>
      <p:sp>
        <p:nvSpPr>
          <p:cNvPr id="47" name="Text Placeholder 37">
            <a:extLst>
              <a:ext uri="{FF2B5EF4-FFF2-40B4-BE49-F238E27FC236}">
                <a16:creationId xmlns:a16="http://schemas.microsoft.com/office/drawing/2014/main" id="{DF08FF09-E780-7BC1-888A-5319BB20EDA2}"/>
              </a:ext>
            </a:extLst>
          </p:cNvPr>
          <p:cNvSpPr>
            <a:spLocks noGrp="1"/>
          </p:cNvSpPr>
          <p:nvPr>
            <p:ph type="body" sz="quarter" idx="49" hasCustomPrompt="1"/>
          </p:nvPr>
        </p:nvSpPr>
        <p:spPr>
          <a:xfrm>
            <a:off x="6743015" y="17623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l">
              <a:defRPr sz="1600" b="1">
                <a:solidFill>
                  <a:srgbClr val="0E0D72"/>
                </a:solidFill>
              </a:defRPr>
            </a:lvl1pPr>
          </a:lstStyle>
          <a:p>
            <a:pPr lvl="0"/>
            <a:r>
              <a:rPr lang="en-GB"/>
              <a:t>FEATURE 1</a:t>
            </a:r>
          </a:p>
        </p:txBody>
      </p:sp>
      <p:sp>
        <p:nvSpPr>
          <p:cNvPr id="49" name="Text Placeholder 37">
            <a:extLst>
              <a:ext uri="{FF2B5EF4-FFF2-40B4-BE49-F238E27FC236}">
                <a16:creationId xmlns:a16="http://schemas.microsoft.com/office/drawing/2014/main" id="{DF1D00AC-367E-350F-0EDF-3B57610FB3B3}"/>
              </a:ext>
            </a:extLst>
          </p:cNvPr>
          <p:cNvSpPr>
            <a:spLocks noGrp="1"/>
          </p:cNvSpPr>
          <p:nvPr>
            <p:ph type="body" sz="quarter" idx="51" hasCustomPrompt="1"/>
          </p:nvPr>
        </p:nvSpPr>
        <p:spPr>
          <a:xfrm>
            <a:off x="6743015" y="29180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l">
              <a:defRPr sz="1600" b="1">
                <a:solidFill>
                  <a:srgbClr val="0E0D72"/>
                </a:solidFill>
              </a:defRPr>
            </a:lvl1pPr>
          </a:lstStyle>
          <a:p>
            <a:pPr lvl="0"/>
            <a:r>
              <a:rPr lang="en-GB"/>
              <a:t>FEATURE 2</a:t>
            </a:r>
          </a:p>
        </p:txBody>
      </p:sp>
      <p:sp>
        <p:nvSpPr>
          <p:cNvPr id="51" name="Text Placeholder 37">
            <a:extLst>
              <a:ext uri="{FF2B5EF4-FFF2-40B4-BE49-F238E27FC236}">
                <a16:creationId xmlns:a16="http://schemas.microsoft.com/office/drawing/2014/main" id="{4E04383C-5302-225F-3415-BE7B4AC6B2B1}"/>
              </a:ext>
            </a:extLst>
          </p:cNvPr>
          <p:cNvSpPr>
            <a:spLocks noGrp="1"/>
          </p:cNvSpPr>
          <p:nvPr>
            <p:ph type="body" sz="quarter" idx="53" hasCustomPrompt="1"/>
          </p:nvPr>
        </p:nvSpPr>
        <p:spPr>
          <a:xfrm>
            <a:off x="6743015" y="40864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l">
              <a:defRPr sz="1600" b="1">
                <a:solidFill>
                  <a:srgbClr val="0E0D72"/>
                </a:solidFill>
              </a:defRPr>
            </a:lvl1pPr>
          </a:lstStyle>
          <a:p>
            <a:pPr lvl="0"/>
            <a:r>
              <a:rPr lang="en-GB"/>
              <a:t>FEATURE 3</a:t>
            </a:r>
          </a:p>
        </p:txBody>
      </p:sp>
      <p:sp>
        <p:nvSpPr>
          <p:cNvPr id="53" name="Text Placeholder 37">
            <a:extLst>
              <a:ext uri="{FF2B5EF4-FFF2-40B4-BE49-F238E27FC236}">
                <a16:creationId xmlns:a16="http://schemas.microsoft.com/office/drawing/2014/main" id="{CA9FDF7E-8AD3-EF16-BB8E-CB118FE43A2C}"/>
              </a:ext>
            </a:extLst>
          </p:cNvPr>
          <p:cNvSpPr>
            <a:spLocks noGrp="1"/>
          </p:cNvSpPr>
          <p:nvPr>
            <p:ph type="body" sz="quarter" idx="55" hasCustomPrompt="1"/>
          </p:nvPr>
        </p:nvSpPr>
        <p:spPr>
          <a:xfrm>
            <a:off x="6743015" y="52548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l">
              <a:defRPr sz="1600" b="1">
                <a:solidFill>
                  <a:srgbClr val="0E0D72"/>
                </a:solidFill>
              </a:defRPr>
            </a:lvl1pPr>
          </a:lstStyle>
          <a:p>
            <a:pPr lvl="0"/>
            <a:r>
              <a:rPr lang="en-GB"/>
              <a:t>FEATURE 4</a:t>
            </a:r>
          </a:p>
        </p:txBody>
      </p:sp>
      <p:sp>
        <p:nvSpPr>
          <p:cNvPr id="56" name="Text Placeholder 55">
            <a:extLst>
              <a:ext uri="{FF2B5EF4-FFF2-40B4-BE49-F238E27FC236}">
                <a16:creationId xmlns:a16="http://schemas.microsoft.com/office/drawing/2014/main" id="{8846940D-BE14-C095-65DD-38429441716F}"/>
              </a:ext>
            </a:extLst>
          </p:cNvPr>
          <p:cNvSpPr>
            <a:spLocks noGrp="1"/>
          </p:cNvSpPr>
          <p:nvPr>
            <p:ph type="body" sz="quarter" idx="56" hasCustomPrompt="1"/>
          </p:nvPr>
        </p:nvSpPr>
        <p:spPr>
          <a:xfrm>
            <a:off x="2159000" y="2249948"/>
            <a:ext cx="3192163" cy="301625"/>
          </a:xfrm>
        </p:spPr>
        <p:txBody>
          <a:bodyPr rIns="108000"/>
          <a:lstStyle>
            <a:lvl1pPr algn="r">
              <a:defRPr sz="1600"/>
            </a:lvl1pPr>
          </a:lstStyle>
          <a:p>
            <a:pPr lvl="0"/>
            <a:r>
              <a:rPr lang="en-GB"/>
              <a:t>Feature description</a:t>
            </a:r>
            <a:endParaRPr lang="en-RO"/>
          </a:p>
        </p:txBody>
      </p:sp>
      <p:sp>
        <p:nvSpPr>
          <p:cNvPr id="57" name="Text Placeholder 55">
            <a:extLst>
              <a:ext uri="{FF2B5EF4-FFF2-40B4-BE49-F238E27FC236}">
                <a16:creationId xmlns:a16="http://schemas.microsoft.com/office/drawing/2014/main" id="{15C01ABE-A61B-649B-3B65-2291E7FD8336}"/>
              </a:ext>
            </a:extLst>
          </p:cNvPr>
          <p:cNvSpPr>
            <a:spLocks noGrp="1"/>
          </p:cNvSpPr>
          <p:nvPr>
            <p:ph type="body" sz="quarter" idx="57" hasCustomPrompt="1"/>
          </p:nvPr>
        </p:nvSpPr>
        <p:spPr>
          <a:xfrm>
            <a:off x="2159000" y="3410927"/>
            <a:ext cx="3192163" cy="301625"/>
          </a:xfrm>
        </p:spPr>
        <p:txBody>
          <a:bodyPr rIns="108000"/>
          <a:lstStyle>
            <a:lvl1pPr algn="r">
              <a:defRPr sz="1600"/>
            </a:lvl1pPr>
          </a:lstStyle>
          <a:p>
            <a:pPr lvl="0"/>
            <a:r>
              <a:rPr lang="en-GB"/>
              <a:t>Feature description</a:t>
            </a:r>
            <a:endParaRPr lang="en-RO"/>
          </a:p>
        </p:txBody>
      </p:sp>
      <p:sp>
        <p:nvSpPr>
          <p:cNvPr id="58" name="Text Placeholder 55">
            <a:extLst>
              <a:ext uri="{FF2B5EF4-FFF2-40B4-BE49-F238E27FC236}">
                <a16:creationId xmlns:a16="http://schemas.microsoft.com/office/drawing/2014/main" id="{6FD8F286-D451-E918-3D7B-EAAAF1B61547}"/>
              </a:ext>
            </a:extLst>
          </p:cNvPr>
          <p:cNvSpPr>
            <a:spLocks noGrp="1"/>
          </p:cNvSpPr>
          <p:nvPr>
            <p:ph type="body" sz="quarter" idx="58" hasCustomPrompt="1"/>
          </p:nvPr>
        </p:nvSpPr>
        <p:spPr>
          <a:xfrm>
            <a:off x="2159000" y="4571908"/>
            <a:ext cx="3192163" cy="301625"/>
          </a:xfrm>
        </p:spPr>
        <p:txBody>
          <a:bodyPr rIns="108000"/>
          <a:lstStyle>
            <a:lvl1pPr algn="r">
              <a:defRPr sz="1600"/>
            </a:lvl1pPr>
          </a:lstStyle>
          <a:p>
            <a:pPr lvl="0"/>
            <a:r>
              <a:rPr lang="en-GB"/>
              <a:t>Feature description</a:t>
            </a:r>
            <a:endParaRPr lang="en-RO"/>
          </a:p>
        </p:txBody>
      </p:sp>
      <p:sp>
        <p:nvSpPr>
          <p:cNvPr id="59" name="Text Placeholder 55">
            <a:extLst>
              <a:ext uri="{FF2B5EF4-FFF2-40B4-BE49-F238E27FC236}">
                <a16:creationId xmlns:a16="http://schemas.microsoft.com/office/drawing/2014/main" id="{B772C749-5E2E-983D-9AB5-4F8AA01AE159}"/>
              </a:ext>
            </a:extLst>
          </p:cNvPr>
          <p:cNvSpPr>
            <a:spLocks noGrp="1"/>
          </p:cNvSpPr>
          <p:nvPr>
            <p:ph type="body" sz="quarter" idx="59" hasCustomPrompt="1"/>
          </p:nvPr>
        </p:nvSpPr>
        <p:spPr>
          <a:xfrm>
            <a:off x="2159000" y="5732887"/>
            <a:ext cx="3192163" cy="301625"/>
          </a:xfrm>
        </p:spPr>
        <p:txBody>
          <a:bodyPr rIns="108000"/>
          <a:lstStyle>
            <a:lvl1pPr algn="r">
              <a:defRPr sz="1600"/>
            </a:lvl1pPr>
          </a:lstStyle>
          <a:p>
            <a:pPr lvl="0"/>
            <a:r>
              <a:rPr lang="en-GB"/>
              <a:t>Feature description</a:t>
            </a:r>
            <a:endParaRPr lang="en-RO"/>
          </a:p>
        </p:txBody>
      </p:sp>
      <p:sp>
        <p:nvSpPr>
          <p:cNvPr id="60" name="Text Placeholder 55">
            <a:extLst>
              <a:ext uri="{FF2B5EF4-FFF2-40B4-BE49-F238E27FC236}">
                <a16:creationId xmlns:a16="http://schemas.microsoft.com/office/drawing/2014/main" id="{EDBC7E87-DF02-743A-52F8-80DA36676C10}"/>
              </a:ext>
            </a:extLst>
          </p:cNvPr>
          <p:cNvSpPr>
            <a:spLocks noGrp="1"/>
          </p:cNvSpPr>
          <p:nvPr>
            <p:ph type="body" sz="quarter" idx="60" hasCustomPrompt="1"/>
          </p:nvPr>
        </p:nvSpPr>
        <p:spPr>
          <a:xfrm>
            <a:off x="6743700" y="2249948"/>
            <a:ext cx="3192163" cy="301625"/>
          </a:xfrm>
        </p:spPr>
        <p:txBody>
          <a:bodyPr lIns="108000" rIns="0"/>
          <a:lstStyle>
            <a:lvl1pPr algn="l">
              <a:defRPr sz="1600"/>
            </a:lvl1pPr>
          </a:lstStyle>
          <a:p>
            <a:pPr lvl="0"/>
            <a:r>
              <a:rPr lang="en-GB"/>
              <a:t>Feature description</a:t>
            </a:r>
            <a:endParaRPr lang="en-RO"/>
          </a:p>
        </p:txBody>
      </p:sp>
      <p:sp>
        <p:nvSpPr>
          <p:cNvPr id="61" name="Text Placeholder 55">
            <a:extLst>
              <a:ext uri="{FF2B5EF4-FFF2-40B4-BE49-F238E27FC236}">
                <a16:creationId xmlns:a16="http://schemas.microsoft.com/office/drawing/2014/main" id="{DD766DF8-B464-4FE5-16A9-21B35D6F1E77}"/>
              </a:ext>
            </a:extLst>
          </p:cNvPr>
          <p:cNvSpPr>
            <a:spLocks noGrp="1"/>
          </p:cNvSpPr>
          <p:nvPr>
            <p:ph type="body" sz="quarter" idx="61" hasCustomPrompt="1"/>
          </p:nvPr>
        </p:nvSpPr>
        <p:spPr>
          <a:xfrm>
            <a:off x="6743700" y="3410927"/>
            <a:ext cx="3192163" cy="301625"/>
          </a:xfrm>
        </p:spPr>
        <p:txBody>
          <a:bodyPr lIns="108000" rIns="0"/>
          <a:lstStyle>
            <a:lvl1pPr algn="l">
              <a:defRPr sz="1600"/>
            </a:lvl1pPr>
          </a:lstStyle>
          <a:p>
            <a:pPr lvl="0"/>
            <a:r>
              <a:rPr lang="en-GB"/>
              <a:t>Feature description</a:t>
            </a:r>
            <a:endParaRPr lang="en-RO"/>
          </a:p>
        </p:txBody>
      </p:sp>
      <p:sp>
        <p:nvSpPr>
          <p:cNvPr id="62" name="Text Placeholder 55">
            <a:extLst>
              <a:ext uri="{FF2B5EF4-FFF2-40B4-BE49-F238E27FC236}">
                <a16:creationId xmlns:a16="http://schemas.microsoft.com/office/drawing/2014/main" id="{484BD968-A996-F44B-151F-849CB64FA538}"/>
              </a:ext>
            </a:extLst>
          </p:cNvPr>
          <p:cNvSpPr>
            <a:spLocks noGrp="1"/>
          </p:cNvSpPr>
          <p:nvPr>
            <p:ph type="body" sz="quarter" idx="62" hasCustomPrompt="1"/>
          </p:nvPr>
        </p:nvSpPr>
        <p:spPr>
          <a:xfrm>
            <a:off x="6743700" y="4571908"/>
            <a:ext cx="3192163" cy="301625"/>
          </a:xfrm>
        </p:spPr>
        <p:txBody>
          <a:bodyPr lIns="108000" rIns="0"/>
          <a:lstStyle>
            <a:lvl1pPr algn="l">
              <a:defRPr sz="1600"/>
            </a:lvl1pPr>
          </a:lstStyle>
          <a:p>
            <a:pPr lvl="0"/>
            <a:r>
              <a:rPr lang="en-GB"/>
              <a:t>Feature description</a:t>
            </a:r>
            <a:endParaRPr lang="en-RO"/>
          </a:p>
        </p:txBody>
      </p:sp>
      <p:sp>
        <p:nvSpPr>
          <p:cNvPr id="63" name="Text Placeholder 55">
            <a:extLst>
              <a:ext uri="{FF2B5EF4-FFF2-40B4-BE49-F238E27FC236}">
                <a16:creationId xmlns:a16="http://schemas.microsoft.com/office/drawing/2014/main" id="{DC676086-1E35-70B1-F630-AE2AC6FF6312}"/>
              </a:ext>
            </a:extLst>
          </p:cNvPr>
          <p:cNvSpPr>
            <a:spLocks noGrp="1"/>
          </p:cNvSpPr>
          <p:nvPr>
            <p:ph type="body" sz="quarter" idx="63" hasCustomPrompt="1"/>
          </p:nvPr>
        </p:nvSpPr>
        <p:spPr>
          <a:xfrm>
            <a:off x="6743700" y="5732887"/>
            <a:ext cx="3192163" cy="301625"/>
          </a:xfrm>
        </p:spPr>
        <p:txBody>
          <a:bodyPr lIns="108000" rIns="0"/>
          <a:lstStyle>
            <a:lvl1pPr algn="l">
              <a:defRPr sz="1600"/>
            </a:lvl1pPr>
          </a:lstStyle>
          <a:p>
            <a:pPr lvl="0"/>
            <a:r>
              <a:rPr lang="en-GB"/>
              <a:t>Feature description</a:t>
            </a:r>
            <a:endParaRPr lang="en-RO"/>
          </a:p>
        </p:txBody>
      </p:sp>
    </p:spTree>
    <p:extLst>
      <p:ext uri="{BB962C8B-B14F-4D97-AF65-F5344CB8AC3E}">
        <p14:creationId xmlns:p14="http://schemas.microsoft.com/office/powerpoint/2010/main" val="329496201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tent Slide Content Comparison">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marL="0" marR="0" indent="0" algn="l" defTabSz="914400" rtl="0" eaLnBrk="1" fontAlgn="auto" latinLnBrk="0" hangingPunct="1">
              <a:lnSpc>
                <a:spcPct val="90000"/>
              </a:lnSpc>
              <a:spcBef>
                <a:spcPct val="0"/>
              </a:spcBef>
              <a:spcAft>
                <a:spcPts val="0"/>
              </a:spcAft>
              <a:buClrTx/>
              <a:buSzTx/>
              <a:buFontTx/>
              <a:buNone/>
              <a:tabLst/>
              <a:defRPr sz="2800" b="1">
                <a:solidFill>
                  <a:srgbClr val="0E0D72"/>
                </a:solidFill>
              </a:defRPr>
            </a:lvl1pPr>
          </a:lstStyle>
          <a:p>
            <a:r>
              <a:rPr lang="en-US"/>
              <a:t>CONTENT COMPARISON</a:t>
            </a:r>
          </a:p>
        </p:txBody>
      </p:sp>
      <p:sp>
        <p:nvSpPr>
          <p:cNvPr id="23" name="Picture Placeholder 24">
            <a:extLst>
              <a:ext uri="{FF2B5EF4-FFF2-40B4-BE49-F238E27FC236}">
                <a16:creationId xmlns:a16="http://schemas.microsoft.com/office/drawing/2014/main" id="{50F82635-E64D-5E2E-638D-56A4032F4B5B}"/>
              </a:ext>
            </a:extLst>
          </p:cNvPr>
          <p:cNvSpPr>
            <a:spLocks noGrp="1"/>
          </p:cNvSpPr>
          <p:nvPr>
            <p:ph type="pic" sz="quarter" idx="21" hasCustomPrompt="1"/>
          </p:nvPr>
        </p:nvSpPr>
        <p:spPr>
          <a:xfrm>
            <a:off x="3064477" y="1811004"/>
            <a:ext cx="518982" cy="506518"/>
          </a:xfrm>
        </p:spPr>
        <p:txBody>
          <a:bodyPr/>
          <a:lstStyle>
            <a:lvl1pPr>
              <a:defRPr sz="1200">
                <a:solidFill>
                  <a:schemeClr val="tx1"/>
                </a:solidFill>
              </a:defRPr>
            </a:lvl1pPr>
          </a:lstStyle>
          <a:p>
            <a:r>
              <a:rPr lang="en-RO"/>
              <a:t>Icon</a:t>
            </a:r>
          </a:p>
        </p:txBody>
      </p:sp>
      <p:sp>
        <p:nvSpPr>
          <p:cNvPr id="24" name="Picture Placeholder 24">
            <a:extLst>
              <a:ext uri="{FF2B5EF4-FFF2-40B4-BE49-F238E27FC236}">
                <a16:creationId xmlns:a16="http://schemas.microsoft.com/office/drawing/2014/main" id="{7AE6C791-9B53-763C-8A5F-AFE2207E58FC}"/>
              </a:ext>
            </a:extLst>
          </p:cNvPr>
          <p:cNvSpPr>
            <a:spLocks noGrp="1"/>
          </p:cNvSpPr>
          <p:nvPr>
            <p:ph type="pic" sz="quarter" idx="44" hasCustomPrompt="1"/>
          </p:nvPr>
        </p:nvSpPr>
        <p:spPr>
          <a:xfrm>
            <a:off x="3064477" y="2554591"/>
            <a:ext cx="518982" cy="506518"/>
          </a:xfrm>
        </p:spPr>
        <p:txBody>
          <a:bodyPr/>
          <a:lstStyle>
            <a:lvl1pPr>
              <a:defRPr sz="1200">
                <a:solidFill>
                  <a:schemeClr val="tx1"/>
                </a:solidFill>
              </a:defRPr>
            </a:lvl1pPr>
          </a:lstStyle>
          <a:p>
            <a:r>
              <a:rPr lang="en-RO"/>
              <a:t>Icon</a:t>
            </a:r>
          </a:p>
        </p:txBody>
      </p:sp>
      <p:sp>
        <p:nvSpPr>
          <p:cNvPr id="35" name="Picture Placeholder 24">
            <a:extLst>
              <a:ext uri="{FF2B5EF4-FFF2-40B4-BE49-F238E27FC236}">
                <a16:creationId xmlns:a16="http://schemas.microsoft.com/office/drawing/2014/main" id="{6D494D75-EE47-69AE-66E4-FFE38CC8B83B}"/>
              </a:ext>
            </a:extLst>
          </p:cNvPr>
          <p:cNvSpPr>
            <a:spLocks noGrp="1"/>
          </p:cNvSpPr>
          <p:nvPr>
            <p:ph type="pic" sz="quarter" idx="45" hasCustomPrompt="1"/>
          </p:nvPr>
        </p:nvSpPr>
        <p:spPr>
          <a:xfrm>
            <a:off x="3064477" y="3298178"/>
            <a:ext cx="518982" cy="506518"/>
          </a:xfrm>
        </p:spPr>
        <p:txBody>
          <a:bodyPr/>
          <a:lstStyle>
            <a:lvl1pPr>
              <a:defRPr sz="1200">
                <a:solidFill>
                  <a:schemeClr val="tx1"/>
                </a:solidFill>
              </a:defRPr>
            </a:lvl1pPr>
          </a:lstStyle>
          <a:p>
            <a:r>
              <a:rPr lang="en-RO"/>
              <a:t>Icon</a:t>
            </a:r>
          </a:p>
        </p:txBody>
      </p:sp>
      <p:sp>
        <p:nvSpPr>
          <p:cNvPr id="36" name="Picture Placeholder 24">
            <a:extLst>
              <a:ext uri="{FF2B5EF4-FFF2-40B4-BE49-F238E27FC236}">
                <a16:creationId xmlns:a16="http://schemas.microsoft.com/office/drawing/2014/main" id="{20F3C0BB-ABD6-AA32-7152-B71ED69E4977}"/>
              </a:ext>
            </a:extLst>
          </p:cNvPr>
          <p:cNvSpPr>
            <a:spLocks noGrp="1"/>
          </p:cNvSpPr>
          <p:nvPr>
            <p:ph type="pic" sz="quarter" idx="46" hasCustomPrompt="1"/>
          </p:nvPr>
        </p:nvSpPr>
        <p:spPr>
          <a:xfrm>
            <a:off x="3064477" y="4041765"/>
            <a:ext cx="518982" cy="506518"/>
          </a:xfrm>
        </p:spPr>
        <p:txBody>
          <a:bodyPr/>
          <a:lstStyle>
            <a:lvl1pPr>
              <a:defRPr sz="1200">
                <a:solidFill>
                  <a:schemeClr val="tx1"/>
                </a:solidFill>
              </a:defRPr>
            </a:lvl1pPr>
          </a:lstStyle>
          <a:p>
            <a:r>
              <a:rPr lang="en-RO"/>
              <a:t>Icon</a:t>
            </a:r>
          </a:p>
        </p:txBody>
      </p:sp>
      <p:sp>
        <p:nvSpPr>
          <p:cNvPr id="37" name="Picture Placeholder 24">
            <a:extLst>
              <a:ext uri="{FF2B5EF4-FFF2-40B4-BE49-F238E27FC236}">
                <a16:creationId xmlns:a16="http://schemas.microsoft.com/office/drawing/2014/main" id="{38A4E2A9-D24F-72DA-8D24-6B4BC2333A7B}"/>
              </a:ext>
            </a:extLst>
          </p:cNvPr>
          <p:cNvSpPr>
            <a:spLocks noGrp="1"/>
          </p:cNvSpPr>
          <p:nvPr>
            <p:ph type="pic" sz="quarter" idx="47" hasCustomPrompt="1"/>
          </p:nvPr>
        </p:nvSpPr>
        <p:spPr>
          <a:xfrm>
            <a:off x="3064477" y="4785352"/>
            <a:ext cx="518982" cy="506518"/>
          </a:xfrm>
        </p:spPr>
        <p:txBody>
          <a:bodyPr/>
          <a:lstStyle>
            <a:lvl1pPr>
              <a:defRPr sz="1200">
                <a:solidFill>
                  <a:schemeClr val="tx1"/>
                </a:solidFill>
              </a:defRPr>
            </a:lvl1pPr>
          </a:lstStyle>
          <a:p>
            <a:r>
              <a:rPr lang="en-RO"/>
              <a:t>Icon</a:t>
            </a:r>
          </a:p>
        </p:txBody>
      </p:sp>
      <p:sp>
        <p:nvSpPr>
          <p:cNvPr id="38" name="Picture Placeholder 24">
            <a:extLst>
              <a:ext uri="{FF2B5EF4-FFF2-40B4-BE49-F238E27FC236}">
                <a16:creationId xmlns:a16="http://schemas.microsoft.com/office/drawing/2014/main" id="{F6A17069-3FD5-295B-AF32-53141F6D00E8}"/>
              </a:ext>
            </a:extLst>
          </p:cNvPr>
          <p:cNvSpPr>
            <a:spLocks noGrp="1"/>
          </p:cNvSpPr>
          <p:nvPr>
            <p:ph type="pic" sz="quarter" idx="48" hasCustomPrompt="1"/>
          </p:nvPr>
        </p:nvSpPr>
        <p:spPr>
          <a:xfrm>
            <a:off x="3064477" y="5528941"/>
            <a:ext cx="518982" cy="506518"/>
          </a:xfrm>
        </p:spPr>
        <p:txBody>
          <a:bodyPr/>
          <a:lstStyle>
            <a:lvl1pPr>
              <a:defRPr sz="1200">
                <a:solidFill>
                  <a:schemeClr val="tx1"/>
                </a:solidFill>
              </a:defRPr>
            </a:lvl1pPr>
          </a:lstStyle>
          <a:p>
            <a:r>
              <a:rPr lang="en-RO"/>
              <a:t>Icon</a:t>
            </a:r>
          </a:p>
        </p:txBody>
      </p:sp>
      <p:sp>
        <p:nvSpPr>
          <p:cNvPr id="39" name="Picture Placeholder 24">
            <a:extLst>
              <a:ext uri="{FF2B5EF4-FFF2-40B4-BE49-F238E27FC236}">
                <a16:creationId xmlns:a16="http://schemas.microsoft.com/office/drawing/2014/main" id="{D9C5854A-9389-0E95-BCD3-156512A5C8E8}"/>
              </a:ext>
            </a:extLst>
          </p:cNvPr>
          <p:cNvSpPr>
            <a:spLocks noGrp="1"/>
          </p:cNvSpPr>
          <p:nvPr>
            <p:ph type="pic" sz="quarter" idx="49" hasCustomPrompt="1"/>
          </p:nvPr>
        </p:nvSpPr>
        <p:spPr>
          <a:xfrm>
            <a:off x="5167597" y="1811004"/>
            <a:ext cx="518982" cy="506518"/>
          </a:xfrm>
        </p:spPr>
        <p:txBody>
          <a:bodyPr/>
          <a:lstStyle>
            <a:lvl1pPr>
              <a:defRPr sz="1200">
                <a:solidFill>
                  <a:schemeClr val="tx1"/>
                </a:solidFill>
              </a:defRPr>
            </a:lvl1pPr>
          </a:lstStyle>
          <a:p>
            <a:r>
              <a:rPr lang="en-RO"/>
              <a:t>Icon</a:t>
            </a:r>
          </a:p>
        </p:txBody>
      </p:sp>
      <p:sp>
        <p:nvSpPr>
          <p:cNvPr id="40" name="Picture Placeholder 24">
            <a:extLst>
              <a:ext uri="{FF2B5EF4-FFF2-40B4-BE49-F238E27FC236}">
                <a16:creationId xmlns:a16="http://schemas.microsoft.com/office/drawing/2014/main" id="{E55DC6A4-5243-57F0-E3ED-AFD5E37600E5}"/>
              </a:ext>
            </a:extLst>
          </p:cNvPr>
          <p:cNvSpPr>
            <a:spLocks noGrp="1"/>
          </p:cNvSpPr>
          <p:nvPr>
            <p:ph type="pic" sz="quarter" idx="50" hasCustomPrompt="1"/>
          </p:nvPr>
        </p:nvSpPr>
        <p:spPr>
          <a:xfrm>
            <a:off x="5167597" y="2554591"/>
            <a:ext cx="518982" cy="506518"/>
          </a:xfrm>
        </p:spPr>
        <p:txBody>
          <a:bodyPr/>
          <a:lstStyle>
            <a:lvl1pPr>
              <a:defRPr sz="1200">
                <a:solidFill>
                  <a:schemeClr val="tx1"/>
                </a:solidFill>
              </a:defRPr>
            </a:lvl1pPr>
          </a:lstStyle>
          <a:p>
            <a:r>
              <a:rPr lang="en-RO"/>
              <a:t>Icon</a:t>
            </a:r>
          </a:p>
        </p:txBody>
      </p:sp>
      <p:sp>
        <p:nvSpPr>
          <p:cNvPr id="41" name="Picture Placeholder 24">
            <a:extLst>
              <a:ext uri="{FF2B5EF4-FFF2-40B4-BE49-F238E27FC236}">
                <a16:creationId xmlns:a16="http://schemas.microsoft.com/office/drawing/2014/main" id="{5298F304-B80D-6DB0-7D3A-C8B93ED04014}"/>
              </a:ext>
            </a:extLst>
          </p:cNvPr>
          <p:cNvSpPr>
            <a:spLocks noGrp="1"/>
          </p:cNvSpPr>
          <p:nvPr>
            <p:ph type="pic" sz="quarter" idx="51" hasCustomPrompt="1"/>
          </p:nvPr>
        </p:nvSpPr>
        <p:spPr>
          <a:xfrm>
            <a:off x="5167597" y="3298178"/>
            <a:ext cx="518982" cy="506518"/>
          </a:xfrm>
        </p:spPr>
        <p:txBody>
          <a:bodyPr/>
          <a:lstStyle>
            <a:lvl1pPr>
              <a:defRPr sz="1200">
                <a:solidFill>
                  <a:schemeClr val="tx1"/>
                </a:solidFill>
              </a:defRPr>
            </a:lvl1pPr>
          </a:lstStyle>
          <a:p>
            <a:r>
              <a:rPr lang="en-RO"/>
              <a:t>Icon</a:t>
            </a:r>
          </a:p>
        </p:txBody>
      </p:sp>
      <p:sp>
        <p:nvSpPr>
          <p:cNvPr id="42" name="Picture Placeholder 24">
            <a:extLst>
              <a:ext uri="{FF2B5EF4-FFF2-40B4-BE49-F238E27FC236}">
                <a16:creationId xmlns:a16="http://schemas.microsoft.com/office/drawing/2014/main" id="{16F4C921-A4CC-EAAC-9363-BDEFE72CAAD4}"/>
              </a:ext>
            </a:extLst>
          </p:cNvPr>
          <p:cNvSpPr>
            <a:spLocks noGrp="1"/>
          </p:cNvSpPr>
          <p:nvPr>
            <p:ph type="pic" sz="quarter" idx="52" hasCustomPrompt="1"/>
          </p:nvPr>
        </p:nvSpPr>
        <p:spPr>
          <a:xfrm>
            <a:off x="5167597" y="4041765"/>
            <a:ext cx="518982" cy="506518"/>
          </a:xfrm>
        </p:spPr>
        <p:txBody>
          <a:bodyPr/>
          <a:lstStyle>
            <a:lvl1pPr>
              <a:defRPr sz="1200">
                <a:solidFill>
                  <a:schemeClr val="tx1"/>
                </a:solidFill>
              </a:defRPr>
            </a:lvl1pPr>
          </a:lstStyle>
          <a:p>
            <a:r>
              <a:rPr lang="en-RO"/>
              <a:t>Icon</a:t>
            </a:r>
          </a:p>
        </p:txBody>
      </p:sp>
      <p:sp>
        <p:nvSpPr>
          <p:cNvPr id="43" name="Picture Placeholder 24">
            <a:extLst>
              <a:ext uri="{FF2B5EF4-FFF2-40B4-BE49-F238E27FC236}">
                <a16:creationId xmlns:a16="http://schemas.microsoft.com/office/drawing/2014/main" id="{9B6045C8-3DBB-65AC-4A70-0BA7C3D880AE}"/>
              </a:ext>
            </a:extLst>
          </p:cNvPr>
          <p:cNvSpPr>
            <a:spLocks noGrp="1"/>
          </p:cNvSpPr>
          <p:nvPr>
            <p:ph type="pic" sz="quarter" idx="53" hasCustomPrompt="1"/>
          </p:nvPr>
        </p:nvSpPr>
        <p:spPr>
          <a:xfrm>
            <a:off x="5167597" y="4785352"/>
            <a:ext cx="518982" cy="506518"/>
          </a:xfrm>
        </p:spPr>
        <p:txBody>
          <a:bodyPr/>
          <a:lstStyle>
            <a:lvl1pPr>
              <a:defRPr sz="1200">
                <a:solidFill>
                  <a:schemeClr val="tx1"/>
                </a:solidFill>
              </a:defRPr>
            </a:lvl1pPr>
          </a:lstStyle>
          <a:p>
            <a:r>
              <a:rPr lang="en-RO"/>
              <a:t>Icon</a:t>
            </a:r>
          </a:p>
        </p:txBody>
      </p:sp>
      <p:sp>
        <p:nvSpPr>
          <p:cNvPr id="44" name="Picture Placeholder 24">
            <a:extLst>
              <a:ext uri="{FF2B5EF4-FFF2-40B4-BE49-F238E27FC236}">
                <a16:creationId xmlns:a16="http://schemas.microsoft.com/office/drawing/2014/main" id="{9177E72E-9C89-876A-BDA0-36D85F6A04B3}"/>
              </a:ext>
            </a:extLst>
          </p:cNvPr>
          <p:cNvSpPr>
            <a:spLocks noGrp="1"/>
          </p:cNvSpPr>
          <p:nvPr>
            <p:ph type="pic" sz="quarter" idx="54" hasCustomPrompt="1"/>
          </p:nvPr>
        </p:nvSpPr>
        <p:spPr>
          <a:xfrm>
            <a:off x="5167597" y="5528941"/>
            <a:ext cx="518982" cy="506518"/>
          </a:xfrm>
        </p:spPr>
        <p:txBody>
          <a:bodyPr/>
          <a:lstStyle>
            <a:lvl1pPr>
              <a:defRPr sz="1200">
                <a:solidFill>
                  <a:schemeClr val="tx1"/>
                </a:solidFill>
              </a:defRPr>
            </a:lvl1pPr>
          </a:lstStyle>
          <a:p>
            <a:r>
              <a:rPr lang="en-RO"/>
              <a:t>Icon</a:t>
            </a:r>
          </a:p>
        </p:txBody>
      </p:sp>
      <p:sp>
        <p:nvSpPr>
          <p:cNvPr id="45" name="Picture Placeholder 24">
            <a:extLst>
              <a:ext uri="{FF2B5EF4-FFF2-40B4-BE49-F238E27FC236}">
                <a16:creationId xmlns:a16="http://schemas.microsoft.com/office/drawing/2014/main" id="{B55C8CA0-ABA5-5CC1-2253-DE796C8BFE8C}"/>
              </a:ext>
            </a:extLst>
          </p:cNvPr>
          <p:cNvSpPr>
            <a:spLocks noGrp="1"/>
          </p:cNvSpPr>
          <p:nvPr>
            <p:ph type="pic" sz="quarter" idx="55" hasCustomPrompt="1"/>
          </p:nvPr>
        </p:nvSpPr>
        <p:spPr>
          <a:xfrm>
            <a:off x="7257655" y="1811004"/>
            <a:ext cx="518982" cy="506518"/>
          </a:xfrm>
        </p:spPr>
        <p:txBody>
          <a:bodyPr/>
          <a:lstStyle>
            <a:lvl1pPr>
              <a:defRPr sz="1200">
                <a:solidFill>
                  <a:schemeClr val="tx1"/>
                </a:solidFill>
              </a:defRPr>
            </a:lvl1pPr>
          </a:lstStyle>
          <a:p>
            <a:r>
              <a:rPr lang="en-RO"/>
              <a:t>Icon</a:t>
            </a:r>
          </a:p>
        </p:txBody>
      </p:sp>
      <p:sp>
        <p:nvSpPr>
          <p:cNvPr id="46" name="Picture Placeholder 24">
            <a:extLst>
              <a:ext uri="{FF2B5EF4-FFF2-40B4-BE49-F238E27FC236}">
                <a16:creationId xmlns:a16="http://schemas.microsoft.com/office/drawing/2014/main" id="{3FFF9232-81A1-A6F8-1F6B-703A7D70E656}"/>
              </a:ext>
            </a:extLst>
          </p:cNvPr>
          <p:cNvSpPr>
            <a:spLocks noGrp="1"/>
          </p:cNvSpPr>
          <p:nvPr>
            <p:ph type="pic" sz="quarter" idx="56" hasCustomPrompt="1"/>
          </p:nvPr>
        </p:nvSpPr>
        <p:spPr>
          <a:xfrm>
            <a:off x="7257655" y="2554591"/>
            <a:ext cx="518982" cy="506518"/>
          </a:xfrm>
        </p:spPr>
        <p:txBody>
          <a:bodyPr/>
          <a:lstStyle>
            <a:lvl1pPr>
              <a:defRPr sz="1200">
                <a:solidFill>
                  <a:schemeClr val="tx1"/>
                </a:solidFill>
              </a:defRPr>
            </a:lvl1pPr>
          </a:lstStyle>
          <a:p>
            <a:r>
              <a:rPr lang="en-RO"/>
              <a:t>Icon</a:t>
            </a:r>
          </a:p>
        </p:txBody>
      </p:sp>
      <p:sp>
        <p:nvSpPr>
          <p:cNvPr id="47" name="Picture Placeholder 24">
            <a:extLst>
              <a:ext uri="{FF2B5EF4-FFF2-40B4-BE49-F238E27FC236}">
                <a16:creationId xmlns:a16="http://schemas.microsoft.com/office/drawing/2014/main" id="{765A3A05-B201-3C82-B44C-003E973F33F6}"/>
              </a:ext>
            </a:extLst>
          </p:cNvPr>
          <p:cNvSpPr>
            <a:spLocks noGrp="1"/>
          </p:cNvSpPr>
          <p:nvPr>
            <p:ph type="pic" sz="quarter" idx="57" hasCustomPrompt="1"/>
          </p:nvPr>
        </p:nvSpPr>
        <p:spPr>
          <a:xfrm>
            <a:off x="7257655" y="3298178"/>
            <a:ext cx="518982" cy="506518"/>
          </a:xfrm>
        </p:spPr>
        <p:txBody>
          <a:bodyPr/>
          <a:lstStyle>
            <a:lvl1pPr>
              <a:defRPr sz="1200">
                <a:solidFill>
                  <a:schemeClr val="tx1"/>
                </a:solidFill>
              </a:defRPr>
            </a:lvl1pPr>
          </a:lstStyle>
          <a:p>
            <a:r>
              <a:rPr lang="en-RO"/>
              <a:t>Icon</a:t>
            </a:r>
          </a:p>
        </p:txBody>
      </p:sp>
      <p:sp>
        <p:nvSpPr>
          <p:cNvPr id="48" name="Picture Placeholder 24">
            <a:extLst>
              <a:ext uri="{FF2B5EF4-FFF2-40B4-BE49-F238E27FC236}">
                <a16:creationId xmlns:a16="http://schemas.microsoft.com/office/drawing/2014/main" id="{9604EADD-5717-5A18-78ED-0CE209A7EB2D}"/>
              </a:ext>
            </a:extLst>
          </p:cNvPr>
          <p:cNvSpPr>
            <a:spLocks noGrp="1"/>
          </p:cNvSpPr>
          <p:nvPr>
            <p:ph type="pic" sz="quarter" idx="58" hasCustomPrompt="1"/>
          </p:nvPr>
        </p:nvSpPr>
        <p:spPr>
          <a:xfrm>
            <a:off x="7257655" y="4041765"/>
            <a:ext cx="518982" cy="506518"/>
          </a:xfrm>
        </p:spPr>
        <p:txBody>
          <a:bodyPr/>
          <a:lstStyle>
            <a:lvl1pPr>
              <a:defRPr sz="1200">
                <a:solidFill>
                  <a:schemeClr val="tx1"/>
                </a:solidFill>
              </a:defRPr>
            </a:lvl1pPr>
          </a:lstStyle>
          <a:p>
            <a:r>
              <a:rPr lang="en-RO"/>
              <a:t>Icon</a:t>
            </a:r>
          </a:p>
        </p:txBody>
      </p:sp>
      <p:sp>
        <p:nvSpPr>
          <p:cNvPr id="49" name="Picture Placeholder 24">
            <a:extLst>
              <a:ext uri="{FF2B5EF4-FFF2-40B4-BE49-F238E27FC236}">
                <a16:creationId xmlns:a16="http://schemas.microsoft.com/office/drawing/2014/main" id="{183D36A4-C0ED-24F4-5106-730E7263503F}"/>
              </a:ext>
            </a:extLst>
          </p:cNvPr>
          <p:cNvSpPr>
            <a:spLocks noGrp="1"/>
          </p:cNvSpPr>
          <p:nvPr>
            <p:ph type="pic" sz="quarter" idx="59" hasCustomPrompt="1"/>
          </p:nvPr>
        </p:nvSpPr>
        <p:spPr>
          <a:xfrm>
            <a:off x="7257655" y="4785352"/>
            <a:ext cx="518982" cy="506518"/>
          </a:xfrm>
        </p:spPr>
        <p:txBody>
          <a:bodyPr/>
          <a:lstStyle>
            <a:lvl1pPr>
              <a:defRPr sz="1200">
                <a:solidFill>
                  <a:schemeClr val="tx1"/>
                </a:solidFill>
              </a:defRPr>
            </a:lvl1pPr>
          </a:lstStyle>
          <a:p>
            <a:r>
              <a:rPr lang="en-RO"/>
              <a:t>Icon</a:t>
            </a:r>
          </a:p>
        </p:txBody>
      </p:sp>
      <p:sp>
        <p:nvSpPr>
          <p:cNvPr id="50" name="Picture Placeholder 24">
            <a:extLst>
              <a:ext uri="{FF2B5EF4-FFF2-40B4-BE49-F238E27FC236}">
                <a16:creationId xmlns:a16="http://schemas.microsoft.com/office/drawing/2014/main" id="{F2A835EF-A0AF-3BA9-3055-5C8845AACC44}"/>
              </a:ext>
            </a:extLst>
          </p:cNvPr>
          <p:cNvSpPr>
            <a:spLocks noGrp="1"/>
          </p:cNvSpPr>
          <p:nvPr>
            <p:ph type="pic" sz="quarter" idx="60" hasCustomPrompt="1"/>
          </p:nvPr>
        </p:nvSpPr>
        <p:spPr>
          <a:xfrm>
            <a:off x="7257655" y="5528941"/>
            <a:ext cx="518982" cy="506518"/>
          </a:xfrm>
        </p:spPr>
        <p:txBody>
          <a:bodyPr/>
          <a:lstStyle>
            <a:lvl1pPr>
              <a:defRPr sz="1200">
                <a:solidFill>
                  <a:schemeClr val="tx1"/>
                </a:solidFill>
              </a:defRPr>
            </a:lvl1pPr>
          </a:lstStyle>
          <a:p>
            <a:r>
              <a:rPr lang="en-RO"/>
              <a:t>Icon</a:t>
            </a:r>
          </a:p>
        </p:txBody>
      </p:sp>
      <p:sp>
        <p:nvSpPr>
          <p:cNvPr id="51" name="Picture Placeholder 24">
            <a:extLst>
              <a:ext uri="{FF2B5EF4-FFF2-40B4-BE49-F238E27FC236}">
                <a16:creationId xmlns:a16="http://schemas.microsoft.com/office/drawing/2014/main" id="{1CE8FB6B-AD12-7C28-9128-AD87D7CD9105}"/>
              </a:ext>
            </a:extLst>
          </p:cNvPr>
          <p:cNvSpPr>
            <a:spLocks noGrp="1"/>
          </p:cNvSpPr>
          <p:nvPr>
            <p:ph type="pic" sz="quarter" idx="61" hasCustomPrompt="1"/>
          </p:nvPr>
        </p:nvSpPr>
        <p:spPr>
          <a:xfrm>
            <a:off x="9360775" y="1811004"/>
            <a:ext cx="518982" cy="506518"/>
          </a:xfrm>
        </p:spPr>
        <p:txBody>
          <a:bodyPr/>
          <a:lstStyle>
            <a:lvl1pPr>
              <a:defRPr sz="1200">
                <a:solidFill>
                  <a:schemeClr val="tx1"/>
                </a:solidFill>
              </a:defRPr>
            </a:lvl1pPr>
          </a:lstStyle>
          <a:p>
            <a:r>
              <a:rPr lang="en-RO"/>
              <a:t>Icon</a:t>
            </a:r>
          </a:p>
        </p:txBody>
      </p:sp>
      <p:sp>
        <p:nvSpPr>
          <p:cNvPr id="52" name="Picture Placeholder 24">
            <a:extLst>
              <a:ext uri="{FF2B5EF4-FFF2-40B4-BE49-F238E27FC236}">
                <a16:creationId xmlns:a16="http://schemas.microsoft.com/office/drawing/2014/main" id="{3DF85B58-05B7-842F-79B5-5ADEEAD93A93}"/>
              </a:ext>
            </a:extLst>
          </p:cNvPr>
          <p:cNvSpPr>
            <a:spLocks noGrp="1"/>
          </p:cNvSpPr>
          <p:nvPr>
            <p:ph type="pic" sz="quarter" idx="62" hasCustomPrompt="1"/>
          </p:nvPr>
        </p:nvSpPr>
        <p:spPr>
          <a:xfrm>
            <a:off x="9360775" y="2554591"/>
            <a:ext cx="518982" cy="506518"/>
          </a:xfrm>
        </p:spPr>
        <p:txBody>
          <a:bodyPr/>
          <a:lstStyle>
            <a:lvl1pPr>
              <a:defRPr sz="1200">
                <a:solidFill>
                  <a:schemeClr val="tx1"/>
                </a:solidFill>
              </a:defRPr>
            </a:lvl1pPr>
          </a:lstStyle>
          <a:p>
            <a:r>
              <a:rPr lang="en-RO"/>
              <a:t>Icon</a:t>
            </a:r>
          </a:p>
        </p:txBody>
      </p:sp>
      <p:sp>
        <p:nvSpPr>
          <p:cNvPr id="53" name="Picture Placeholder 24">
            <a:extLst>
              <a:ext uri="{FF2B5EF4-FFF2-40B4-BE49-F238E27FC236}">
                <a16:creationId xmlns:a16="http://schemas.microsoft.com/office/drawing/2014/main" id="{4F31C8C3-978A-8A6C-81EC-99F92EC2CA12}"/>
              </a:ext>
            </a:extLst>
          </p:cNvPr>
          <p:cNvSpPr>
            <a:spLocks noGrp="1"/>
          </p:cNvSpPr>
          <p:nvPr>
            <p:ph type="pic" sz="quarter" idx="63" hasCustomPrompt="1"/>
          </p:nvPr>
        </p:nvSpPr>
        <p:spPr>
          <a:xfrm>
            <a:off x="9360775" y="3298178"/>
            <a:ext cx="518982" cy="506518"/>
          </a:xfrm>
        </p:spPr>
        <p:txBody>
          <a:bodyPr/>
          <a:lstStyle>
            <a:lvl1pPr>
              <a:defRPr sz="1200">
                <a:solidFill>
                  <a:schemeClr val="tx1"/>
                </a:solidFill>
              </a:defRPr>
            </a:lvl1pPr>
          </a:lstStyle>
          <a:p>
            <a:r>
              <a:rPr lang="en-RO"/>
              <a:t>Icon</a:t>
            </a:r>
          </a:p>
        </p:txBody>
      </p:sp>
      <p:sp>
        <p:nvSpPr>
          <p:cNvPr id="54" name="Picture Placeholder 24">
            <a:extLst>
              <a:ext uri="{FF2B5EF4-FFF2-40B4-BE49-F238E27FC236}">
                <a16:creationId xmlns:a16="http://schemas.microsoft.com/office/drawing/2014/main" id="{B5D5E71F-6720-7DF0-6792-DE910EC12AB2}"/>
              </a:ext>
            </a:extLst>
          </p:cNvPr>
          <p:cNvSpPr>
            <a:spLocks noGrp="1"/>
          </p:cNvSpPr>
          <p:nvPr>
            <p:ph type="pic" sz="quarter" idx="64" hasCustomPrompt="1"/>
          </p:nvPr>
        </p:nvSpPr>
        <p:spPr>
          <a:xfrm>
            <a:off x="9360775" y="4041765"/>
            <a:ext cx="518982" cy="506518"/>
          </a:xfrm>
        </p:spPr>
        <p:txBody>
          <a:bodyPr/>
          <a:lstStyle>
            <a:lvl1pPr>
              <a:defRPr sz="1200">
                <a:solidFill>
                  <a:schemeClr val="tx1"/>
                </a:solidFill>
              </a:defRPr>
            </a:lvl1pPr>
          </a:lstStyle>
          <a:p>
            <a:r>
              <a:rPr lang="en-RO"/>
              <a:t>Icon</a:t>
            </a:r>
          </a:p>
        </p:txBody>
      </p:sp>
      <p:sp>
        <p:nvSpPr>
          <p:cNvPr id="55" name="Picture Placeholder 24">
            <a:extLst>
              <a:ext uri="{FF2B5EF4-FFF2-40B4-BE49-F238E27FC236}">
                <a16:creationId xmlns:a16="http://schemas.microsoft.com/office/drawing/2014/main" id="{B13E49E1-05BC-18C3-3208-DBF55B52736D}"/>
              </a:ext>
            </a:extLst>
          </p:cNvPr>
          <p:cNvSpPr>
            <a:spLocks noGrp="1"/>
          </p:cNvSpPr>
          <p:nvPr>
            <p:ph type="pic" sz="quarter" idx="65" hasCustomPrompt="1"/>
          </p:nvPr>
        </p:nvSpPr>
        <p:spPr>
          <a:xfrm>
            <a:off x="9360775" y="4785352"/>
            <a:ext cx="518982" cy="506518"/>
          </a:xfrm>
        </p:spPr>
        <p:txBody>
          <a:bodyPr/>
          <a:lstStyle>
            <a:lvl1pPr>
              <a:defRPr sz="1200">
                <a:solidFill>
                  <a:schemeClr val="tx1"/>
                </a:solidFill>
              </a:defRPr>
            </a:lvl1pPr>
          </a:lstStyle>
          <a:p>
            <a:r>
              <a:rPr lang="en-RO"/>
              <a:t>Icon</a:t>
            </a:r>
          </a:p>
        </p:txBody>
      </p:sp>
      <p:sp>
        <p:nvSpPr>
          <p:cNvPr id="56" name="Picture Placeholder 24">
            <a:extLst>
              <a:ext uri="{FF2B5EF4-FFF2-40B4-BE49-F238E27FC236}">
                <a16:creationId xmlns:a16="http://schemas.microsoft.com/office/drawing/2014/main" id="{BB37591B-8ABD-A0F1-A9A0-1D5C593E3653}"/>
              </a:ext>
            </a:extLst>
          </p:cNvPr>
          <p:cNvSpPr>
            <a:spLocks noGrp="1"/>
          </p:cNvSpPr>
          <p:nvPr>
            <p:ph type="pic" sz="quarter" idx="66" hasCustomPrompt="1"/>
          </p:nvPr>
        </p:nvSpPr>
        <p:spPr>
          <a:xfrm>
            <a:off x="9360775" y="5528941"/>
            <a:ext cx="518982" cy="506518"/>
          </a:xfrm>
        </p:spPr>
        <p:txBody>
          <a:bodyPr/>
          <a:lstStyle>
            <a:lvl1pPr>
              <a:defRPr sz="1200">
                <a:solidFill>
                  <a:schemeClr val="tx1"/>
                </a:solidFill>
              </a:defRPr>
            </a:lvl1pPr>
          </a:lstStyle>
          <a:p>
            <a:r>
              <a:rPr lang="en-RO"/>
              <a:t>Icon</a:t>
            </a:r>
          </a:p>
        </p:txBody>
      </p:sp>
      <p:sp>
        <p:nvSpPr>
          <p:cNvPr id="57" name="Text Placeholder 37">
            <a:extLst>
              <a:ext uri="{FF2B5EF4-FFF2-40B4-BE49-F238E27FC236}">
                <a16:creationId xmlns:a16="http://schemas.microsoft.com/office/drawing/2014/main" id="{789FBBBD-4AFC-600F-C9A2-BB7B5E387E1D}"/>
              </a:ext>
            </a:extLst>
          </p:cNvPr>
          <p:cNvSpPr>
            <a:spLocks noGrp="1"/>
          </p:cNvSpPr>
          <p:nvPr>
            <p:ph type="body" sz="quarter" idx="67" hasCustomPrompt="1"/>
          </p:nvPr>
        </p:nvSpPr>
        <p:spPr>
          <a:xfrm>
            <a:off x="493712" y="1970321"/>
            <a:ext cx="1557510"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PRODUCT 1</a:t>
            </a:r>
          </a:p>
        </p:txBody>
      </p:sp>
      <p:sp>
        <p:nvSpPr>
          <p:cNvPr id="58" name="Text Placeholder 20">
            <a:extLst>
              <a:ext uri="{FF2B5EF4-FFF2-40B4-BE49-F238E27FC236}">
                <a16:creationId xmlns:a16="http://schemas.microsoft.com/office/drawing/2014/main" id="{FEFA4B2E-0B1F-6D84-07A4-E036FA66E09C}"/>
              </a:ext>
            </a:extLst>
          </p:cNvPr>
          <p:cNvSpPr>
            <a:spLocks noGrp="1"/>
          </p:cNvSpPr>
          <p:nvPr>
            <p:ph type="body" sz="quarter" idx="68" hasCustomPrompt="1"/>
          </p:nvPr>
        </p:nvSpPr>
        <p:spPr>
          <a:xfrm>
            <a:off x="2525756" y="1267198"/>
            <a:ext cx="1596424" cy="321533"/>
          </a:xfrm>
        </p:spPr>
        <p:txBody>
          <a:bodyPr lIns="108000" rIns="108000" anchor="b"/>
          <a:lstStyle>
            <a:lvl1pPr algn="ctr">
              <a:defRPr sz="1600" b="1"/>
            </a:lvl1pPr>
          </a:lstStyle>
          <a:p>
            <a:pPr lvl="0"/>
            <a:r>
              <a:rPr lang="en-GB"/>
              <a:t>Criteria A</a:t>
            </a:r>
          </a:p>
        </p:txBody>
      </p:sp>
      <p:sp>
        <p:nvSpPr>
          <p:cNvPr id="59" name="Text Placeholder 20">
            <a:extLst>
              <a:ext uri="{FF2B5EF4-FFF2-40B4-BE49-F238E27FC236}">
                <a16:creationId xmlns:a16="http://schemas.microsoft.com/office/drawing/2014/main" id="{6C24D0DD-4079-9869-5AB3-6C584254DC4E}"/>
              </a:ext>
            </a:extLst>
          </p:cNvPr>
          <p:cNvSpPr>
            <a:spLocks noGrp="1"/>
          </p:cNvSpPr>
          <p:nvPr>
            <p:ph type="body" sz="quarter" idx="69" hasCustomPrompt="1"/>
          </p:nvPr>
        </p:nvSpPr>
        <p:spPr>
          <a:xfrm>
            <a:off x="4547739" y="1267198"/>
            <a:ext cx="1596424" cy="321533"/>
          </a:xfrm>
        </p:spPr>
        <p:txBody>
          <a:bodyPr lIns="108000" rIns="108000" anchor="b"/>
          <a:lstStyle>
            <a:lvl1pPr algn="ctr">
              <a:defRPr sz="1600" b="1"/>
            </a:lvl1pPr>
          </a:lstStyle>
          <a:p>
            <a:pPr lvl="0"/>
            <a:r>
              <a:rPr lang="en-GB"/>
              <a:t>Criteria B</a:t>
            </a:r>
          </a:p>
        </p:txBody>
      </p:sp>
      <p:sp>
        <p:nvSpPr>
          <p:cNvPr id="60" name="Text Placeholder 20">
            <a:extLst>
              <a:ext uri="{FF2B5EF4-FFF2-40B4-BE49-F238E27FC236}">
                <a16:creationId xmlns:a16="http://schemas.microsoft.com/office/drawing/2014/main" id="{AF8B50D7-5A49-E219-1114-2427C6D4602D}"/>
              </a:ext>
            </a:extLst>
          </p:cNvPr>
          <p:cNvSpPr>
            <a:spLocks noGrp="1"/>
          </p:cNvSpPr>
          <p:nvPr>
            <p:ph type="body" sz="quarter" idx="70" hasCustomPrompt="1"/>
          </p:nvPr>
        </p:nvSpPr>
        <p:spPr>
          <a:xfrm>
            <a:off x="6672753" y="1267198"/>
            <a:ext cx="1596424" cy="321533"/>
          </a:xfrm>
        </p:spPr>
        <p:txBody>
          <a:bodyPr lIns="108000" rIns="108000" anchor="b"/>
          <a:lstStyle>
            <a:lvl1pPr algn="ctr">
              <a:defRPr sz="1600" b="1"/>
            </a:lvl1pPr>
          </a:lstStyle>
          <a:p>
            <a:pPr lvl="0"/>
            <a:r>
              <a:rPr lang="en-GB"/>
              <a:t>Criteria C</a:t>
            </a:r>
          </a:p>
        </p:txBody>
      </p:sp>
      <p:sp>
        <p:nvSpPr>
          <p:cNvPr id="61" name="Text Placeholder 20">
            <a:extLst>
              <a:ext uri="{FF2B5EF4-FFF2-40B4-BE49-F238E27FC236}">
                <a16:creationId xmlns:a16="http://schemas.microsoft.com/office/drawing/2014/main" id="{AB900CA8-C197-73D9-B99C-F7F06AE83767}"/>
              </a:ext>
            </a:extLst>
          </p:cNvPr>
          <p:cNvSpPr>
            <a:spLocks noGrp="1"/>
          </p:cNvSpPr>
          <p:nvPr>
            <p:ph type="body" sz="quarter" idx="71" hasCustomPrompt="1"/>
          </p:nvPr>
        </p:nvSpPr>
        <p:spPr>
          <a:xfrm>
            <a:off x="8707615" y="1267198"/>
            <a:ext cx="1596424" cy="321533"/>
          </a:xfrm>
        </p:spPr>
        <p:txBody>
          <a:bodyPr lIns="108000" rIns="108000" anchor="b"/>
          <a:lstStyle>
            <a:lvl1pPr algn="ctr">
              <a:defRPr sz="1600" b="1"/>
            </a:lvl1pPr>
          </a:lstStyle>
          <a:p>
            <a:pPr lvl="0"/>
            <a:r>
              <a:rPr lang="en-GB"/>
              <a:t>Criteria D</a:t>
            </a:r>
          </a:p>
        </p:txBody>
      </p:sp>
      <p:sp>
        <p:nvSpPr>
          <p:cNvPr id="62" name="Text Placeholder 37">
            <a:extLst>
              <a:ext uri="{FF2B5EF4-FFF2-40B4-BE49-F238E27FC236}">
                <a16:creationId xmlns:a16="http://schemas.microsoft.com/office/drawing/2014/main" id="{8E589899-41F7-61BE-4877-7367570DE060}"/>
              </a:ext>
            </a:extLst>
          </p:cNvPr>
          <p:cNvSpPr>
            <a:spLocks noGrp="1"/>
          </p:cNvSpPr>
          <p:nvPr>
            <p:ph type="body" sz="quarter" idx="72" hasCustomPrompt="1"/>
          </p:nvPr>
        </p:nvSpPr>
        <p:spPr>
          <a:xfrm>
            <a:off x="493712" y="5576405"/>
            <a:ext cx="1557510"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PRODUCT 6</a:t>
            </a:r>
          </a:p>
        </p:txBody>
      </p:sp>
      <p:sp>
        <p:nvSpPr>
          <p:cNvPr id="63" name="Text Placeholder 37">
            <a:extLst>
              <a:ext uri="{FF2B5EF4-FFF2-40B4-BE49-F238E27FC236}">
                <a16:creationId xmlns:a16="http://schemas.microsoft.com/office/drawing/2014/main" id="{424FB23E-0750-478F-FFDB-380F77739034}"/>
              </a:ext>
            </a:extLst>
          </p:cNvPr>
          <p:cNvSpPr>
            <a:spLocks noGrp="1"/>
          </p:cNvSpPr>
          <p:nvPr>
            <p:ph type="body" sz="quarter" idx="73" hasCustomPrompt="1"/>
          </p:nvPr>
        </p:nvSpPr>
        <p:spPr>
          <a:xfrm>
            <a:off x="493712" y="4855189"/>
            <a:ext cx="1557510"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PRODUCT 5</a:t>
            </a:r>
          </a:p>
        </p:txBody>
      </p:sp>
      <p:sp>
        <p:nvSpPr>
          <p:cNvPr id="64" name="Text Placeholder 37">
            <a:extLst>
              <a:ext uri="{FF2B5EF4-FFF2-40B4-BE49-F238E27FC236}">
                <a16:creationId xmlns:a16="http://schemas.microsoft.com/office/drawing/2014/main" id="{18F4969F-437C-FE07-C6FD-7AF9C9405549}"/>
              </a:ext>
            </a:extLst>
          </p:cNvPr>
          <p:cNvSpPr>
            <a:spLocks noGrp="1"/>
          </p:cNvSpPr>
          <p:nvPr>
            <p:ph type="body" sz="quarter" idx="74" hasCustomPrompt="1"/>
          </p:nvPr>
        </p:nvSpPr>
        <p:spPr>
          <a:xfrm>
            <a:off x="493712" y="4133972"/>
            <a:ext cx="1557510"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PRODUCT 4</a:t>
            </a:r>
          </a:p>
        </p:txBody>
      </p:sp>
      <p:sp>
        <p:nvSpPr>
          <p:cNvPr id="65" name="Text Placeholder 37">
            <a:extLst>
              <a:ext uri="{FF2B5EF4-FFF2-40B4-BE49-F238E27FC236}">
                <a16:creationId xmlns:a16="http://schemas.microsoft.com/office/drawing/2014/main" id="{C59A4A1C-BC91-8854-6004-B622A22E9EFF}"/>
              </a:ext>
            </a:extLst>
          </p:cNvPr>
          <p:cNvSpPr>
            <a:spLocks noGrp="1"/>
          </p:cNvSpPr>
          <p:nvPr>
            <p:ph type="body" sz="quarter" idx="75" hasCustomPrompt="1"/>
          </p:nvPr>
        </p:nvSpPr>
        <p:spPr>
          <a:xfrm>
            <a:off x="493712" y="3412755"/>
            <a:ext cx="1557510"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PRODUCT 3</a:t>
            </a:r>
          </a:p>
        </p:txBody>
      </p:sp>
      <p:sp>
        <p:nvSpPr>
          <p:cNvPr id="66" name="Text Placeholder 37">
            <a:extLst>
              <a:ext uri="{FF2B5EF4-FFF2-40B4-BE49-F238E27FC236}">
                <a16:creationId xmlns:a16="http://schemas.microsoft.com/office/drawing/2014/main" id="{AFC4003C-2D78-6DD2-FDDC-B282F51318C7}"/>
              </a:ext>
            </a:extLst>
          </p:cNvPr>
          <p:cNvSpPr>
            <a:spLocks noGrp="1"/>
          </p:cNvSpPr>
          <p:nvPr>
            <p:ph type="body" sz="quarter" idx="76" hasCustomPrompt="1"/>
          </p:nvPr>
        </p:nvSpPr>
        <p:spPr>
          <a:xfrm>
            <a:off x="493712" y="2691538"/>
            <a:ext cx="1557510"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PRODUCT 2</a:t>
            </a:r>
          </a:p>
        </p:txBody>
      </p:sp>
    </p:spTree>
    <p:extLst>
      <p:ext uri="{BB962C8B-B14F-4D97-AF65-F5344CB8AC3E}">
        <p14:creationId xmlns:p14="http://schemas.microsoft.com/office/powerpoint/2010/main" val="61047625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ontent Slide Stages">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algn="l">
              <a:defRPr sz="2800" b="1">
                <a:solidFill>
                  <a:srgbClr val="0E0D72"/>
                </a:solidFill>
              </a:defRPr>
            </a:lvl1pPr>
          </a:lstStyle>
          <a:p>
            <a:r>
              <a:rPr lang="en-US"/>
              <a:t>STAGES</a:t>
            </a:r>
          </a:p>
        </p:txBody>
      </p:sp>
      <p:sp>
        <p:nvSpPr>
          <p:cNvPr id="40" name="Text Placeholder 37">
            <a:extLst>
              <a:ext uri="{FF2B5EF4-FFF2-40B4-BE49-F238E27FC236}">
                <a16:creationId xmlns:a16="http://schemas.microsoft.com/office/drawing/2014/main" id="{CE148A68-EEA2-35E5-A0C8-5E7224E32AD3}"/>
              </a:ext>
            </a:extLst>
          </p:cNvPr>
          <p:cNvSpPr>
            <a:spLocks noGrp="1"/>
          </p:cNvSpPr>
          <p:nvPr>
            <p:ph type="body" sz="quarter" idx="67" hasCustomPrompt="1"/>
          </p:nvPr>
        </p:nvSpPr>
        <p:spPr>
          <a:xfrm>
            <a:off x="493711" y="1718713"/>
            <a:ext cx="2030547"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QUESTION 1</a:t>
            </a:r>
          </a:p>
        </p:txBody>
      </p:sp>
      <p:sp>
        <p:nvSpPr>
          <p:cNvPr id="41" name="Text Placeholder 37">
            <a:extLst>
              <a:ext uri="{FF2B5EF4-FFF2-40B4-BE49-F238E27FC236}">
                <a16:creationId xmlns:a16="http://schemas.microsoft.com/office/drawing/2014/main" id="{D04228B9-9383-D64A-5D88-8EBEE94EE532}"/>
              </a:ext>
            </a:extLst>
          </p:cNvPr>
          <p:cNvSpPr>
            <a:spLocks noGrp="1"/>
          </p:cNvSpPr>
          <p:nvPr>
            <p:ph type="body" sz="quarter" idx="72" hasCustomPrompt="1"/>
          </p:nvPr>
        </p:nvSpPr>
        <p:spPr>
          <a:xfrm>
            <a:off x="493711" y="5324797"/>
            <a:ext cx="2030547"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QUESTION 6</a:t>
            </a:r>
          </a:p>
        </p:txBody>
      </p:sp>
      <p:sp>
        <p:nvSpPr>
          <p:cNvPr id="42" name="Text Placeholder 37">
            <a:extLst>
              <a:ext uri="{FF2B5EF4-FFF2-40B4-BE49-F238E27FC236}">
                <a16:creationId xmlns:a16="http://schemas.microsoft.com/office/drawing/2014/main" id="{594A6C2A-1AC6-AE94-CC5C-C7DA72C350FA}"/>
              </a:ext>
            </a:extLst>
          </p:cNvPr>
          <p:cNvSpPr>
            <a:spLocks noGrp="1"/>
          </p:cNvSpPr>
          <p:nvPr>
            <p:ph type="body" sz="quarter" idx="73" hasCustomPrompt="1"/>
          </p:nvPr>
        </p:nvSpPr>
        <p:spPr>
          <a:xfrm>
            <a:off x="493711" y="4603581"/>
            <a:ext cx="2030547"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QUESTION 5</a:t>
            </a:r>
          </a:p>
        </p:txBody>
      </p:sp>
      <p:sp>
        <p:nvSpPr>
          <p:cNvPr id="43" name="Text Placeholder 37">
            <a:extLst>
              <a:ext uri="{FF2B5EF4-FFF2-40B4-BE49-F238E27FC236}">
                <a16:creationId xmlns:a16="http://schemas.microsoft.com/office/drawing/2014/main" id="{3A7E4206-A4A7-880E-0465-63B31B298C88}"/>
              </a:ext>
            </a:extLst>
          </p:cNvPr>
          <p:cNvSpPr>
            <a:spLocks noGrp="1"/>
          </p:cNvSpPr>
          <p:nvPr>
            <p:ph type="body" sz="quarter" idx="74" hasCustomPrompt="1"/>
          </p:nvPr>
        </p:nvSpPr>
        <p:spPr>
          <a:xfrm>
            <a:off x="493711" y="3882364"/>
            <a:ext cx="2030547"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QUESTION 4</a:t>
            </a:r>
          </a:p>
        </p:txBody>
      </p:sp>
      <p:sp>
        <p:nvSpPr>
          <p:cNvPr id="44" name="Text Placeholder 37">
            <a:extLst>
              <a:ext uri="{FF2B5EF4-FFF2-40B4-BE49-F238E27FC236}">
                <a16:creationId xmlns:a16="http://schemas.microsoft.com/office/drawing/2014/main" id="{901139B3-C768-17FE-F027-372AB21C6DAF}"/>
              </a:ext>
            </a:extLst>
          </p:cNvPr>
          <p:cNvSpPr>
            <a:spLocks noGrp="1"/>
          </p:cNvSpPr>
          <p:nvPr>
            <p:ph type="body" sz="quarter" idx="75" hasCustomPrompt="1"/>
          </p:nvPr>
        </p:nvSpPr>
        <p:spPr>
          <a:xfrm>
            <a:off x="493711" y="3161147"/>
            <a:ext cx="2030547"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QUESTION 3</a:t>
            </a:r>
          </a:p>
        </p:txBody>
      </p:sp>
      <p:sp>
        <p:nvSpPr>
          <p:cNvPr id="45" name="Text Placeholder 37">
            <a:extLst>
              <a:ext uri="{FF2B5EF4-FFF2-40B4-BE49-F238E27FC236}">
                <a16:creationId xmlns:a16="http://schemas.microsoft.com/office/drawing/2014/main" id="{372D4A8B-8495-249F-0E16-219322FE2ACC}"/>
              </a:ext>
            </a:extLst>
          </p:cNvPr>
          <p:cNvSpPr>
            <a:spLocks noGrp="1"/>
          </p:cNvSpPr>
          <p:nvPr>
            <p:ph type="body" sz="quarter" idx="76" hasCustomPrompt="1"/>
          </p:nvPr>
        </p:nvSpPr>
        <p:spPr>
          <a:xfrm>
            <a:off x="493711" y="2439930"/>
            <a:ext cx="2030547"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QUESTION 2</a:t>
            </a:r>
          </a:p>
        </p:txBody>
      </p:sp>
      <p:sp>
        <p:nvSpPr>
          <p:cNvPr id="46" name="Text Placeholder 55">
            <a:extLst>
              <a:ext uri="{FF2B5EF4-FFF2-40B4-BE49-F238E27FC236}">
                <a16:creationId xmlns:a16="http://schemas.microsoft.com/office/drawing/2014/main" id="{3CAF87A5-1814-8C9F-2CA9-77B26AA483A2}"/>
              </a:ext>
            </a:extLst>
          </p:cNvPr>
          <p:cNvSpPr>
            <a:spLocks noGrp="1"/>
          </p:cNvSpPr>
          <p:nvPr>
            <p:ph type="body" sz="quarter" idx="60" hasCustomPrompt="1"/>
          </p:nvPr>
        </p:nvSpPr>
        <p:spPr>
          <a:xfrm>
            <a:off x="3227768" y="1716396"/>
            <a:ext cx="5998425" cy="427300"/>
          </a:xfrm>
        </p:spPr>
        <p:txBody>
          <a:bodyPr lIns="108000" rIns="0" anchor="ctr"/>
          <a:lstStyle>
            <a:lvl1pPr algn="l">
              <a:defRPr sz="1600"/>
            </a:lvl1pPr>
          </a:lstStyle>
          <a:p>
            <a:pPr lvl="0"/>
            <a:r>
              <a:rPr lang="en-GB"/>
              <a:t>Answer 1</a:t>
            </a:r>
            <a:endParaRPr lang="en-RO"/>
          </a:p>
        </p:txBody>
      </p:sp>
      <p:sp>
        <p:nvSpPr>
          <p:cNvPr id="47" name="Text Placeholder 55">
            <a:extLst>
              <a:ext uri="{FF2B5EF4-FFF2-40B4-BE49-F238E27FC236}">
                <a16:creationId xmlns:a16="http://schemas.microsoft.com/office/drawing/2014/main" id="{DCC69750-09F7-5FFC-1CB9-4347C5F7D6C9}"/>
              </a:ext>
            </a:extLst>
          </p:cNvPr>
          <p:cNvSpPr>
            <a:spLocks noGrp="1"/>
          </p:cNvSpPr>
          <p:nvPr>
            <p:ph type="body" sz="quarter" idx="77" hasCustomPrompt="1"/>
          </p:nvPr>
        </p:nvSpPr>
        <p:spPr>
          <a:xfrm>
            <a:off x="3227768" y="2435296"/>
            <a:ext cx="5998425" cy="427300"/>
          </a:xfrm>
        </p:spPr>
        <p:txBody>
          <a:bodyPr lIns="108000" rIns="0" anchor="ctr"/>
          <a:lstStyle>
            <a:lvl1pPr algn="l">
              <a:defRPr sz="1600"/>
            </a:lvl1pPr>
          </a:lstStyle>
          <a:p>
            <a:pPr lvl="0"/>
            <a:r>
              <a:rPr lang="en-GB"/>
              <a:t>Answer 2</a:t>
            </a:r>
            <a:endParaRPr lang="en-RO"/>
          </a:p>
        </p:txBody>
      </p:sp>
      <p:sp>
        <p:nvSpPr>
          <p:cNvPr id="48" name="Text Placeholder 55">
            <a:extLst>
              <a:ext uri="{FF2B5EF4-FFF2-40B4-BE49-F238E27FC236}">
                <a16:creationId xmlns:a16="http://schemas.microsoft.com/office/drawing/2014/main" id="{53CA8085-8613-B444-2846-1D394C77520C}"/>
              </a:ext>
            </a:extLst>
          </p:cNvPr>
          <p:cNvSpPr>
            <a:spLocks noGrp="1"/>
          </p:cNvSpPr>
          <p:nvPr>
            <p:ph type="body" sz="quarter" idx="78" hasCustomPrompt="1"/>
          </p:nvPr>
        </p:nvSpPr>
        <p:spPr>
          <a:xfrm>
            <a:off x="3227768" y="3165052"/>
            <a:ext cx="5998425" cy="427300"/>
          </a:xfrm>
        </p:spPr>
        <p:txBody>
          <a:bodyPr lIns="108000" rIns="0" anchor="ctr"/>
          <a:lstStyle>
            <a:lvl1pPr algn="l">
              <a:defRPr sz="1600"/>
            </a:lvl1pPr>
          </a:lstStyle>
          <a:p>
            <a:pPr lvl="0"/>
            <a:r>
              <a:rPr lang="en-GB"/>
              <a:t>Answer 3</a:t>
            </a:r>
            <a:endParaRPr lang="en-RO"/>
          </a:p>
        </p:txBody>
      </p:sp>
      <p:sp>
        <p:nvSpPr>
          <p:cNvPr id="49" name="Text Placeholder 55">
            <a:extLst>
              <a:ext uri="{FF2B5EF4-FFF2-40B4-BE49-F238E27FC236}">
                <a16:creationId xmlns:a16="http://schemas.microsoft.com/office/drawing/2014/main" id="{407061BD-05EE-B07C-2243-AEA6CD72E7E6}"/>
              </a:ext>
            </a:extLst>
          </p:cNvPr>
          <p:cNvSpPr>
            <a:spLocks noGrp="1"/>
          </p:cNvSpPr>
          <p:nvPr>
            <p:ph type="body" sz="quarter" idx="79" hasCustomPrompt="1"/>
          </p:nvPr>
        </p:nvSpPr>
        <p:spPr>
          <a:xfrm>
            <a:off x="3227768" y="3883952"/>
            <a:ext cx="5998425" cy="427300"/>
          </a:xfrm>
        </p:spPr>
        <p:txBody>
          <a:bodyPr lIns="108000" rIns="0" anchor="ctr"/>
          <a:lstStyle>
            <a:lvl1pPr algn="l">
              <a:defRPr sz="1600"/>
            </a:lvl1pPr>
          </a:lstStyle>
          <a:p>
            <a:pPr lvl="0"/>
            <a:r>
              <a:rPr lang="en-GB"/>
              <a:t>Answer 4</a:t>
            </a:r>
            <a:endParaRPr lang="en-RO"/>
          </a:p>
        </p:txBody>
      </p:sp>
      <p:sp>
        <p:nvSpPr>
          <p:cNvPr id="50" name="Text Placeholder 55">
            <a:extLst>
              <a:ext uri="{FF2B5EF4-FFF2-40B4-BE49-F238E27FC236}">
                <a16:creationId xmlns:a16="http://schemas.microsoft.com/office/drawing/2014/main" id="{D65B776A-3B08-3BDF-0EBC-90FA32DB8FAF}"/>
              </a:ext>
            </a:extLst>
          </p:cNvPr>
          <p:cNvSpPr>
            <a:spLocks noGrp="1"/>
          </p:cNvSpPr>
          <p:nvPr>
            <p:ph type="body" sz="quarter" idx="80" hasCustomPrompt="1"/>
          </p:nvPr>
        </p:nvSpPr>
        <p:spPr>
          <a:xfrm>
            <a:off x="3227768" y="4603434"/>
            <a:ext cx="5998425" cy="427300"/>
          </a:xfrm>
        </p:spPr>
        <p:txBody>
          <a:bodyPr lIns="108000" rIns="0" anchor="ctr"/>
          <a:lstStyle>
            <a:lvl1pPr algn="l">
              <a:defRPr sz="1600"/>
            </a:lvl1pPr>
          </a:lstStyle>
          <a:p>
            <a:pPr lvl="0"/>
            <a:r>
              <a:rPr lang="en-GB"/>
              <a:t>Answer 5</a:t>
            </a:r>
            <a:endParaRPr lang="en-RO"/>
          </a:p>
        </p:txBody>
      </p:sp>
      <p:sp>
        <p:nvSpPr>
          <p:cNvPr id="51" name="Text Placeholder 55">
            <a:extLst>
              <a:ext uri="{FF2B5EF4-FFF2-40B4-BE49-F238E27FC236}">
                <a16:creationId xmlns:a16="http://schemas.microsoft.com/office/drawing/2014/main" id="{14179B4D-A45E-8A14-D5D9-4EFA0F949A5A}"/>
              </a:ext>
            </a:extLst>
          </p:cNvPr>
          <p:cNvSpPr>
            <a:spLocks noGrp="1"/>
          </p:cNvSpPr>
          <p:nvPr>
            <p:ph type="body" sz="quarter" idx="81" hasCustomPrompt="1"/>
          </p:nvPr>
        </p:nvSpPr>
        <p:spPr>
          <a:xfrm>
            <a:off x="3227768" y="5322334"/>
            <a:ext cx="5998425" cy="427300"/>
          </a:xfrm>
        </p:spPr>
        <p:txBody>
          <a:bodyPr lIns="108000" rIns="0" anchor="ctr"/>
          <a:lstStyle>
            <a:lvl1pPr algn="l">
              <a:defRPr sz="1600"/>
            </a:lvl1pPr>
          </a:lstStyle>
          <a:p>
            <a:pPr lvl="0"/>
            <a:r>
              <a:rPr lang="en-GB"/>
              <a:t>Answer 6</a:t>
            </a:r>
            <a:endParaRPr lang="en-RO"/>
          </a:p>
        </p:txBody>
      </p:sp>
    </p:spTree>
    <p:extLst>
      <p:ext uri="{BB962C8B-B14F-4D97-AF65-F5344CB8AC3E}">
        <p14:creationId xmlns:p14="http://schemas.microsoft.com/office/powerpoint/2010/main" val="269018852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tent Slide Timeline">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algn="l">
              <a:defRPr sz="2800" b="1">
                <a:solidFill>
                  <a:srgbClr val="002060"/>
                </a:solidFill>
              </a:defRPr>
            </a:lvl1pPr>
          </a:lstStyle>
          <a:p>
            <a:r>
              <a:rPr lang="en-US"/>
              <a:t>ACCOUNT GROWTH</a:t>
            </a:r>
          </a:p>
        </p:txBody>
      </p:sp>
      <p:cxnSp>
        <p:nvCxnSpPr>
          <p:cNvPr id="4" name="Straight Connector 3">
            <a:extLst>
              <a:ext uri="{FF2B5EF4-FFF2-40B4-BE49-F238E27FC236}">
                <a16:creationId xmlns:a16="http://schemas.microsoft.com/office/drawing/2014/main" id="{E3E913ED-1A9C-0111-16E3-FFA01C37B4CE}"/>
              </a:ext>
            </a:extLst>
          </p:cNvPr>
          <p:cNvCxnSpPr>
            <a:cxnSpLocks/>
          </p:cNvCxnSpPr>
          <p:nvPr userDrawn="1"/>
        </p:nvCxnSpPr>
        <p:spPr>
          <a:xfrm>
            <a:off x="493712" y="3578087"/>
            <a:ext cx="11202978" cy="0"/>
          </a:xfrm>
          <a:prstGeom prst="line">
            <a:avLst/>
          </a:prstGeom>
          <a:ln w="31750" cap="rnd">
            <a:gradFill>
              <a:gsLst>
                <a:gs pos="0">
                  <a:srgbClr val="01B0FE"/>
                </a:gs>
                <a:gs pos="100000">
                  <a:schemeClr val="accent2"/>
                </a:gs>
              </a:gsLst>
              <a:lin ang="0" scaled="0"/>
            </a:gradFill>
            <a:round/>
            <a:headEnd type="none" w="lg" len="lg"/>
            <a:tailEnd type="arrow" w="lg" len="med"/>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E5F09012-56A3-8311-F818-D8C28A756D28}"/>
              </a:ext>
            </a:extLst>
          </p:cNvPr>
          <p:cNvSpPr/>
          <p:nvPr userDrawn="1"/>
        </p:nvSpPr>
        <p:spPr>
          <a:xfrm>
            <a:off x="1231943" y="3498574"/>
            <a:ext cx="159026" cy="159026"/>
          </a:xfrm>
          <a:prstGeom prst="ellipse">
            <a:avLst/>
          </a:prstGeom>
          <a:solidFill>
            <a:schemeClr val="accent2"/>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sp>
        <p:nvSpPr>
          <p:cNvPr id="14" name="Oval 13">
            <a:extLst>
              <a:ext uri="{FF2B5EF4-FFF2-40B4-BE49-F238E27FC236}">
                <a16:creationId xmlns:a16="http://schemas.microsoft.com/office/drawing/2014/main" id="{8C3F5292-754B-D4A5-DB2A-A8BE57C0C0B1}"/>
              </a:ext>
            </a:extLst>
          </p:cNvPr>
          <p:cNvSpPr/>
          <p:nvPr userDrawn="1"/>
        </p:nvSpPr>
        <p:spPr>
          <a:xfrm>
            <a:off x="3577640" y="3498574"/>
            <a:ext cx="159026" cy="159026"/>
          </a:xfrm>
          <a:prstGeom prst="ellipse">
            <a:avLst/>
          </a:prstGeom>
          <a:solidFill>
            <a:schemeClr val="accent2"/>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sp>
        <p:nvSpPr>
          <p:cNvPr id="15" name="Oval 14">
            <a:extLst>
              <a:ext uri="{FF2B5EF4-FFF2-40B4-BE49-F238E27FC236}">
                <a16:creationId xmlns:a16="http://schemas.microsoft.com/office/drawing/2014/main" id="{9829D20C-6783-8673-7671-FF711D6EEC85}"/>
              </a:ext>
            </a:extLst>
          </p:cNvPr>
          <p:cNvSpPr/>
          <p:nvPr userDrawn="1"/>
        </p:nvSpPr>
        <p:spPr>
          <a:xfrm>
            <a:off x="5923337" y="3498574"/>
            <a:ext cx="159026" cy="159026"/>
          </a:xfrm>
          <a:prstGeom prst="ellipse">
            <a:avLst/>
          </a:prstGeom>
          <a:solidFill>
            <a:schemeClr val="accent2"/>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sp>
        <p:nvSpPr>
          <p:cNvPr id="16" name="Oval 15">
            <a:extLst>
              <a:ext uri="{FF2B5EF4-FFF2-40B4-BE49-F238E27FC236}">
                <a16:creationId xmlns:a16="http://schemas.microsoft.com/office/drawing/2014/main" id="{01ED54B9-94D6-3298-DAA0-7B164FC16B6D}"/>
              </a:ext>
            </a:extLst>
          </p:cNvPr>
          <p:cNvSpPr/>
          <p:nvPr userDrawn="1"/>
        </p:nvSpPr>
        <p:spPr>
          <a:xfrm>
            <a:off x="8269034" y="3498574"/>
            <a:ext cx="159026" cy="159026"/>
          </a:xfrm>
          <a:prstGeom prst="ellipse">
            <a:avLst/>
          </a:prstGeom>
          <a:solidFill>
            <a:schemeClr val="accent2"/>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sp>
        <p:nvSpPr>
          <p:cNvPr id="17" name="Oval 16">
            <a:extLst>
              <a:ext uri="{FF2B5EF4-FFF2-40B4-BE49-F238E27FC236}">
                <a16:creationId xmlns:a16="http://schemas.microsoft.com/office/drawing/2014/main" id="{42DC7183-3234-105F-8D60-DD77DCFBC975}"/>
              </a:ext>
            </a:extLst>
          </p:cNvPr>
          <p:cNvSpPr/>
          <p:nvPr userDrawn="1"/>
        </p:nvSpPr>
        <p:spPr>
          <a:xfrm>
            <a:off x="10614730" y="3498574"/>
            <a:ext cx="159026" cy="159026"/>
          </a:xfrm>
          <a:prstGeom prst="ellipse">
            <a:avLst/>
          </a:prstGeom>
          <a:solidFill>
            <a:schemeClr val="accent2"/>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sp>
        <p:nvSpPr>
          <p:cNvPr id="20" name="Picture Placeholder 24">
            <a:extLst>
              <a:ext uri="{FF2B5EF4-FFF2-40B4-BE49-F238E27FC236}">
                <a16:creationId xmlns:a16="http://schemas.microsoft.com/office/drawing/2014/main" id="{8A716419-F524-9FF1-6125-980C21ABF35B}"/>
              </a:ext>
            </a:extLst>
          </p:cNvPr>
          <p:cNvSpPr>
            <a:spLocks noGrp="1"/>
          </p:cNvSpPr>
          <p:nvPr>
            <p:ph type="pic" sz="quarter" idx="18" hasCustomPrompt="1"/>
          </p:nvPr>
        </p:nvSpPr>
        <p:spPr>
          <a:xfrm>
            <a:off x="862337" y="2044095"/>
            <a:ext cx="898238" cy="876665"/>
          </a:xfrm>
        </p:spPr>
        <p:txBody>
          <a:bodyPr/>
          <a:lstStyle>
            <a:lvl1pPr>
              <a:defRPr sz="1200">
                <a:solidFill>
                  <a:schemeClr val="tx1"/>
                </a:solidFill>
              </a:defRPr>
            </a:lvl1pPr>
          </a:lstStyle>
          <a:p>
            <a:r>
              <a:rPr lang="en-RO"/>
              <a:t>Icon</a:t>
            </a:r>
          </a:p>
        </p:txBody>
      </p:sp>
      <p:sp>
        <p:nvSpPr>
          <p:cNvPr id="28" name="Picture Placeholder 24">
            <a:extLst>
              <a:ext uri="{FF2B5EF4-FFF2-40B4-BE49-F238E27FC236}">
                <a16:creationId xmlns:a16="http://schemas.microsoft.com/office/drawing/2014/main" id="{450F2FA3-74EE-E87C-E258-BCCCA09743B0}"/>
              </a:ext>
            </a:extLst>
          </p:cNvPr>
          <p:cNvSpPr>
            <a:spLocks noGrp="1"/>
          </p:cNvSpPr>
          <p:nvPr>
            <p:ph type="pic" sz="quarter" idx="23" hasCustomPrompt="1"/>
          </p:nvPr>
        </p:nvSpPr>
        <p:spPr>
          <a:xfrm>
            <a:off x="3213651" y="2044095"/>
            <a:ext cx="898238" cy="876665"/>
          </a:xfrm>
        </p:spPr>
        <p:txBody>
          <a:bodyPr/>
          <a:lstStyle>
            <a:lvl1pPr>
              <a:defRPr sz="1200">
                <a:solidFill>
                  <a:schemeClr val="tx1"/>
                </a:solidFill>
              </a:defRPr>
            </a:lvl1pPr>
          </a:lstStyle>
          <a:p>
            <a:r>
              <a:rPr lang="en-RO"/>
              <a:t>Icon</a:t>
            </a:r>
          </a:p>
        </p:txBody>
      </p:sp>
      <p:sp>
        <p:nvSpPr>
          <p:cNvPr id="32" name="Picture Placeholder 24">
            <a:extLst>
              <a:ext uri="{FF2B5EF4-FFF2-40B4-BE49-F238E27FC236}">
                <a16:creationId xmlns:a16="http://schemas.microsoft.com/office/drawing/2014/main" id="{61A88803-6D38-BC91-AC27-1E0D686194BB}"/>
              </a:ext>
            </a:extLst>
          </p:cNvPr>
          <p:cNvSpPr>
            <a:spLocks noGrp="1"/>
          </p:cNvSpPr>
          <p:nvPr>
            <p:ph type="pic" sz="quarter" idx="27" hasCustomPrompt="1"/>
          </p:nvPr>
        </p:nvSpPr>
        <p:spPr>
          <a:xfrm>
            <a:off x="5535937" y="2044095"/>
            <a:ext cx="898238" cy="876665"/>
          </a:xfrm>
        </p:spPr>
        <p:txBody>
          <a:bodyPr/>
          <a:lstStyle>
            <a:lvl1pPr>
              <a:defRPr sz="1200">
                <a:solidFill>
                  <a:schemeClr val="tx1"/>
                </a:solidFill>
              </a:defRPr>
            </a:lvl1pPr>
          </a:lstStyle>
          <a:p>
            <a:r>
              <a:rPr lang="en-RO"/>
              <a:t>Icon</a:t>
            </a:r>
          </a:p>
        </p:txBody>
      </p:sp>
      <p:sp>
        <p:nvSpPr>
          <p:cNvPr id="41" name="Picture Placeholder 24">
            <a:extLst>
              <a:ext uri="{FF2B5EF4-FFF2-40B4-BE49-F238E27FC236}">
                <a16:creationId xmlns:a16="http://schemas.microsoft.com/office/drawing/2014/main" id="{35AEE275-FE36-1675-236F-727297EC7C4A}"/>
              </a:ext>
            </a:extLst>
          </p:cNvPr>
          <p:cNvSpPr>
            <a:spLocks noGrp="1"/>
          </p:cNvSpPr>
          <p:nvPr>
            <p:ph type="pic" sz="quarter" idx="31" hasCustomPrompt="1"/>
          </p:nvPr>
        </p:nvSpPr>
        <p:spPr>
          <a:xfrm>
            <a:off x="7916280" y="2044095"/>
            <a:ext cx="898238" cy="876665"/>
          </a:xfrm>
        </p:spPr>
        <p:txBody>
          <a:bodyPr/>
          <a:lstStyle>
            <a:lvl1pPr>
              <a:defRPr sz="1200">
                <a:solidFill>
                  <a:schemeClr val="tx1"/>
                </a:solidFill>
              </a:defRPr>
            </a:lvl1pPr>
          </a:lstStyle>
          <a:p>
            <a:r>
              <a:rPr lang="en-RO"/>
              <a:t>Icon</a:t>
            </a:r>
          </a:p>
        </p:txBody>
      </p:sp>
      <p:sp>
        <p:nvSpPr>
          <p:cNvPr id="45" name="Picture Placeholder 24">
            <a:extLst>
              <a:ext uri="{FF2B5EF4-FFF2-40B4-BE49-F238E27FC236}">
                <a16:creationId xmlns:a16="http://schemas.microsoft.com/office/drawing/2014/main" id="{F3413C32-BBFF-3FF0-469C-67493D6D5DC2}"/>
              </a:ext>
            </a:extLst>
          </p:cNvPr>
          <p:cNvSpPr>
            <a:spLocks noGrp="1"/>
          </p:cNvSpPr>
          <p:nvPr>
            <p:ph type="pic" sz="quarter" idx="35" hasCustomPrompt="1"/>
          </p:nvPr>
        </p:nvSpPr>
        <p:spPr>
          <a:xfrm>
            <a:off x="10234756" y="2044095"/>
            <a:ext cx="898238" cy="876665"/>
          </a:xfrm>
        </p:spPr>
        <p:txBody>
          <a:bodyPr/>
          <a:lstStyle>
            <a:lvl1pPr>
              <a:defRPr sz="1200">
                <a:solidFill>
                  <a:schemeClr val="tx1"/>
                </a:solidFill>
              </a:defRPr>
            </a:lvl1pPr>
          </a:lstStyle>
          <a:p>
            <a:r>
              <a:rPr lang="en-RO"/>
              <a:t>Icon</a:t>
            </a:r>
          </a:p>
        </p:txBody>
      </p:sp>
      <p:sp>
        <p:nvSpPr>
          <p:cNvPr id="48" name="Text Placeholder 47">
            <a:extLst>
              <a:ext uri="{FF2B5EF4-FFF2-40B4-BE49-F238E27FC236}">
                <a16:creationId xmlns:a16="http://schemas.microsoft.com/office/drawing/2014/main" id="{244BC2B1-B371-AA13-D98C-37A949609C63}"/>
              </a:ext>
            </a:extLst>
          </p:cNvPr>
          <p:cNvSpPr>
            <a:spLocks noGrp="1"/>
          </p:cNvSpPr>
          <p:nvPr>
            <p:ph type="body" sz="quarter" idx="37" hasCustomPrompt="1"/>
          </p:nvPr>
        </p:nvSpPr>
        <p:spPr>
          <a:xfrm>
            <a:off x="495715" y="3111500"/>
            <a:ext cx="1631482" cy="231775"/>
          </a:xfrm>
        </p:spPr>
        <p:txBody>
          <a:bodyPr anchor="b"/>
          <a:lstStyle>
            <a:lvl1pPr algn="ctr">
              <a:defRPr sz="1400" b="1" i="0">
                <a:solidFill>
                  <a:srgbClr val="0E0D72"/>
                </a:solidFill>
                <a:latin typeface="ES Build Neutral" pitchFamily="2" charset="77"/>
                <a:ea typeface="ES Build Neutral" pitchFamily="2" charset="77"/>
              </a:defRPr>
            </a:lvl1pPr>
          </a:lstStyle>
          <a:p>
            <a:pPr lvl="0"/>
            <a:r>
              <a:rPr lang="en-GB"/>
              <a:t>YEAR</a:t>
            </a:r>
            <a:endParaRPr lang="en-RO"/>
          </a:p>
        </p:txBody>
      </p:sp>
      <p:sp>
        <p:nvSpPr>
          <p:cNvPr id="50" name="Text Placeholder 49">
            <a:extLst>
              <a:ext uri="{FF2B5EF4-FFF2-40B4-BE49-F238E27FC236}">
                <a16:creationId xmlns:a16="http://schemas.microsoft.com/office/drawing/2014/main" id="{7936017C-3902-669B-A068-25EF6774D694}"/>
              </a:ext>
            </a:extLst>
          </p:cNvPr>
          <p:cNvSpPr>
            <a:spLocks noGrp="1"/>
          </p:cNvSpPr>
          <p:nvPr>
            <p:ph type="body" sz="quarter" idx="38" hasCustomPrompt="1"/>
          </p:nvPr>
        </p:nvSpPr>
        <p:spPr>
          <a:xfrm>
            <a:off x="495534" y="3805238"/>
            <a:ext cx="1631482" cy="422665"/>
          </a:xfrm>
        </p:spPr>
        <p:txBody>
          <a:bodyPr anchor="b"/>
          <a:lstStyle>
            <a:lvl1pPr algn="ctr">
              <a:defRPr sz="1800">
                <a:solidFill>
                  <a:srgbClr val="0E0D72"/>
                </a:solidFill>
              </a:defRPr>
            </a:lvl1pPr>
          </a:lstStyle>
          <a:p>
            <a:pPr lvl="0"/>
            <a:r>
              <a:rPr lang="en-GB"/>
              <a:t>Point 1</a:t>
            </a:r>
            <a:endParaRPr lang="en-RO"/>
          </a:p>
        </p:txBody>
      </p:sp>
      <p:sp>
        <p:nvSpPr>
          <p:cNvPr id="52" name="Text Placeholder 51">
            <a:extLst>
              <a:ext uri="{FF2B5EF4-FFF2-40B4-BE49-F238E27FC236}">
                <a16:creationId xmlns:a16="http://schemas.microsoft.com/office/drawing/2014/main" id="{E3E1C227-E1D2-4BCD-9C98-D08376F8F778}"/>
              </a:ext>
            </a:extLst>
          </p:cNvPr>
          <p:cNvSpPr>
            <a:spLocks noGrp="1"/>
          </p:cNvSpPr>
          <p:nvPr>
            <p:ph type="body" sz="quarter" idx="39" hasCustomPrompt="1"/>
          </p:nvPr>
        </p:nvSpPr>
        <p:spPr>
          <a:xfrm>
            <a:off x="520920" y="4360863"/>
            <a:ext cx="1604276" cy="1514475"/>
          </a:xfrm>
        </p:spPr>
        <p:txBody>
          <a:bodyPr/>
          <a:lstStyle>
            <a:lvl1pPr algn="ctr">
              <a:defRPr sz="1400">
                <a:solidFill>
                  <a:srgbClr val="0E0D72"/>
                </a:solidFill>
              </a:defRPr>
            </a:lvl1pPr>
          </a:lstStyle>
          <a:p>
            <a:pPr lvl="0"/>
            <a:r>
              <a:rPr lang="en-GB"/>
              <a:t>Point description</a:t>
            </a:r>
            <a:endParaRPr lang="en-RO"/>
          </a:p>
        </p:txBody>
      </p:sp>
      <p:sp>
        <p:nvSpPr>
          <p:cNvPr id="53" name="Text Placeholder 47">
            <a:extLst>
              <a:ext uri="{FF2B5EF4-FFF2-40B4-BE49-F238E27FC236}">
                <a16:creationId xmlns:a16="http://schemas.microsoft.com/office/drawing/2014/main" id="{419B02E6-9573-179C-766D-766491520A48}"/>
              </a:ext>
            </a:extLst>
          </p:cNvPr>
          <p:cNvSpPr>
            <a:spLocks noGrp="1"/>
          </p:cNvSpPr>
          <p:nvPr>
            <p:ph type="body" sz="quarter" idx="40" hasCustomPrompt="1"/>
          </p:nvPr>
        </p:nvSpPr>
        <p:spPr>
          <a:xfrm>
            <a:off x="2835504" y="3111500"/>
            <a:ext cx="1631482" cy="231775"/>
          </a:xfrm>
        </p:spPr>
        <p:txBody>
          <a:bodyPr anchor="b"/>
          <a:lstStyle>
            <a:lvl1pPr algn="ctr">
              <a:defRPr sz="1400" b="1" i="0">
                <a:solidFill>
                  <a:srgbClr val="0E0D72"/>
                </a:solidFill>
                <a:latin typeface="ES Build Neutral" pitchFamily="2" charset="77"/>
                <a:ea typeface="ES Build Neutral" pitchFamily="2" charset="77"/>
              </a:defRPr>
            </a:lvl1pPr>
          </a:lstStyle>
          <a:p>
            <a:pPr lvl="0"/>
            <a:r>
              <a:rPr lang="en-GB"/>
              <a:t>YEAR</a:t>
            </a:r>
            <a:endParaRPr lang="en-RO"/>
          </a:p>
        </p:txBody>
      </p:sp>
      <p:sp>
        <p:nvSpPr>
          <p:cNvPr id="54" name="Text Placeholder 49">
            <a:extLst>
              <a:ext uri="{FF2B5EF4-FFF2-40B4-BE49-F238E27FC236}">
                <a16:creationId xmlns:a16="http://schemas.microsoft.com/office/drawing/2014/main" id="{1DCC8D81-5484-D16C-02F1-DD33D32399EB}"/>
              </a:ext>
            </a:extLst>
          </p:cNvPr>
          <p:cNvSpPr>
            <a:spLocks noGrp="1"/>
          </p:cNvSpPr>
          <p:nvPr>
            <p:ph type="body" sz="quarter" idx="41" hasCustomPrompt="1"/>
          </p:nvPr>
        </p:nvSpPr>
        <p:spPr>
          <a:xfrm>
            <a:off x="2835323" y="3805238"/>
            <a:ext cx="1631482" cy="422665"/>
          </a:xfrm>
        </p:spPr>
        <p:txBody>
          <a:bodyPr anchor="b"/>
          <a:lstStyle>
            <a:lvl1pPr algn="ctr">
              <a:defRPr sz="1800">
                <a:solidFill>
                  <a:srgbClr val="0E0D72"/>
                </a:solidFill>
              </a:defRPr>
            </a:lvl1pPr>
          </a:lstStyle>
          <a:p>
            <a:pPr lvl="0"/>
            <a:r>
              <a:rPr lang="en-GB"/>
              <a:t>Point 1</a:t>
            </a:r>
            <a:endParaRPr lang="en-RO"/>
          </a:p>
        </p:txBody>
      </p:sp>
      <p:sp>
        <p:nvSpPr>
          <p:cNvPr id="55" name="Text Placeholder 51">
            <a:extLst>
              <a:ext uri="{FF2B5EF4-FFF2-40B4-BE49-F238E27FC236}">
                <a16:creationId xmlns:a16="http://schemas.microsoft.com/office/drawing/2014/main" id="{AC1E1EC5-8115-9B2B-BEF5-E8326036B7C2}"/>
              </a:ext>
            </a:extLst>
          </p:cNvPr>
          <p:cNvSpPr>
            <a:spLocks noGrp="1"/>
          </p:cNvSpPr>
          <p:nvPr>
            <p:ph type="body" sz="quarter" idx="42" hasCustomPrompt="1"/>
          </p:nvPr>
        </p:nvSpPr>
        <p:spPr>
          <a:xfrm>
            <a:off x="2860709" y="4360863"/>
            <a:ext cx="1604276" cy="1514475"/>
          </a:xfrm>
        </p:spPr>
        <p:txBody>
          <a:bodyPr/>
          <a:lstStyle>
            <a:lvl1pPr algn="ctr">
              <a:defRPr sz="1400">
                <a:solidFill>
                  <a:srgbClr val="0E0D72"/>
                </a:solidFill>
              </a:defRPr>
            </a:lvl1pPr>
          </a:lstStyle>
          <a:p>
            <a:pPr lvl="0"/>
            <a:r>
              <a:rPr lang="en-GB"/>
              <a:t>Point description</a:t>
            </a:r>
            <a:endParaRPr lang="en-RO"/>
          </a:p>
        </p:txBody>
      </p:sp>
      <p:sp>
        <p:nvSpPr>
          <p:cNvPr id="56" name="Text Placeholder 47">
            <a:extLst>
              <a:ext uri="{FF2B5EF4-FFF2-40B4-BE49-F238E27FC236}">
                <a16:creationId xmlns:a16="http://schemas.microsoft.com/office/drawing/2014/main" id="{F6BC3B0A-4D98-77BF-12A5-0D9F719B9B77}"/>
              </a:ext>
            </a:extLst>
          </p:cNvPr>
          <p:cNvSpPr>
            <a:spLocks noGrp="1"/>
          </p:cNvSpPr>
          <p:nvPr>
            <p:ph type="body" sz="quarter" idx="43" hasCustomPrompt="1"/>
          </p:nvPr>
        </p:nvSpPr>
        <p:spPr>
          <a:xfrm>
            <a:off x="5202186" y="3111500"/>
            <a:ext cx="1631482" cy="231775"/>
          </a:xfrm>
        </p:spPr>
        <p:txBody>
          <a:bodyPr anchor="b"/>
          <a:lstStyle>
            <a:lvl1pPr algn="ctr">
              <a:defRPr sz="1400" b="1" i="0">
                <a:solidFill>
                  <a:srgbClr val="0E0D72"/>
                </a:solidFill>
                <a:latin typeface="ES Build Neutral" pitchFamily="2" charset="77"/>
                <a:ea typeface="ES Build Neutral" pitchFamily="2" charset="77"/>
              </a:defRPr>
            </a:lvl1pPr>
          </a:lstStyle>
          <a:p>
            <a:pPr lvl="0"/>
            <a:r>
              <a:rPr lang="en-GB"/>
              <a:t>YEAR</a:t>
            </a:r>
            <a:endParaRPr lang="en-RO"/>
          </a:p>
        </p:txBody>
      </p:sp>
      <p:sp>
        <p:nvSpPr>
          <p:cNvPr id="57" name="Text Placeholder 49">
            <a:extLst>
              <a:ext uri="{FF2B5EF4-FFF2-40B4-BE49-F238E27FC236}">
                <a16:creationId xmlns:a16="http://schemas.microsoft.com/office/drawing/2014/main" id="{7894574A-6D3C-F724-8320-C28DF9F4182A}"/>
              </a:ext>
            </a:extLst>
          </p:cNvPr>
          <p:cNvSpPr>
            <a:spLocks noGrp="1"/>
          </p:cNvSpPr>
          <p:nvPr>
            <p:ph type="body" sz="quarter" idx="44" hasCustomPrompt="1"/>
          </p:nvPr>
        </p:nvSpPr>
        <p:spPr>
          <a:xfrm>
            <a:off x="5202005" y="3805238"/>
            <a:ext cx="1631482" cy="422665"/>
          </a:xfrm>
        </p:spPr>
        <p:txBody>
          <a:bodyPr anchor="b"/>
          <a:lstStyle>
            <a:lvl1pPr algn="ctr">
              <a:defRPr sz="1800">
                <a:solidFill>
                  <a:srgbClr val="0E0D72"/>
                </a:solidFill>
              </a:defRPr>
            </a:lvl1pPr>
          </a:lstStyle>
          <a:p>
            <a:pPr lvl="0"/>
            <a:r>
              <a:rPr lang="en-GB"/>
              <a:t>Point 1</a:t>
            </a:r>
            <a:endParaRPr lang="en-RO"/>
          </a:p>
        </p:txBody>
      </p:sp>
      <p:sp>
        <p:nvSpPr>
          <p:cNvPr id="58" name="Text Placeholder 51">
            <a:extLst>
              <a:ext uri="{FF2B5EF4-FFF2-40B4-BE49-F238E27FC236}">
                <a16:creationId xmlns:a16="http://schemas.microsoft.com/office/drawing/2014/main" id="{95CE8B15-721F-9A95-00C6-EDF36947AE34}"/>
              </a:ext>
            </a:extLst>
          </p:cNvPr>
          <p:cNvSpPr>
            <a:spLocks noGrp="1"/>
          </p:cNvSpPr>
          <p:nvPr>
            <p:ph type="body" sz="quarter" idx="45" hasCustomPrompt="1"/>
          </p:nvPr>
        </p:nvSpPr>
        <p:spPr>
          <a:xfrm>
            <a:off x="5227391" y="4360863"/>
            <a:ext cx="1604276" cy="1514475"/>
          </a:xfrm>
        </p:spPr>
        <p:txBody>
          <a:bodyPr/>
          <a:lstStyle>
            <a:lvl1pPr algn="ctr">
              <a:defRPr sz="1400">
                <a:solidFill>
                  <a:srgbClr val="0E0D72"/>
                </a:solidFill>
              </a:defRPr>
            </a:lvl1pPr>
          </a:lstStyle>
          <a:p>
            <a:pPr lvl="0"/>
            <a:r>
              <a:rPr lang="en-GB"/>
              <a:t>Point description</a:t>
            </a:r>
            <a:endParaRPr lang="en-RO"/>
          </a:p>
        </p:txBody>
      </p:sp>
      <p:sp>
        <p:nvSpPr>
          <p:cNvPr id="59" name="Text Placeholder 47">
            <a:extLst>
              <a:ext uri="{FF2B5EF4-FFF2-40B4-BE49-F238E27FC236}">
                <a16:creationId xmlns:a16="http://schemas.microsoft.com/office/drawing/2014/main" id="{60A92781-D872-6118-76A2-79693C6BE4B3}"/>
              </a:ext>
            </a:extLst>
          </p:cNvPr>
          <p:cNvSpPr>
            <a:spLocks noGrp="1"/>
          </p:cNvSpPr>
          <p:nvPr>
            <p:ph type="body" sz="quarter" idx="46" hasCustomPrompt="1"/>
          </p:nvPr>
        </p:nvSpPr>
        <p:spPr>
          <a:xfrm>
            <a:off x="7595762" y="3111500"/>
            <a:ext cx="1631482" cy="231775"/>
          </a:xfrm>
        </p:spPr>
        <p:txBody>
          <a:bodyPr anchor="b"/>
          <a:lstStyle>
            <a:lvl1pPr algn="ctr">
              <a:defRPr sz="1400" b="1" i="0">
                <a:solidFill>
                  <a:srgbClr val="0E0D72"/>
                </a:solidFill>
                <a:latin typeface="ES Build Neutral" pitchFamily="2" charset="77"/>
                <a:ea typeface="ES Build Neutral" pitchFamily="2" charset="77"/>
              </a:defRPr>
            </a:lvl1pPr>
          </a:lstStyle>
          <a:p>
            <a:pPr lvl="0"/>
            <a:r>
              <a:rPr lang="en-GB"/>
              <a:t>YEAR</a:t>
            </a:r>
            <a:endParaRPr lang="en-RO"/>
          </a:p>
        </p:txBody>
      </p:sp>
      <p:sp>
        <p:nvSpPr>
          <p:cNvPr id="60" name="Text Placeholder 49">
            <a:extLst>
              <a:ext uri="{FF2B5EF4-FFF2-40B4-BE49-F238E27FC236}">
                <a16:creationId xmlns:a16="http://schemas.microsoft.com/office/drawing/2014/main" id="{23A03870-B457-A5B3-E02A-70EB405CF1F6}"/>
              </a:ext>
            </a:extLst>
          </p:cNvPr>
          <p:cNvSpPr>
            <a:spLocks noGrp="1"/>
          </p:cNvSpPr>
          <p:nvPr>
            <p:ph type="body" sz="quarter" idx="47" hasCustomPrompt="1"/>
          </p:nvPr>
        </p:nvSpPr>
        <p:spPr>
          <a:xfrm>
            <a:off x="7595581" y="3805238"/>
            <a:ext cx="1631482" cy="422665"/>
          </a:xfrm>
        </p:spPr>
        <p:txBody>
          <a:bodyPr anchor="b"/>
          <a:lstStyle>
            <a:lvl1pPr algn="ctr">
              <a:defRPr sz="1800">
                <a:solidFill>
                  <a:srgbClr val="0E0D72"/>
                </a:solidFill>
              </a:defRPr>
            </a:lvl1pPr>
          </a:lstStyle>
          <a:p>
            <a:pPr lvl="0"/>
            <a:r>
              <a:rPr lang="en-GB"/>
              <a:t>Point 1</a:t>
            </a:r>
            <a:endParaRPr lang="en-RO"/>
          </a:p>
        </p:txBody>
      </p:sp>
      <p:sp>
        <p:nvSpPr>
          <p:cNvPr id="61" name="Text Placeholder 51">
            <a:extLst>
              <a:ext uri="{FF2B5EF4-FFF2-40B4-BE49-F238E27FC236}">
                <a16:creationId xmlns:a16="http://schemas.microsoft.com/office/drawing/2014/main" id="{50FEF754-18E5-8964-AEEC-DB3CA493AE92}"/>
              </a:ext>
            </a:extLst>
          </p:cNvPr>
          <p:cNvSpPr>
            <a:spLocks noGrp="1"/>
          </p:cNvSpPr>
          <p:nvPr>
            <p:ph type="body" sz="quarter" idx="48" hasCustomPrompt="1"/>
          </p:nvPr>
        </p:nvSpPr>
        <p:spPr>
          <a:xfrm>
            <a:off x="7620967" y="4360863"/>
            <a:ext cx="1604276" cy="1514475"/>
          </a:xfrm>
        </p:spPr>
        <p:txBody>
          <a:bodyPr/>
          <a:lstStyle>
            <a:lvl1pPr algn="ctr">
              <a:defRPr sz="1400">
                <a:solidFill>
                  <a:srgbClr val="0E0D72"/>
                </a:solidFill>
              </a:defRPr>
            </a:lvl1pPr>
          </a:lstStyle>
          <a:p>
            <a:pPr lvl="0"/>
            <a:r>
              <a:rPr lang="en-GB"/>
              <a:t>Point description</a:t>
            </a:r>
            <a:endParaRPr lang="en-RO"/>
          </a:p>
        </p:txBody>
      </p:sp>
      <p:sp>
        <p:nvSpPr>
          <p:cNvPr id="62" name="Text Placeholder 47">
            <a:extLst>
              <a:ext uri="{FF2B5EF4-FFF2-40B4-BE49-F238E27FC236}">
                <a16:creationId xmlns:a16="http://schemas.microsoft.com/office/drawing/2014/main" id="{A567219A-814D-7BF2-149F-01B6EE7BCB9C}"/>
              </a:ext>
            </a:extLst>
          </p:cNvPr>
          <p:cNvSpPr>
            <a:spLocks noGrp="1"/>
          </p:cNvSpPr>
          <p:nvPr>
            <p:ph type="body" sz="quarter" idx="49" hasCustomPrompt="1"/>
          </p:nvPr>
        </p:nvSpPr>
        <p:spPr>
          <a:xfrm>
            <a:off x="9868315" y="3111500"/>
            <a:ext cx="1631482" cy="231775"/>
          </a:xfrm>
        </p:spPr>
        <p:txBody>
          <a:bodyPr anchor="b"/>
          <a:lstStyle>
            <a:lvl1pPr algn="ctr">
              <a:defRPr sz="1400" b="1" i="0">
                <a:solidFill>
                  <a:srgbClr val="0E0D72"/>
                </a:solidFill>
                <a:latin typeface="ES Build Neutral" pitchFamily="2" charset="77"/>
                <a:ea typeface="ES Build Neutral" pitchFamily="2" charset="77"/>
              </a:defRPr>
            </a:lvl1pPr>
          </a:lstStyle>
          <a:p>
            <a:pPr lvl="0"/>
            <a:r>
              <a:rPr lang="en-GB"/>
              <a:t>YEAR</a:t>
            </a:r>
            <a:endParaRPr lang="en-RO"/>
          </a:p>
        </p:txBody>
      </p:sp>
      <p:sp>
        <p:nvSpPr>
          <p:cNvPr id="63" name="Text Placeholder 49">
            <a:extLst>
              <a:ext uri="{FF2B5EF4-FFF2-40B4-BE49-F238E27FC236}">
                <a16:creationId xmlns:a16="http://schemas.microsoft.com/office/drawing/2014/main" id="{2ABED6A7-86E9-262F-2D6A-05B987349576}"/>
              </a:ext>
            </a:extLst>
          </p:cNvPr>
          <p:cNvSpPr>
            <a:spLocks noGrp="1"/>
          </p:cNvSpPr>
          <p:nvPr>
            <p:ph type="body" sz="quarter" idx="50" hasCustomPrompt="1"/>
          </p:nvPr>
        </p:nvSpPr>
        <p:spPr>
          <a:xfrm>
            <a:off x="9868134" y="3805238"/>
            <a:ext cx="1631482" cy="422665"/>
          </a:xfrm>
        </p:spPr>
        <p:txBody>
          <a:bodyPr anchor="b"/>
          <a:lstStyle>
            <a:lvl1pPr algn="ctr">
              <a:defRPr sz="1800">
                <a:solidFill>
                  <a:srgbClr val="0E0D72"/>
                </a:solidFill>
              </a:defRPr>
            </a:lvl1pPr>
          </a:lstStyle>
          <a:p>
            <a:pPr lvl="0"/>
            <a:r>
              <a:rPr lang="en-GB"/>
              <a:t>Point 1</a:t>
            </a:r>
            <a:endParaRPr lang="en-RO"/>
          </a:p>
        </p:txBody>
      </p:sp>
      <p:sp>
        <p:nvSpPr>
          <p:cNvPr id="64" name="Text Placeholder 51">
            <a:extLst>
              <a:ext uri="{FF2B5EF4-FFF2-40B4-BE49-F238E27FC236}">
                <a16:creationId xmlns:a16="http://schemas.microsoft.com/office/drawing/2014/main" id="{6E1D94CB-CBE4-D91B-E406-3C0004637CA1}"/>
              </a:ext>
            </a:extLst>
          </p:cNvPr>
          <p:cNvSpPr>
            <a:spLocks noGrp="1"/>
          </p:cNvSpPr>
          <p:nvPr>
            <p:ph type="body" sz="quarter" idx="51" hasCustomPrompt="1"/>
          </p:nvPr>
        </p:nvSpPr>
        <p:spPr>
          <a:xfrm>
            <a:off x="9893520" y="4360863"/>
            <a:ext cx="1604276" cy="1514475"/>
          </a:xfrm>
        </p:spPr>
        <p:txBody>
          <a:bodyPr/>
          <a:lstStyle>
            <a:lvl1pPr algn="ctr">
              <a:defRPr sz="1400">
                <a:solidFill>
                  <a:srgbClr val="0E0D72"/>
                </a:solidFill>
              </a:defRPr>
            </a:lvl1pPr>
          </a:lstStyle>
          <a:p>
            <a:pPr lvl="0"/>
            <a:r>
              <a:rPr lang="en-GB"/>
              <a:t>Point description</a:t>
            </a:r>
            <a:endParaRPr lang="en-RO"/>
          </a:p>
        </p:txBody>
      </p:sp>
    </p:spTree>
    <p:extLst>
      <p:ext uri="{BB962C8B-B14F-4D97-AF65-F5344CB8AC3E}">
        <p14:creationId xmlns:p14="http://schemas.microsoft.com/office/powerpoint/2010/main" val="263606661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Ending Slide Dark 1">
    <p:bg>
      <p:bgPr>
        <a:solidFill>
          <a:schemeClr val="bg1"/>
        </a:solidFill>
        <a:effectLst/>
      </p:bgPr>
    </p:bg>
    <p:spTree>
      <p:nvGrpSpPr>
        <p:cNvPr id="1" name=""/>
        <p:cNvGrpSpPr/>
        <p:nvPr/>
      </p:nvGrpSpPr>
      <p:grpSpPr>
        <a:xfrm>
          <a:off x="0" y="0"/>
          <a:ext cx="0" cy="0"/>
          <a:chOff x="0" y="0"/>
          <a:chExt cx="0" cy="0"/>
        </a:xfrm>
      </p:grpSpPr>
      <p:pic>
        <p:nvPicPr>
          <p:cNvPr id="15" name="Picture 14" descr="A blue and green gradient background&#10;&#10;Description automatically generated">
            <a:extLst>
              <a:ext uri="{FF2B5EF4-FFF2-40B4-BE49-F238E27FC236}">
                <a16:creationId xmlns:a16="http://schemas.microsoft.com/office/drawing/2014/main" id="{91FDE543-C56A-3818-75DC-AAE4F748361D}"/>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4" name="Graphic 8">
            <a:extLst>
              <a:ext uri="{FF2B5EF4-FFF2-40B4-BE49-F238E27FC236}">
                <a16:creationId xmlns:a16="http://schemas.microsoft.com/office/drawing/2014/main" id="{DCF6184E-D152-B7E9-ABE5-F7C43ECF7CE9}"/>
              </a:ext>
            </a:extLst>
          </p:cNvPr>
          <p:cNvGrpSpPr/>
          <p:nvPr userDrawn="1"/>
        </p:nvGrpSpPr>
        <p:grpSpPr>
          <a:xfrm>
            <a:off x="782097" y="517392"/>
            <a:ext cx="1325503" cy="396622"/>
            <a:chOff x="689187" y="517392"/>
            <a:chExt cx="1325503" cy="396622"/>
          </a:xfrm>
        </p:grpSpPr>
        <p:sp>
          <p:nvSpPr>
            <p:cNvPr id="6" name="Freeform 5">
              <a:extLst>
                <a:ext uri="{FF2B5EF4-FFF2-40B4-BE49-F238E27FC236}">
                  <a16:creationId xmlns:a16="http://schemas.microsoft.com/office/drawing/2014/main" id="{7A1F908C-3E5C-373B-ECC5-67780527D693}"/>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7" name="Graphic 8">
              <a:extLst>
                <a:ext uri="{FF2B5EF4-FFF2-40B4-BE49-F238E27FC236}">
                  <a16:creationId xmlns:a16="http://schemas.microsoft.com/office/drawing/2014/main" id="{8DAF9DBA-0300-8BDD-782D-97C2E998A5E9}"/>
                </a:ext>
              </a:extLst>
            </p:cNvPr>
            <p:cNvGrpSpPr/>
            <p:nvPr/>
          </p:nvGrpSpPr>
          <p:grpSpPr>
            <a:xfrm>
              <a:off x="783659" y="616135"/>
              <a:ext cx="1112528" cy="199137"/>
              <a:chOff x="783659" y="616135"/>
              <a:chExt cx="1112528" cy="199137"/>
            </a:xfrm>
            <a:solidFill>
              <a:srgbClr val="FFFFFF"/>
            </a:solidFill>
          </p:grpSpPr>
          <p:sp>
            <p:nvSpPr>
              <p:cNvPr id="8" name="Freeform 7">
                <a:extLst>
                  <a:ext uri="{FF2B5EF4-FFF2-40B4-BE49-F238E27FC236}">
                    <a16:creationId xmlns:a16="http://schemas.microsoft.com/office/drawing/2014/main" id="{7EB7E472-2956-F649-57E8-A55C163C6533}"/>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9" name="Freeform 8">
                <a:extLst>
                  <a:ext uri="{FF2B5EF4-FFF2-40B4-BE49-F238E27FC236}">
                    <a16:creationId xmlns:a16="http://schemas.microsoft.com/office/drawing/2014/main" id="{62FD5A80-D007-529A-9235-8E7261C2266A}"/>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0" name="Freeform 9">
                <a:extLst>
                  <a:ext uri="{FF2B5EF4-FFF2-40B4-BE49-F238E27FC236}">
                    <a16:creationId xmlns:a16="http://schemas.microsoft.com/office/drawing/2014/main" id="{62BE15F8-1CEF-0AE3-CA31-E93B6CA3A87D}"/>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1" name="Freeform 10">
                <a:extLst>
                  <a:ext uri="{FF2B5EF4-FFF2-40B4-BE49-F238E27FC236}">
                    <a16:creationId xmlns:a16="http://schemas.microsoft.com/office/drawing/2014/main" id="{F5142990-0CC3-A946-E335-75575EBA2A33}"/>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12" name="Freeform 11">
                <a:extLst>
                  <a:ext uri="{FF2B5EF4-FFF2-40B4-BE49-F238E27FC236}">
                    <a16:creationId xmlns:a16="http://schemas.microsoft.com/office/drawing/2014/main" id="{A3A7C860-CF68-EDAE-D470-17D9E7715D0A}"/>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33" name="Text Placeholder 7">
            <a:extLst>
              <a:ext uri="{FF2B5EF4-FFF2-40B4-BE49-F238E27FC236}">
                <a16:creationId xmlns:a16="http://schemas.microsoft.com/office/drawing/2014/main" id="{B160CA8A-66B2-D4BD-A54B-BA9414D2C483}"/>
              </a:ext>
            </a:extLst>
          </p:cNvPr>
          <p:cNvSpPr>
            <a:spLocks noGrp="1"/>
          </p:cNvSpPr>
          <p:nvPr>
            <p:ph type="body" sz="quarter" idx="10" hasCustomPrompt="1"/>
          </p:nvPr>
        </p:nvSpPr>
        <p:spPr>
          <a:xfrm>
            <a:off x="765931" y="2597150"/>
            <a:ext cx="6737350" cy="1682750"/>
          </a:xfrm>
        </p:spPr>
        <p:txBody>
          <a:bodyPr anchor="ctr"/>
          <a:lstStyle>
            <a:lvl1pPr algn="l">
              <a:defRPr sz="6600" b="1">
                <a:solidFill>
                  <a:schemeClr val="bg1"/>
                </a:solidFill>
                <a:latin typeface="ES Build" pitchFamily="2" charset="77"/>
                <a:ea typeface="ES Build" pitchFamily="2" charset="77"/>
              </a:defRPr>
            </a:lvl1pPr>
          </a:lstStyle>
          <a:p>
            <a:pPr lvl="0"/>
            <a:r>
              <a:rPr lang="en-US" dirty="0"/>
              <a:t>Thank You</a:t>
            </a:r>
            <a:endParaRPr lang="en-RO" dirty="0"/>
          </a:p>
        </p:txBody>
      </p:sp>
    </p:spTree>
    <p:extLst>
      <p:ext uri="{BB962C8B-B14F-4D97-AF65-F5344CB8AC3E}">
        <p14:creationId xmlns:p14="http://schemas.microsoft.com/office/powerpoint/2010/main" val="66619439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Ending Slide Dark 2">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585B1A7-5EA9-EDD3-CE72-1429DB45FB22}"/>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4" name="Graphic 8">
            <a:extLst>
              <a:ext uri="{FF2B5EF4-FFF2-40B4-BE49-F238E27FC236}">
                <a16:creationId xmlns:a16="http://schemas.microsoft.com/office/drawing/2014/main" id="{DCF6184E-D152-B7E9-ABE5-F7C43ECF7CE9}"/>
              </a:ext>
            </a:extLst>
          </p:cNvPr>
          <p:cNvGrpSpPr/>
          <p:nvPr userDrawn="1"/>
        </p:nvGrpSpPr>
        <p:grpSpPr>
          <a:xfrm>
            <a:off x="782097" y="517392"/>
            <a:ext cx="1325503" cy="396622"/>
            <a:chOff x="689187" y="517392"/>
            <a:chExt cx="1325503" cy="396622"/>
          </a:xfrm>
        </p:grpSpPr>
        <p:sp>
          <p:nvSpPr>
            <p:cNvPr id="6" name="Freeform 5">
              <a:extLst>
                <a:ext uri="{FF2B5EF4-FFF2-40B4-BE49-F238E27FC236}">
                  <a16:creationId xmlns:a16="http://schemas.microsoft.com/office/drawing/2014/main" id="{7A1F908C-3E5C-373B-ECC5-67780527D693}"/>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7" name="Graphic 8">
              <a:extLst>
                <a:ext uri="{FF2B5EF4-FFF2-40B4-BE49-F238E27FC236}">
                  <a16:creationId xmlns:a16="http://schemas.microsoft.com/office/drawing/2014/main" id="{8DAF9DBA-0300-8BDD-782D-97C2E998A5E9}"/>
                </a:ext>
              </a:extLst>
            </p:cNvPr>
            <p:cNvGrpSpPr/>
            <p:nvPr/>
          </p:nvGrpSpPr>
          <p:grpSpPr>
            <a:xfrm>
              <a:off x="783659" y="616135"/>
              <a:ext cx="1112528" cy="199137"/>
              <a:chOff x="783659" y="616135"/>
              <a:chExt cx="1112528" cy="199137"/>
            </a:xfrm>
            <a:solidFill>
              <a:srgbClr val="FFFFFF"/>
            </a:solidFill>
          </p:grpSpPr>
          <p:sp>
            <p:nvSpPr>
              <p:cNvPr id="8" name="Freeform 7">
                <a:extLst>
                  <a:ext uri="{FF2B5EF4-FFF2-40B4-BE49-F238E27FC236}">
                    <a16:creationId xmlns:a16="http://schemas.microsoft.com/office/drawing/2014/main" id="{7EB7E472-2956-F649-57E8-A55C163C6533}"/>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9" name="Freeform 8">
                <a:extLst>
                  <a:ext uri="{FF2B5EF4-FFF2-40B4-BE49-F238E27FC236}">
                    <a16:creationId xmlns:a16="http://schemas.microsoft.com/office/drawing/2014/main" id="{62FD5A80-D007-529A-9235-8E7261C2266A}"/>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0" name="Freeform 9">
                <a:extLst>
                  <a:ext uri="{FF2B5EF4-FFF2-40B4-BE49-F238E27FC236}">
                    <a16:creationId xmlns:a16="http://schemas.microsoft.com/office/drawing/2014/main" id="{62BE15F8-1CEF-0AE3-CA31-E93B6CA3A87D}"/>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1" name="Freeform 10">
                <a:extLst>
                  <a:ext uri="{FF2B5EF4-FFF2-40B4-BE49-F238E27FC236}">
                    <a16:creationId xmlns:a16="http://schemas.microsoft.com/office/drawing/2014/main" id="{F5142990-0CC3-A946-E335-75575EBA2A33}"/>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12" name="Freeform 11">
                <a:extLst>
                  <a:ext uri="{FF2B5EF4-FFF2-40B4-BE49-F238E27FC236}">
                    <a16:creationId xmlns:a16="http://schemas.microsoft.com/office/drawing/2014/main" id="{A3A7C860-CF68-EDAE-D470-17D9E7715D0A}"/>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3" name="Text Placeholder 7">
            <a:extLst>
              <a:ext uri="{FF2B5EF4-FFF2-40B4-BE49-F238E27FC236}">
                <a16:creationId xmlns:a16="http://schemas.microsoft.com/office/drawing/2014/main" id="{553ABB7F-18CD-FD4F-EE6C-BA74AD81A1A5}"/>
              </a:ext>
            </a:extLst>
          </p:cNvPr>
          <p:cNvSpPr>
            <a:spLocks noGrp="1"/>
          </p:cNvSpPr>
          <p:nvPr>
            <p:ph type="body" sz="quarter" idx="10" hasCustomPrompt="1"/>
          </p:nvPr>
        </p:nvSpPr>
        <p:spPr>
          <a:xfrm>
            <a:off x="765931" y="2597150"/>
            <a:ext cx="6737350" cy="1682750"/>
          </a:xfrm>
        </p:spPr>
        <p:txBody>
          <a:bodyPr anchor="ctr"/>
          <a:lstStyle>
            <a:lvl1pPr algn="l">
              <a:defRPr sz="6600" b="1">
                <a:solidFill>
                  <a:schemeClr val="bg1"/>
                </a:solidFill>
                <a:latin typeface="ES Build" pitchFamily="2" charset="77"/>
                <a:ea typeface="ES Build" pitchFamily="2" charset="77"/>
              </a:defRPr>
            </a:lvl1pPr>
          </a:lstStyle>
          <a:p>
            <a:pPr lvl="0"/>
            <a:r>
              <a:rPr lang="en-US" dirty="0"/>
              <a:t>Thank You</a:t>
            </a:r>
            <a:endParaRPr lang="en-RO" dirty="0"/>
          </a:p>
        </p:txBody>
      </p:sp>
    </p:spTree>
    <p:extLst>
      <p:ext uri="{BB962C8B-B14F-4D97-AF65-F5344CB8AC3E}">
        <p14:creationId xmlns:p14="http://schemas.microsoft.com/office/powerpoint/2010/main" val="392530032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Ending Slide Dark 3">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C94E0B1-74A1-CA51-B80C-BF0C07C0953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grpSp>
        <p:nvGrpSpPr>
          <p:cNvPr id="4" name="Graphic 8">
            <a:extLst>
              <a:ext uri="{FF2B5EF4-FFF2-40B4-BE49-F238E27FC236}">
                <a16:creationId xmlns:a16="http://schemas.microsoft.com/office/drawing/2014/main" id="{DCF6184E-D152-B7E9-ABE5-F7C43ECF7CE9}"/>
              </a:ext>
            </a:extLst>
          </p:cNvPr>
          <p:cNvGrpSpPr/>
          <p:nvPr userDrawn="1"/>
        </p:nvGrpSpPr>
        <p:grpSpPr>
          <a:xfrm>
            <a:off x="782097" y="517392"/>
            <a:ext cx="1325503" cy="396622"/>
            <a:chOff x="689187" y="517392"/>
            <a:chExt cx="1325503" cy="396622"/>
          </a:xfrm>
        </p:grpSpPr>
        <p:sp>
          <p:nvSpPr>
            <p:cNvPr id="6" name="Freeform 5">
              <a:extLst>
                <a:ext uri="{FF2B5EF4-FFF2-40B4-BE49-F238E27FC236}">
                  <a16:creationId xmlns:a16="http://schemas.microsoft.com/office/drawing/2014/main" id="{7A1F908C-3E5C-373B-ECC5-67780527D693}"/>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7" name="Graphic 8">
              <a:extLst>
                <a:ext uri="{FF2B5EF4-FFF2-40B4-BE49-F238E27FC236}">
                  <a16:creationId xmlns:a16="http://schemas.microsoft.com/office/drawing/2014/main" id="{8DAF9DBA-0300-8BDD-782D-97C2E998A5E9}"/>
                </a:ext>
              </a:extLst>
            </p:cNvPr>
            <p:cNvGrpSpPr/>
            <p:nvPr/>
          </p:nvGrpSpPr>
          <p:grpSpPr>
            <a:xfrm>
              <a:off x="783659" y="616135"/>
              <a:ext cx="1112528" cy="199137"/>
              <a:chOff x="783659" y="616135"/>
              <a:chExt cx="1112528" cy="199137"/>
            </a:xfrm>
            <a:solidFill>
              <a:srgbClr val="FFFFFF"/>
            </a:solidFill>
          </p:grpSpPr>
          <p:sp>
            <p:nvSpPr>
              <p:cNvPr id="8" name="Freeform 7">
                <a:extLst>
                  <a:ext uri="{FF2B5EF4-FFF2-40B4-BE49-F238E27FC236}">
                    <a16:creationId xmlns:a16="http://schemas.microsoft.com/office/drawing/2014/main" id="{7EB7E472-2956-F649-57E8-A55C163C6533}"/>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9" name="Freeform 8">
                <a:extLst>
                  <a:ext uri="{FF2B5EF4-FFF2-40B4-BE49-F238E27FC236}">
                    <a16:creationId xmlns:a16="http://schemas.microsoft.com/office/drawing/2014/main" id="{62FD5A80-D007-529A-9235-8E7261C2266A}"/>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0" name="Freeform 9">
                <a:extLst>
                  <a:ext uri="{FF2B5EF4-FFF2-40B4-BE49-F238E27FC236}">
                    <a16:creationId xmlns:a16="http://schemas.microsoft.com/office/drawing/2014/main" id="{62BE15F8-1CEF-0AE3-CA31-E93B6CA3A87D}"/>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1" name="Freeform 10">
                <a:extLst>
                  <a:ext uri="{FF2B5EF4-FFF2-40B4-BE49-F238E27FC236}">
                    <a16:creationId xmlns:a16="http://schemas.microsoft.com/office/drawing/2014/main" id="{F5142990-0CC3-A946-E335-75575EBA2A33}"/>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12" name="Freeform 11">
                <a:extLst>
                  <a:ext uri="{FF2B5EF4-FFF2-40B4-BE49-F238E27FC236}">
                    <a16:creationId xmlns:a16="http://schemas.microsoft.com/office/drawing/2014/main" id="{A3A7C860-CF68-EDAE-D470-17D9E7715D0A}"/>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3" name="Text Placeholder 7">
            <a:extLst>
              <a:ext uri="{FF2B5EF4-FFF2-40B4-BE49-F238E27FC236}">
                <a16:creationId xmlns:a16="http://schemas.microsoft.com/office/drawing/2014/main" id="{31F3A47B-827A-D857-FBFD-C677B28161C2}"/>
              </a:ext>
            </a:extLst>
          </p:cNvPr>
          <p:cNvSpPr>
            <a:spLocks noGrp="1"/>
          </p:cNvSpPr>
          <p:nvPr>
            <p:ph type="body" sz="quarter" idx="10" hasCustomPrompt="1"/>
          </p:nvPr>
        </p:nvSpPr>
        <p:spPr>
          <a:xfrm>
            <a:off x="765931" y="2597150"/>
            <a:ext cx="6737350" cy="1682750"/>
          </a:xfrm>
        </p:spPr>
        <p:txBody>
          <a:bodyPr anchor="ctr"/>
          <a:lstStyle>
            <a:lvl1pPr algn="l">
              <a:defRPr sz="6600" b="1">
                <a:solidFill>
                  <a:schemeClr val="bg1"/>
                </a:solidFill>
                <a:latin typeface="ES Build" pitchFamily="2" charset="77"/>
                <a:ea typeface="ES Build" pitchFamily="2" charset="77"/>
              </a:defRPr>
            </a:lvl1pPr>
          </a:lstStyle>
          <a:p>
            <a:pPr lvl="0"/>
            <a:r>
              <a:rPr lang="en-US" dirty="0"/>
              <a:t>Thank You</a:t>
            </a:r>
            <a:endParaRPr lang="en-RO" dirty="0"/>
          </a:p>
        </p:txBody>
      </p:sp>
    </p:spTree>
    <p:extLst>
      <p:ext uri="{BB962C8B-B14F-4D97-AF65-F5344CB8AC3E}">
        <p14:creationId xmlns:p14="http://schemas.microsoft.com/office/powerpoint/2010/main" val="39950835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Ending Slide Light 1">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0B3144B-C870-3DD7-E33D-242E5382BA9B}"/>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4" name="Graphic 8">
            <a:extLst>
              <a:ext uri="{FF2B5EF4-FFF2-40B4-BE49-F238E27FC236}">
                <a16:creationId xmlns:a16="http://schemas.microsoft.com/office/drawing/2014/main" id="{DCF6184E-D152-B7E9-ABE5-F7C43ECF7CE9}"/>
              </a:ext>
            </a:extLst>
          </p:cNvPr>
          <p:cNvGrpSpPr/>
          <p:nvPr userDrawn="1"/>
        </p:nvGrpSpPr>
        <p:grpSpPr>
          <a:xfrm>
            <a:off x="782097" y="517392"/>
            <a:ext cx="1325503" cy="396622"/>
            <a:chOff x="689187" y="517392"/>
            <a:chExt cx="1325503" cy="396622"/>
          </a:xfrm>
        </p:grpSpPr>
        <p:sp>
          <p:nvSpPr>
            <p:cNvPr id="6" name="Freeform 5">
              <a:extLst>
                <a:ext uri="{FF2B5EF4-FFF2-40B4-BE49-F238E27FC236}">
                  <a16:creationId xmlns:a16="http://schemas.microsoft.com/office/drawing/2014/main" id="{7A1F908C-3E5C-373B-ECC5-67780527D693}"/>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7" name="Graphic 8">
              <a:extLst>
                <a:ext uri="{FF2B5EF4-FFF2-40B4-BE49-F238E27FC236}">
                  <a16:creationId xmlns:a16="http://schemas.microsoft.com/office/drawing/2014/main" id="{8DAF9DBA-0300-8BDD-782D-97C2E998A5E9}"/>
                </a:ext>
              </a:extLst>
            </p:cNvPr>
            <p:cNvGrpSpPr/>
            <p:nvPr/>
          </p:nvGrpSpPr>
          <p:grpSpPr>
            <a:xfrm>
              <a:off x="783659" y="616135"/>
              <a:ext cx="1112528" cy="199137"/>
              <a:chOff x="783659" y="616135"/>
              <a:chExt cx="1112528" cy="199137"/>
            </a:xfrm>
            <a:solidFill>
              <a:srgbClr val="FFFFFF"/>
            </a:solidFill>
          </p:grpSpPr>
          <p:sp>
            <p:nvSpPr>
              <p:cNvPr id="8" name="Freeform 7">
                <a:extLst>
                  <a:ext uri="{FF2B5EF4-FFF2-40B4-BE49-F238E27FC236}">
                    <a16:creationId xmlns:a16="http://schemas.microsoft.com/office/drawing/2014/main" id="{7EB7E472-2956-F649-57E8-A55C163C6533}"/>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9" name="Freeform 8">
                <a:extLst>
                  <a:ext uri="{FF2B5EF4-FFF2-40B4-BE49-F238E27FC236}">
                    <a16:creationId xmlns:a16="http://schemas.microsoft.com/office/drawing/2014/main" id="{62FD5A80-D007-529A-9235-8E7261C2266A}"/>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0" name="Freeform 9">
                <a:extLst>
                  <a:ext uri="{FF2B5EF4-FFF2-40B4-BE49-F238E27FC236}">
                    <a16:creationId xmlns:a16="http://schemas.microsoft.com/office/drawing/2014/main" id="{62BE15F8-1CEF-0AE3-CA31-E93B6CA3A87D}"/>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1" name="Freeform 10">
                <a:extLst>
                  <a:ext uri="{FF2B5EF4-FFF2-40B4-BE49-F238E27FC236}">
                    <a16:creationId xmlns:a16="http://schemas.microsoft.com/office/drawing/2014/main" id="{F5142990-0CC3-A946-E335-75575EBA2A33}"/>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12" name="Freeform 11">
                <a:extLst>
                  <a:ext uri="{FF2B5EF4-FFF2-40B4-BE49-F238E27FC236}">
                    <a16:creationId xmlns:a16="http://schemas.microsoft.com/office/drawing/2014/main" id="{A3A7C860-CF68-EDAE-D470-17D9E7715D0A}"/>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2" name="Text Placeholder 7">
            <a:extLst>
              <a:ext uri="{FF2B5EF4-FFF2-40B4-BE49-F238E27FC236}">
                <a16:creationId xmlns:a16="http://schemas.microsoft.com/office/drawing/2014/main" id="{6DB22D5D-1A11-25BD-BA20-6BE7975594FF}"/>
              </a:ext>
            </a:extLst>
          </p:cNvPr>
          <p:cNvSpPr>
            <a:spLocks noGrp="1"/>
          </p:cNvSpPr>
          <p:nvPr>
            <p:ph type="body" sz="quarter" idx="10" hasCustomPrompt="1"/>
          </p:nvPr>
        </p:nvSpPr>
        <p:spPr>
          <a:xfrm>
            <a:off x="765931" y="2597150"/>
            <a:ext cx="6737350" cy="1682750"/>
          </a:xfrm>
        </p:spPr>
        <p:txBody>
          <a:bodyPr anchor="ctr"/>
          <a:lstStyle>
            <a:lvl1pPr algn="l">
              <a:defRPr sz="6600" b="1">
                <a:solidFill>
                  <a:srgbClr val="002060"/>
                </a:solidFill>
                <a:latin typeface="ES Build" pitchFamily="2" charset="77"/>
                <a:ea typeface="ES Build" pitchFamily="2" charset="77"/>
              </a:defRPr>
            </a:lvl1pPr>
          </a:lstStyle>
          <a:p>
            <a:pPr lvl="0"/>
            <a:r>
              <a:rPr lang="en-US" dirty="0"/>
              <a:t>Thank You</a:t>
            </a:r>
            <a:endParaRPr lang="en-RO" dirty="0"/>
          </a:p>
        </p:txBody>
      </p:sp>
    </p:spTree>
    <p:extLst>
      <p:ext uri="{BB962C8B-B14F-4D97-AF65-F5344CB8AC3E}">
        <p14:creationId xmlns:p14="http://schemas.microsoft.com/office/powerpoint/2010/main" val="141075963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Ending Slide Light 2">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B0BCD14-5DC4-CB92-BDA4-1260D7E50774}"/>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4" name="Graphic 8">
            <a:extLst>
              <a:ext uri="{FF2B5EF4-FFF2-40B4-BE49-F238E27FC236}">
                <a16:creationId xmlns:a16="http://schemas.microsoft.com/office/drawing/2014/main" id="{DCF6184E-D152-B7E9-ABE5-F7C43ECF7CE9}"/>
              </a:ext>
            </a:extLst>
          </p:cNvPr>
          <p:cNvGrpSpPr/>
          <p:nvPr userDrawn="1"/>
        </p:nvGrpSpPr>
        <p:grpSpPr>
          <a:xfrm>
            <a:off x="782097" y="517392"/>
            <a:ext cx="1325503" cy="396622"/>
            <a:chOff x="689187" y="517392"/>
            <a:chExt cx="1325503" cy="396622"/>
          </a:xfrm>
        </p:grpSpPr>
        <p:sp>
          <p:nvSpPr>
            <p:cNvPr id="6" name="Freeform 5">
              <a:extLst>
                <a:ext uri="{FF2B5EF4-FFF2-40B4-BE49-F238E27FC236}">
                  <a16:creationId xmlns:a16="http://schemas.microsoft.com/office/drawing/2014/main" id="{7A1F908C-3E5C-373B-ECC5-67780527D693}"/>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7" name="Graphic 8">
              <a:extLst>
                <a:ext uri="{FF2B5EF4-FFF2-40B4-BE49-F238E27FC236}">
                  <a16:creationId xmlns:a16="http://schemas.microsoft.com/office/drawing/2014/main" id="{8DAF9DBA-0300-8BDD-782D-97C2E998A5E9}"/>
                </a:ext>
              </a:extLst>
            </p:cNvPr>
            <p:cNvGrpSpPr/>
            <p:nvPr/>
          </p:nvGrpSpPr>
          <p:grpSpPr>
            <a:xfrm>
              <a:off x="783659" y="616135"/>
              <a:ext cx="1112528" cy="199137"/>
              <a:chOff x="783659" y="616135"/>
              <a:chExt cx="1112528" cy="199137"/>
            </a:xfrm>
            <a:solidFill>
              <a:srgbClr val="FFFFFF"/>
            </a:solidFill>
          </p:grpSpPr>
          <p:sp>
            <p:nvSpPr>
              <p:cNvPr id="8" name="Freeform 7">
                <a:extLst>
                  <a:ext uri="{FF2B5EF4-FFF2-40B4-BE49-F238E27FC236}">
                    <a16:creationId xmlns:a16="http://schemas.microsoft.com/office/drawing/2014/main" id="{7EB7E472-2956-F649-57E8-A55C163C6533}"/>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9" name="Freeform 8">
                <a:extLst>
                  <a:ext uri="{FF2B5EF4-FFF2-40B4-BE49-F238E27FC236}">
                    <a16:creationId xmlns:a16="http://schemas.microsoft.com/office/drawing/2014/main" id="{62FD5A80-D007-529A-9235-8E7261C2266A}"/>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0" name="Freeform 9">
                <a:extLst>
                  <a:ext uri="{FF2B5EF4-FFF2-40B4-BE49-F238E27FC236}">
                    <a16:creationId xmlns:a16="http://schemas.microsoft.com/office/drawing/2014/main" id="{62BE15F8-1CEF-0AE3-CA31-E93B6CA3A87D}"/>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1" name="Freeform 10">
                <a:extLst>
                  <a:ext uri="{FF2B5EF4-FFF2-40B4-BE49-F238E27FC236}">
                    <a16:creationId xmlns:a16="http://schemas.microsoft.com/office/drawing/2014/main" id="{F5142990-0CC3-A946-E335-75575EBA2A33}"/>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12" name="Freeform 11">
                <a:extLst>
                  <a:ext uri="{FF2B5EF4-FFF2-40B4-BE49-F238E27FC236}">
                    <a16:creationId xmlns:a16="http://schemas.microsoft.com/office/drawing/2014/main" id="{A3A7C860-CF68-EDAE-D470-17D9E7715D0A}"/>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3" name="Text Placeholder 7">
            <a:extLst>
              <a:ext uri="{FF2B5EF4-FFF2-40B4-BE49-F238E27FC236}">
                <a16:creationId xmlns:a16="http://schemas.microsoft.com/office/drawing/2014/main" id="{F42ED927-9A7D-E656-F486-B82DB68D4DAB}"/>
              </a:ext>
            </a:extLst>
          </p:cNvPr>
          <p:cNvSpPr>
            <a:spLocks noGrp="1"/>
          </p:cNvSpPr>
          <p:nvPr>
            <p:ph type="body" sz="quarter" idx="10" hasCustomPrompt="1"/>
          </p:nvPr>
        </p:nvSpPr>
        <p:spPr>
          <a:xfrm>
            <a:off x="765931" y="2597150"/>
            <a:ext cx="6737350" cy="1682750"/>
          </a:xfrm>
        </p:spPr>
        <p:txBody>
          <a:bodyPr anchor="ctr"/>
          <a:lstStyle>
            <a:lvl1pPr algn="l">
              <a:defRPr sz="6600" b="1">
                <a:solidFill>
                  <a:srgbClr val="002060"/>
                </a:solidFill>
                <a:latin typeface="ES Build" pitchFamily="2" charset="77"/>
                <a:ea typeface="ES Build" pitchFamily="2" charset="77"/>
              </a:defRPr>
            </a:lvl1pPr>
          </a:lstStyle>
          <a:p>
            <a:pPr lvl="0"/>
            <a:r>
              <a:rPr lang="en-US" dirty="0"/>
              <a:t>Thank You</a:t>
            </a:r>
            <a:endParaRPr lang="en-RO" dirty="0"/>
          </a:p>
        </p:txBody>
      </p:sp>
    </p:spTree>
    <p:extLst>
      <p:ext uri="{BB962C8B-B14F-4D97-AF65-F5344CB8AC3E}">
        <p14:creationId xmlns:p14="http://schemas.microsoft.com/office/powerpoint/2010/main" val="268714898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grayWhite">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2D14B3B3-230B-6CB2-B836-A5132C862073}"/>
              </a:ext>
            </a:extLst>
          </p:cNvPr>
          <p:cNvSpPr>
            <a:spLocks noGrp="1"/>
          </p:cNvSpPr>
          <p:nvPr>
            <p:ph type="body" idx="1"/>
          </p:nvPr>
        </p:nvSpPr>
        <p:spPr>
          <a:xfrm>
            <a:off x="493288" y="1648925"/>
            <a:ext cx="11202987" cy="4520099"/>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sp>
        <p:nvSpPr>
          <p:cNvPr id="2" name="Title Placeholder 1">
            <a:extLst>
              <a:ext uri="{FF2B5EF4-FFF2-40B4-BE49-F238E27FC236}">
                <a16:creationId xmlns:a16="http://schemas.microsoft.com/office/drawing/2014/main" id="{545D83A8-9E79-2C61-4D66-EF1466741576}"/>
              </a:ext>
            </a:extLst>
          </p:cNvPr>
          <p:cNvSpPr>
            <a:spLocks noGrp="1"/>
          </p:cNvSpPr>
          <p:nvPr>
            <p:ph type="title"/>
          </p:nvPr>
        </p:nvSpPr>
        <p:spPr>
          <a:xfrm>
            <a:off x="493712" y="342900"/>
            <a:ext cx="11202987" cy="682625"/>
          </a:xfrm>
          <a:prstGeom prst="rect">
            <a:avLst/>
          </a:prstGeom>
        </p:spPr>
        <p:txBody>
          <a:bodyPr vert="horz" lIns="0" tIns="0" rIns="0" bIns="0" rtlCol="0" anchor="ctr" anchorCtr="0">
            <a:noAutofit/>
          </a:bodyPr>
          <a:lstStyle/>
          <a:p>
            <a:r>
              <a:rPr lang="en-US"/>
              <a:t>CLICK TO EDIT MASTER TITLE STYLE</a:t>
            </a:r>
          </a:p>
        </p:txBody>
      </p:sp>
      <p:sp>
        <p:nvSpPr>
          <p:cNvPr id="95" name="TextBox 94">
            <a:extLst>
              <a:ext uri="{FF2B5EF4-FFF2-40B4-BE49-F238E27FC236}">
                <a16:creationId xmlns:a16="http://schemas.microsoft.com/office/drawing/2014/main" id="{FA504D58-0E95-843B-D693-959DB54CB7A1}"/>
              </a:ext>
            </a:extLst>
          </p:cNvPr>
          <p:cNvSpPr txBox="1"/>
          <p:nvPr userDrawn="1"/>
        </p:nvSpPr>
        <p:spPr>
          <a:xfrm>
            <a:off x="493288" y="6562481"/>
            <a:ext cx="5029200" cy="107722"/>
          </a:xfrm>
          <a:prstGeom prst="rect">
            <a:avLst/>
          </a:prstGeom>
          <a:noFill/>
        </p:spPr>
        <p:txBody>
          <a:bodyPr wrap="square" lIns="0" tIns="0" rIns="0" bIns="0">
            <a:spAutoFit/>
          </a:bodyPr>
          <a:lstStyle/>
          <a:p>
            <a:r>
              <a:rPr lang="en-US" sz="700">
                <a:solidFill>
                  <a:schemeClr val="tx2"/>
                </a:solidFill>
              </a:rPr>
              <a:t>© 2026 Veeam Software. Confidential information. All rights reserved. All trademarks are the property of their respective owners. </a:t>
            </a:r>
          </a:p>
        </p:txBody>
      </p:sp>
      <p:sp>
        <p:nvSpPr>
          <p:cNvPr id="6" name="Freeform 5">
            <a:extLst>
              <a:ext uri="{FF2B5EF4-FFF2-40B4-BE49-F238E27FC236}">
                <a16:creationId xmlns:a16="http://schemas.microsoft.com/office/drawing/2014/main" id="{C257AF4E-7F6C-A299-976A-94085C2A8141}"/>
              </a:ext>
            </a:extLst>
          </p:cNvPr>
          <p:cNvSpPr/>
          <p:nvPr/>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7" name="Freeform 6">
            <a:extLst>
              <a:ext uri="{FF2B5EF4-FFF2-40B4-BE49-F238E27FC236}">
                <a16:creationId xmlns:a16="http://schemas.microsoft.com/office/drawing/2014/main" id="{6D8FB353-437C-2B7B-DFDE-CE8A6363B8AE}"/>
              </a:ext>
            </a:extLst>
          </p:cNvPr>
          <p:cNvSpPr/>
          <p:nvPr/>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9" name="Graphic 3">
            <a:extLst>
              <a:ext uri="{FF2B5EF4-FFF2-40B4-BE49-F238E27FC236}">
                <a16:creationId xmlns:a16="http://schemas.microsoft.com/office/drawing/2014/main" id="{1DE30424-A7F4-A37E-AE22-60C87AABAF43}"/>
              </a:ext>
            </a:extLst>
          </p:cNvPr>
          <p:cNvGrpSpPr/>
          <p:nvPr/>
        </p:nvGrpSpPr>
        <p:grpSpPr>
          <a:xfrm>
            <a:off x="11217977" y="6552879"/>
            <a:ext cx="432093" cy="77405"/>
            <a:chOff x="11217977" y="6552879"/>
            <a:chExt cx="432093" cy="77405"/>
          </a:xfrm>
          <a:solidFill>
            <a:srgbClr val="FFFFFF"/>
          </a:solidFill>
        </p:grpSpPr>
        <p:sp>
          <p:nvSpPr>
            <p:cNvPr id="10" name="Freeform 9">
              <a:extLst>
                <a:ext uri="{FF2B5EF4-FFF2-40B4-BE49-F238E27FC236}">
                  <a16:creationId xmlns:a16="http://schemas.microsoft.com/office/drawing/2014/main" id="{86E05DC2-416D-7306-6C9D-7A9997D22276}"/>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11" name="Freeform 10">
              <a:extLst>
                <a:ext uri="{FF2B5EF4-FFF2-40B4-BE49-F238E27FC236}">
                  <a16:creationId xmlns:a16="http://schemas.microsoft.com/office/drawing/2014/main" id="{677DC64F-CEF2-BE51-36B6-3D8B18B59908}"/>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0E666D85-2B83-A208-1984-822752DC03E4}"/>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13" name="Freeform 12">
              <a:extLst>
                <a:ext uri="{FF2B5EF4-FFF2-40B4-BE49-F238E27FC236}">
                  <a16:creationId xmlns:a16="http://schemas.microsoft.com/office/drawing/2014/main" id="{EF2CDD2A-E465-884F-B364-3ACADC374B4B}"/>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4" name="Freeform 13">
              <a:extLst>
                <a:ext uri="{FF2B5EF4-FFF2-40B4-BE49-F238E27FC236}">
                  <a16:creationId xmlns:a16="http://schemas.microsoft.com/office/drawing/2014/main" id="{295A2F16-FFE4-E72C-CC7A-9827629F803E}"/>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spTree>
    <p:extLst>
      <p:ext uri="{BB962C8B-B14F-4D97-AF65-F5344CB8AC3E}">
        <p14:creationId xmlns:p14="http://schemas.microsoft.com/office/powerpoint/2010/main" val="533486435"/>
      </p:ext>
    </p:extLst>
  </p:cSld>
  <p:clrMap bg1="lt1" tx1="dk1" bg2="lt2" tx2="dk2" accent1="accent1" accent2="accent2" accent3="accent3" accent4="accent4" accent5="accent5" accent6="accent6" hlink="hlink" folHlink="folHlink"/>
  <p:sldLayoutIdLst>
    <p:sldLayoutId id="2147484273" r:id="rId1"/>
    <p:sldLayoutId id="2147484311" r:id="rId2"/>
    <p:sldLayoutId id="2147484359" r:id="rId3"/>
    <p:sldLayoutId id="2147484360" r:id="rId4"/>
    <p:sldLayoutId id="2147484328" r:id="rId5"/>
    <p:sldLayoutId id="2147484312" r:id="rId6"/>
    <p:sldLayoutId id="2147484379" r:id="rId7"/>
    <p:sldLayoutId id="2147484389" r:id="rId8"/>
    <p:sldLayoutId id="2147484362" r:id="rId9"/>
    <p:sldLayoutId id="2147484383" r:id="rId10"/>
    <p:sldLayoutId id="2147484307" r:id="rId11"/>
    <p:sldLayoutId id="2147484363" r:id="rId12"/>
    <p:sldLayoutId id="2147484364" r:id="rId13"/>
    <p:sldLayoutId id="2147484365" r:id="rId14"/>
    <p:sldLayoutId id="2147484366" r:id="rId15"/>
    <p:sldLayoutId id="2147484367" r:id="rId16"/>
    <p:sldLayoutId id="2147484368" r:id="rId17"/>
    <p:sldLayoutId id="2147484369" r:id="rId18"/>
    <p:sldLayoutId id="2147484303" r:id="rId19"/>
    <p:sldLayoutId id="2147484377" r:id="rId20"/>
    <p:sldLayoutId id="2147484381" r:id="rId21"/>
    <p:sldLayoutId id="2147484382" r:id="rId22"/>
    <p:sldLayoutId id="2147484370" r:id="rId23"/>
    <p:sldLayoutId id="2147484371" r:id="rId24"/>
    <p:sldLayoutId id="2147484284" r:id="rId25"/>
    <p:sldLayoutId id="2147484387" r:id="rId26"/>
    <p:sldLayoutId id="2147484351" r:id="rId27"/>
    <p:sldLayoutId id="2147484350" r:id="rId28"/>
    <p:sldLayoutId id="2147484331" r:id="rId29"/>
    <p:sldLayoutId id="2147484332" r:id="rId30"/>
    <p:sldLayoutId id="2147484333" r:id="rId31"/>
    <p:sldLayoutId id="2147484334" r:id="rId32"/>
    <p:sldLayoutId id="2147484295" r:id="rId33"/>
    <p:sldLayoutId id="2147484375" r:id="rId34"/>
    <p:sldLayoutId id="2147484376" r:id="rId35"/>
    <p:sldLayoutId id="2147484385" r:id="rId36"/>
    <p:sldLayoutId id="2147484344" r:id="rId37"/>
    <p:sldLayoutId id="2147484319" r:id="rId38"/>
    <p:sldLayoutId id="2147484320" r:id="rId39"/>
    <p:sldLayoutId id="2147484321" r:id="rId40"/>
    <p:sldLayoutId id="2147484323" r:id="rId41"/>
    <p:sldLayoutId id="2147484324" r:id="rId42"/>
    <p:sldLayoutId id="2147484289" r:id="rId43"/>
    <p:sldLayoutId id="2147484372" r:id="rId44"/>
    <p:sldLayoutId id="2147484373" r:id="rId45"/>
    <p:sldLayoutId id="2147484380" r:id="rId46"/>
    <p:sldLayoutId id="2147484374" r:id="rId47"/>
  </p:sldLayoutIdLst>
  <p:hf sldNum="0" hdr="0" dt="0"/>
  <p:txStyles>
    <p:titleStyle>
      <a:lvl1pPr algn="l" defTabSz="914400" rtl="0" eaLnBrk="1" latinLnBrk="0" hangingPunct="1">
        <a:lnSpc>
          <a:spcPct val="90000"/>
        </a:lnSpc>
        <a:spcBef>
          <a:spcPct val="0"/>
        </a:spcBef>
        <a:buNone/>
        <a:defRPr sz="2800" b="1" i="0" kern="1200">
          <a:solidFill>
            <a:srgbClr val="0E0D72"/>
          </a:solidFill>
          <a:latin typeface="ES Build" pitchFamily="2" charset="77"/>
          <a:ea typeface="ES Build" pitchFamily="2" charset="77"/>
          <a:cs typeface="+mj-cs"/>
        </a:defRPr>
      </a:lvl1pPr>
    </p:titleStyle>
    <p:bodyStyle>
      <a:lvl1pPr marL="0" indent="0" algn="l" defTabSz="914400" rtl="0" eaLnBrk="1" latinLnBrk="0" hangingPunct="1">
        <a:lnSpc>
          <a:spcPct val="96000"/>
        </a:lnSpc>
        <a:spcBef>
          <a:spcPts val="1200"/>
        </a:spcBef>
        <a:spcAft>
          <a:spcPts val="600"/>
        </a:spcAft>
        <a:buClrTx/>
        <a:buFont typeface="Calibri" panose="020F0502020204030204" pitchFamily="34" charset="0"/>
        <a:buNone/>
        <a:tabLst/>
        <a:defRPr sz="2000" b="0" i="0" kern="1200">
          <a:solidFill>
            <a:schemeClr val="tx1"/>
          </a:solidFill>
          <a:latin typeface="ES Build Neutral" pitchFamily="2" charset="77"/>
          <a:ea typeface="ES Build Neutral" pitchFamily="2" charset="77"/>
          <a:cs typeface="+mn-cs"/>
        </a:defRPr>
      </a:lvl1pPr>
      <a:lvl2pPr marL="173736" indent="-173736" algn="l" defTabSz="914400" rtl="0" eaLnBrk="1" latinLnBrk="0" hangingPunct="1">
        <a:lnSpc>
          <a:spcPct val="96000"/>
        </a:lnSpc>
        <a:spcBef>
          <a:spcPts val="300"/>
        </a:spcBef>
        <a:spcAft>
          <a:spcPts val="150"/>
        </a:spcAft>
        <a:buClrTx/>
        <a:buFont typeface="Arial" panose="020B0604020202020204" pitchFamily="34" charset="0"/>
        <a:buChar char="•"/>
        <a:tabLst/>
        <a:defRPr sz="2100" b="0" i="0" kern="1200">
          <a:solidFill>
            <a:schemeClr val="tx1"/>
          </a:solidFill>
          <a:latin typeface="ES Build Neutral" pitchFamily="2" charset="77"/>
          <a:ea typeface="ES Build Neutral" pitchFamily="2" charset="77"/>
          <a:cs typeface="+mn-cs"/>
        </a:defRPr>
      </a:lvl2pPr>
      <a:lvl3pPr marL="342900" indent="-171450" algn="l" defTabSz="914400" rtl="0" eaLnBrk="1" latinLnBrk="0" hangingPunct="1">
        <a:lnSpc>
          <a:spcPct val="96000"/>
        </a:lnSpc>
        <a:spcBef>
          <a:spcPts val="300"/>
        </a:spcBef>
        <a:spcAft>
          <a:spcPts val="150"/>
        </a:spcAft>
        <a:buClrTx/>
        <a:buFont typeface="Arial" panose="020B0604020202020204" pitchFamily="34" charset="0"/>
        <a:buChar char="•"/>
        <a:tabLst/>
        <a:defRPr sz="1600" b="0" i="0" kern="1200">
          <a:solidFill>
            <a:schemeClr val="tx1"/>
          </a:solidFill>
          <a:latin typeface="ES Build Neutral" pitchFamily="2" charset="77"/>
          <a:ea typeface="ES Build Neutral" pitchFamily="2" charset="77"/>
          <a:cs typeface="+mn-cs"/>
        </a:defRPr>
      </a:lvl3pPr>
      <a:lvl4pPr marL="576072" indent="-173736" algn="l" defTabSz="914400" rtl="0" eaLnBrk="1" latinLnBrk="0" hangingPunct="1">
        <a:lnSpc>
          <a:spcPct val="96000"/>
        </a:lnSpc>
        <a:spcBef>
          <a:spcPts val="300"/>
        </a:spcBef>
        <a:spcAft>
          <a:spcPts val="150"/>
        </a:spcAft>
        <a:buClrTx/>
        <a:buFont typeface="Arial" panose="020B0604020202020204" pitchFamily="34" charset="0"/>
        <a:buChar char="•"/>
        <a:tabLst/>
        <a:defRPr sz="1600" b="0" i="0" kern="1200">
          <a:solidFill>
            <a:schemeClr val="tx1"/>
          </a:solidFill>
          <a:latin typeface="ES Build Neutral" pitchFamily="2" charset="77"/>
          <a:ea typeface="ES Build Neutral" pitchFamily="2" charset="77"/>
          <a:cs typeface="+mn-cs"/>
        </a:defRPr>
      </a:lvl4pPr>
      <a:lvl5pPr marL="731520" indent="-173736" algn="l" defTabSz="914400" rtl="0" eaLnBrk="1" latinLnBrk="0" hangingPunct="1">
        <a:lnSpc>
          <a:spcPct val="96000"/>
        </a:lnSpc>
        <a:spcBef>
          <a:spcPts val="300"/>
        </a:spcBef>
        <a:spcAft>
          <a:spcPts val="150"/>
        </a:spcAft>
        <a:buFont typeface="Arial" panose="020B0604020202020204" pitchFamily="34" charset="0"/>
        <a:buChar char="•"/>
        <a:tabLst/>
        <a:defRPr sz="1400" b="0" i="0" kern="1200">
          <a:solidFill>
            <a:schemeClr val="tx1"/>
          </a:solidFill>
          <a:latin typeface="ES Build Neutral" pitchFamily="2" charset="77"/>
          <a:ea typeface="ES Build Neutral" pitchFamily="2" charset="77"/>
          <a:cs typeface="+mn-cs"/>
        </a:defRPr>
      </a:lvl5pPr>
      <a:lvl6pPr marL="11113" indent="0" algn="l" defTabSz="914400" rtl="0" eaLnBrk="1" latinLnBrk="0" hangingPunct="1">
        <a:lnSpc>
          <a:spcPct val="96000"/>
        </a:lnSpc>
        <a:spcBef>
          <a:spcPts val="600"/>
        </a:spcBef>
        <a:spcAft>
          <a:spcPts val="300"/>
        </a:spcAft>
        <a:buFont typeface="System Font Regular"/>
        <a:buNone/>
        <a:tabLst/>
        <a:defRPr sz="1600" b="0" i="0" kern="1200">
          <a:solidFill>
            <a:schemeClr val="tx1"/>
          </a:solidFill>
          <a:latin typeface="ES Build Neutral" pitchFamily="2" charset="77"/>
          <a:ea typeface="ES Build Neutral" pitchFamily="2" charset="77"/>
          <a:cs typeface="+mn-cs"/>
        </a:defRPr>
      </a:lvl6pPr>
      <a:lvl7pPr marL="11113" indent="0" algn="l" defTabSz="914400" rtl="0" eaLnBrk="1" latinLnBrk="0" hangingPunct="1">
        <a:lnSpc>
          <a:spcPct val="96000"/>
        </a:lnSpc>
        <a:spcBef>
          <a:spcPts val="600"/>
        </a:spcBef>
        <a:spcAft>
          <a:spcPts val="300"/>
        </a:spcAft>
        <a:buFont typeface="System Font Regular"/>
        <a:buNone/>
        <a:tabLst/>
        <a:defRPr sz="1600" b="0" i="0" kern="1200">
          <a:solidFill>
            <a:schemeClr val="tx1"/>
          </a:solidFill>
          <a:latin typeface="ES Build Neutral" pitchFamily="2" charset="77"/>
          <a:ea typeface="ES Build Neutral" pitchFamily="2" charset="77"/>
          <a:cs typeface="+mn-cs"/>
        </a:defRPr>
      </a:lvl7pPr>
      <a:lvl8pPr marL="0" indent="0" algn="l" defTabSz="914400" rtl="0" eaLnBrk="1" latinLnBrk="0" hangingPunct="1">
        <a:lnSpc>
          <a:spcPct val="84000"/>
        </a:lnSpc>
        <a:spcBef>
          <a:spcPts val="300"/>
        </a:spcBef>
        <a:buFont typeface="System Font Regular"/>
        <a:buNone/>
        <a:tabLst/>
        <a:defRPr sz="5500" b="0" i="0" kern="1200" spc="-150" baseline="0">
          <a:solidFill>
            <a:schemeClr val="tx1"/>
          </a:solidFill>
          <a:latin typeface="ES Build Neutral" pitchFamily="2" charset="77"/>
          <a:ea typeface="ES Build Neutral" pitchFamily="2" charset="77"/>
          <a:cs typeface="+mn-cs"/>
        </a:defRPr>
      </a:lvl8pPr>
      <a:lvl9pPr marL="11113" indent="0" algn="l" defTabSz="914400" rtl="0" eaLnBrk="1" latinLnBrk="0" hangingPunct="1">
        <a:lnSpc>
          <a:spcPct val="84000"/>
        </a:lnSpc>
        <a:spcBef>
          <a:spcPts val="0"/>
        </a:spcBef>
        <a:buFont typeface="System Font Regular"/>
        <a:buNone/>
        <a:tabLst/>
        <a:defRPr sz="11000" b="0" i="0" kern="1200" spc="-300">
          <a:solidFill>
            <a:schemeClr val="tx1"/>
          </a:solidFill>
          <a:latin typeface="ES Build Neutral" pitchFamily="2" charset="77"/>
          <a:ea typeface="ES Build Neutral" pitchFamily="2" charset="77"/>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62" userDrawn="1">
          <p15:clr>
            <a:srgbClr val="F26B43"/>
          </p15:clr>
        </p15:guide>
        <p15:guide id="2" userDrawn="1">
          <p15:clr>
            <a:srgbClr val="F26B43"/>
          </p15:clr>
        </p15:guide>
        <p15:guide id="3" pos="7679" userDrawn="1">
          <p15:clr>
            <a:srgbClr val="F26B43"/>
          </p15:clr>
        </p15:guide>
        <p15:guide id="4" orient="horz" pos="1078" userDrawn="1">
          <p15:clr>
            <a:srgbClr val="F26B43"/>
          </p15:clr>
        </p15:guide>
        <p15:guide id="5" orient="horz" pos="646" userDrawn="1">
          <p15:clr>
            <a:srgbClr val="F26B43"/>
          </p15:clr>
        </p15:guide>
        <p15:guide id="6" orient="horz" pos="430" userDrawn="1">
          <p15:clr>
            <a:srgbClr val="F26B43"/>
          </p15:clr>
        </p15:guide>
        <p15:guide id="7" orient="horz" pos="214" userDrawn="1">
          <p15:clr>
            <a:srgbClr val="F26B43"/>
          </p15:clr>
        </p15:guide>
        <p15:guide id="8" orient="horz" pos="1942" userDrawn="1">
          <p15:clr>
            <a:srgbClr val="F26B43"/>
          </p15:clr>
        </p15:guide>
        <p15:guide id="9" orient="horz" pos="2158" userDrawn="1">
          <p15:clr>
            <a:srgbClr val="F26B43"/>
          </p15:clr>
        </p15:guide>
        <p15:guide id="10" orient="horz" pos="1726" userDrawn="1">
          <p15:clr>
            <a:srgbClr val="F26B43"/>
          </p15:clr>
        </p15:guide>
        <p15:guide id="11" orient="horz" pos="1510" userDrawn="1">
          <p15:clr>
            <a:srgbClr val="F26B43"/>
          </p15:clr>
        </p15:guide>
        <p15:guide id="12" orient="horz" pos="3022" userDrawn="1">
          <p15:clr>
            <a:srgbClr val="F26B43"/>
          </p15:clr>
        </p15:guide>
        <p15:guide id="13" orient="horz" pos="3238" userDrawn="1">
          <p15:clr>
            <a:srgbClr val="F26B43"/>
          </p15:clr>
        </p15:guide>
        <p15:guide id="14" orient="horz" pos="2806" userDrawn="1">
          <p15:clr>
            <a:srgbClr val="F26B43"/>
          </p15:clr>
        </p15:guide>
        <p15:guide id="15" orient="horz" pos="2590" userDrawn="1">
          <p15:clr>
            <a:srgbClr val="F26B43"/>
          </p15:clr>
        </p15:guide>
        <p15:guide id="16" orient="horz" pos="2374" userDrawn="1">
          <p15:clr>
            <a:srgbClr val="F26B43"/>
          </p15:clr>
        </p15:guide>
        <p15:guide id="17" orient="horz" pos="4102" userDrawn="1">
          <p15:clr>
            <a:srgbClr val="F26B43"/>
          </p15:clr>
        </p15:guide>
        <p15:guide id="18" orient="horz" pos="4318" userDrawn="1">
          <p15:clr>
            <a:srgbClr val="F26B43"/>
          </p15:clr>
        </p15:guide>
        <p15:guide id="19" orient="horz" pos="3886" userDrawn="1">
          <p15:clr>
            <a:srgbClr val="F26B43"/>
          </p15:clr>
        </p15:guide>
        <p15:guide id="20" orient="horz" pos="3670" userDrawn="1">
          <p15:clr>
            <a:srgbClr val="F26B43"/>
          </p15:clr>
        </p15:guide>
        <p15:guide id="21" orient="horz" pos="3454" userDrawn="1">
          <p15:clr>
            <a:srgbClr val="F26B43"/>
          </p15:clr>
        </p15:guide>
        <p15:guide id="22" orient="horz" pos="286" userDrawn="1">
          <p15:clr>
            <a:srgbClr val="F26B43"/>
          </p15:clr>
        </p15:guide>
        <p15:guide id="23" orient="horz" pos="4030" userDrawn="1">
          <p15:clr>
            <a:srgbClr val="F26B43"/>
          </p15:clr>
        </p15:guide>
        <p15:guide id="24" pos="6919" userDrawn="1">
          <p15:clr>
            <a:srgbClr val="F26B43"/>
          </p15:clr>
        </p15:guide>
        <p15:guide id="25" pos="7368" userDrawn="1">
          <p15:clr>
            <a:srgbClr val="F26B43"/>
          </p15:clr>
        </p15:guide>
        <p15:guide id="26" pos="311" userDrawn="1">
          <p15:clr>
            <a:srgbClr val="F26B43"/>
          </p15:clr>
        </p15:guide>
        <p15:guide id="27" pos="760" userDrawn="1">
          <p15:clr>
            <a:srgbClr val="F26B43"/>
          </p15:clr>
        </p15:guide>
        <p15:guide id="28" pos="911" userDrawn="1">
          <p15:clr>
            <a:srgbClr val="F26B43"/>
          </p15:clr>
        </p15:guide>
        <p15:guide id="29" pos="1361" userDrawn="1">
          <p15:clr>
            <a:srgbClr val="F26B43"/>
          </p15:clr>
        </p15:guide>
        <p15:guide id="30" pos="1512" userDrawn="1">
          <p15:clr>
            <a:srgbClr val="F26B43"/>
          </p15:clr>
        </p15:guide>
        <p15:guide id="31" pos="1961" userDrawn="1">
          <p15:clr>
            <a:srgbClr val="F26B43"/>
          </p15:clr>
        </p15:guide>
        <p15:guide id="32" pos="2113" userDrawn="1">
          <p15:clr>
            <a:srgbClr val="F26B43"/>
          </p15:clr>
        </p15:guide>
        <p15:guide id="33" pos="2562" userDrawn="1">
          <p15:clr>
            <a:srgbClr val="F26B43"/>
          </p15:clr>
        </p15:guide>
        <p15:guide id="34" pos="2714" userDrawn="1">
          <p15:clr>
            <a:srgbClr val="F26B43"/>
          </p15:clr>
        </p15:guide>
        <p15:guide id="35" pos="3163" userDrawn="1">
          <p15:clr>
            <a:srgbClr val="F26B43"/>
          </p15:clr>
        </p15:guide>
        <p15:guide id="36" pos="3314" userDrawn="1">
          <p15:clr>
            <a:srgbClr val="F26B43"/>
          </p15:clr>
        </p15:guide>
        <p15:guide id="37" pos="3764" userDrawn="1">
          <p15:clr>
            <a:srgbClr val="F26B43"/>
          </p15:clr>
        </p15:guide>
        <p15:guide id="38" pos="3915" userDrawn="1">
          <p15:clr>
            <a:srgbClr val="F26B43"/>
          </p15:clr>
        </p15:guide>
        <p15:guide id="39" pos="4365" userDrawn="1">
          <p15:clr>
            <a:srgbClr val="F26B43"/>
          </p15:clr>
        </p15:guide>
        <p15:guide id="40" pos="4516" userDrawn="1">
          <p15:clr>
            <a:srgbClr val="F26B43"/>
          </p15:clr>
        </p15:guide>
        <p15:guide id="41" pos="4965" userDrawn="1">
          <p15:clr>
            <a:srgbClr val="F26B43"/>
          </p15:clr>
        </p15:guide>
        <p15:guide id="42" pos="5117" userDrawn="1">
          <p15:clr>
            <a:srgbClr val="F26B43"/>
          </p15:clr>
        </p15:guide>
        <p15:guide id="43" pos="5566" userDrawn="1">
          <p15:clr>
            <a:srgbClr val="F26B43"/>
          </p15:clr>
        </p15:guide>
        <p15:guide id="44" pos="5718" userDrawn="1">
          <p15:clr>
            <a:srgbClr val="F26B43"/>
          </p15:clr>
        </p15:guide>
        <p15:guide id="45" pos="6167" userDrawn="1">
          <p15:clr>
            <a:srgbClr val="F26B43"/>
          </p15:clr>
        </p15:guide>
        <p15:guide id="46" pos="6318" userDrawn="1">
          <p15:clr>
            <a:srgbClr val="F26B43"/>
          </p15:clr>
        </p15:guide>
        <p15:guide id="47" pos="6768" userDrawn="1">
          <p15:clr>
            <a:srgbClr val="F26B43"/>
          </p15:clr>
        </p15:guide>
        <p15:guide id="48" orient="horz" pos="1" userDrawn="1">
          <p15:clr>
            <a:srgbClr val="F26B43"/>
          </p15:clr>
        </p15:guide>
        <p15:guide id="49" pos="7144" userDrawn="1">
          <p15:clr>
            <a:srgbClr val="F26B43"/>
          </p15:clr>
        </p15:guide>
        <p15:guide id="50" pos="535" userDrawn="1">
          <p15:clr>
            <a:srgbClr val="F26B43"/>
          </p15:clr>
        </p15:guide>
        <p15:guide id="51" pos="1136" userDrawn="1">
          <p15:clr>
            <a:srgbClr val="F26B43"/>
          </p15:clr>
        </p15:guide>
        <p15:guide id="52" pos="1737" userDrawn="1">
          <p15:clr>
            <a:srgbClr val="F26B43"/>
          </p15:clr>
        </p15:guide>
        <p15:guide id="53" pos="2338" userDrawn="1">
          <p15:clr>
            <a:srgbClr val="F26B43"/>
          </p15:clr>
        </p15:guide>
        <p15:guide id="54" pos="2938" userDrawn="1">
          <p15:clr>
            <a:srgbClr val="F26B43"/>
          </p15:clr>
        </p15:guide>
        <p15:guide id="55" pos="3539" userDrawn="1">
          <p15:clr>
            <a:srgbClr val="F26B43"/>
          </p15:clr>
        </p15:guide>
        <p15:guide id="56" pos="4140" userDrawn="1">
          <p15:clr>
            <a:srgbClr val="F26B43"/>
          </p15:clr>
        </p15:guide>
        <p15:guide id="57" pos="4741" userDrawn="1">
          <p15:clr>
            <a:srgbClr val="F26B43"/>
          </p15:clr>
        </p15:guide>
        <p15:guide id="58" pos="5341" userDrawn="1">
          <p15:clr>
            <a:srgbClr val="F26B43"/>
          </p15:clr>
        </p15:guide>
        <p15:guide id="59" pos="5942" userDrawn="1">
          <p15:clr>
            <a:srgbClr val="F26B43"/>
          </p15:clr>
        </p15:guide>
        <p15:guide id="60" pos="6543" userDrawn="1">
          <p15:clr>
            <a:srgbClr val="F26B43"/>
          </p15:clr>
        </p15:guide>
        <p15:guide id="61" orient="horz" pos="1294" userDrawn="1">
          <p15:clr>
            <a:srgbClr val="F26B43"/>
          </p15:clr>
        </p15:guide>
        <p15:guide id="62" pos="767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6.png"/><Relationship Id="rId3" Type="http://schemas.openxmlformats.org/officeDocument/2006/relationships/image" Target="../media/icon_contract_agreement_200.svg"/>
</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con_file_list_201.svg"/>
<Relationship Id="rId5" Type="http://schemas.openxmlformats.org/officeDocument/2006/relationships/image" Target="../media/icon_close_circle_202.svg"/>
</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9.png"/><Relationship Id="rId3" Type="http://schemas.openxmlformats.org/officeDocument/2006/relationships/image" Target="../media/icon_error_warning_203.svg"/>
</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con_scan_target_204.svg"/>
<Relationship Id="rId5" Type="http://schemas.openxmlformats.org/officeDocument/2006/relationships/image" Target="../media/icon_error_warning_205.svg"/>
</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con_scan_target_206.svg"/>
<Relationship Id="rId5" Type="http://schemas.openxmlformats.org/officeDocument/2006/relationships/image" Target="../media/icon_error_warning_207.svg"/>
</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con_file_list_208.svg"/>
<Relationship Id="rId5" Type="http://schemas.openxmlformats.org/officeDocument/2006/relationships/image" Target="../media/icon_error_warning_209.svg"/>
</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79089" y="1543050"/>
            <a:ext cx="10058400" cy="2581259"/>
          </a:xfrm>
        </p:spPr>
        <p:txBody>
          <a:bodyPr/>
          <a:lstStyle/>
          <a:p>
            <a:pPr algn="l"/>
            <a:r>
              <a:rPr b="1" sz="4200">
                <a:solidFill>
                  <a:srgbClr val="FFFFFF"/>
                </a:solidFill>
                <a:latin typeface="ES Build Neutral"/>
              </a:rPr>
              <a:t>DATASTAGE ON CLOUD PAK FOR DATA:
ENGINE-STATE PROTECTION</a:t>
            </a:r>
          </a:p>
        </p:txBody>
      </p:sp>
      <p:sp>
        <p:nvSpPr>
          <p:cNvPr id="3" name="Subtitle 2"/>
          <p:cNvSpPr>
            <a:spLocks noGrp="1"/>
          </p:cNvSpPr>
          <p:nvPr>
            <p:ph type="subTitle" idx="1"/>
          </p:nvPr>
        </p:nvSpPr>
        <p:spPr>
          <a:xfrm>
            <a:off x="579089" y="4186763"/>
            <a:ext cx="10058400" cy="685800"/>
          </a:xfrm>
        </p:spPr>
        <p:txBody>
          <a:bodyPr wrap="square"/>
          <a:lstStyle/>
          <a:p>
            <a:pPr algn="l"/>
            <a:r>
              <a:rPr sz="2000">
                <a:solidFill>
                  <a:srgbClr val="FFFFFF"/>
                </a:solidFill>
                <a:latin typeface="ES Build Neutral"/>
              </a:rPr>
              <a:t>A transcription of IBM's own backup hooks into Kanister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Three stores, and which one this protects</a:t>
            </a:r>
          </a:p>
          <a:p>
            <a:r>
              <a:t>Where the design comes from</a:t>
            </a:r>
          </a:p>
          <a:p>
            <a:r>
              <a:t>Why there is no quiesce at backup time</a:t>
            </a:r>
          </a:p>
          <a:p>
            <a:r>
              <a:t>Deriving the flush set from the policy's own selector</a:t>
            </a:r>
          </a:p>
          <a:p>
            <a:r>
              <a:t>What the policy captures, and how the restore frees the volumes</a:t>
            </a:r>
          </a:p>
          <a:p>
            <a:r>
              <a:t>Blueprint actions and restore prerequisites</a:t>
            </a:r>
          </a:p>
        </p:txBody>
      </p:sp>
      <p:sp>
        <p:nvSpPr>
          <p:cNvPr id="3" name="Title 2"/>
          <p:cNvSpPr>
            <a:spLocks noGrp="1"/>
          </p:cNvSpPr>
          <p:nvPr>
            <p:ph type="title"/>
          </p:nvPr>
        </p:nvSpPr>
        <p:spPr/>
        <p:txBody>
          <a:bodyPr/>
          <a:lstStyle/>
          <a:p>
            <a:r>
              <a:t>AGENDA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596128" y="777240"/>
            <a:ext cx="1005840" cy="1005840"/>
          </a:xfrm>
          <a:prstGeom prst="roundRect">
            <a:avLst>
              <a:gd name="adj" fmla="val 25207"/>
            </a:avLst>
          </a:prstGeom>
          <a:solidFill>
            <a:srgbClr val="FFFFFF">
              <a:alpha val="8000"/>
            </a:srgbClr>
          </a:solidFill>
          <a:ln>
            <a:gradFill>
              <a:gsLst>
                <a:gs pos="0">
                  <a:srgbClr val="4AFF9C"/>
                </a:gs>
                <a:gs pos="100000">
                  <a:srgbClr val="67FFFE"/>
                </a:gs>
              </a:gsLst>
              <a:lin ang="0" scaled="0"/>
            </a:gradFill>
          </a:ln>
          <a:effectLst>
            <a:outerShdw blurRad="190500" dist="0" dir="0" sx="102000" sy="102000" algn="ctr" rotWithShape="0">
              <a:srgbClr val="67FFFE"/>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817412" y="998524"/>
            <a:ext cx="563270" cy="563270"/>
          </a:xfrm>
          <a:prstGeom prst="rect">
            <a:avLst/>
          </a:prstGeom>
        </p:spPr>
      </p:pic>
      <p:sp>
        <p:nvSpPr>
          <p:cNvPr id="4" name="TextBox 3"/>
          <p:cNvSpPr txBox="1"/>
          <p:nvPr/>
        </p:nvSpPr>
        <p:spPr>
          <a:xfrm>
            <a:off x="1097280" y="2148840"/>
            <a:ext cx="9966960" cy="822960"/>
          </a:xfrm>
          <a:prstGeom prst="rect">
            <a:avLst/>
          </a:prstGeom>
          <a:noFill/>
        </p:spPr>
        <p:txBody>
          <a:bodyPr wrap="square">
            <a:spAutoFit/>
          </a:bodyPr>
          <a:lstStyle/>
          <a:p>
            <a:pPr algn="ctr"/>
            <a:r>
              <a:rPr sz="4000" b="1">
                <a:solidFill>
                  <a:srgbClr val="FFFFFF"/>
                </a:solidFill>
                <a:latin typeface="ES Build Neutral"/>
              </a:rPr>
              <a:t>ALMOST NOTHING HERE</a:t>
            </a:r>
          </a:p>
        </p:txBody>
      </p:sp>
      <p:sp>
        <p:nvSpPr>
          <p:cNvPr id="5" name="TextBox 4"/>
          <p:cNvSpPr txBox="1"/>
          <p:nvPr/>
        </p:nvSpPr>
        <p:spPr>
          <a:xfrm>
            <a:off x="914400" y="2880360"/>
            <a:ext cx="10332720" cy="1234440"/>
          </a:xfrm>
          <a:prstGeom prst="rect">
            <a:avLst/>
          </a:prstGeom>
          <a:noFill/>
        </p:spPr>
        <p:txBody>
          <a:bodyPr wrap="square">
            <a:spAutoFit/>
          </a:bodyPr>
          <a:lstStyle/>
          <a:p>
            <a:pPr algn="ctr"/>
            <a:r>
              <a:rPr b="1" sz="6000">
                <a:gradFill>
                  <a:gsLst>
                    <a:gs pos="4000">
                      <a:srgbClr val="4AFF9C"/>
                    </a:gs>
                    <a:gs pos="80000">
                      <a:srgbClr val="67FFFE"/>
                    </a:gs>
                  </a:gsLst>
                  <a:lin ang="0" scaled="0"/>
                </a:gradFill>
                <a:effectLst>
                  <a:outerShdw blurRad="190500" dist="0" dir="0" sx="102000" sy="102000" algn="ctr" rotWithShape="0">
                    <a:srgbClr val="4AFF9C">
                      <a:alpha val="40000"/>
                    </a:srgbClr>
                  </a:outerShdw>
                </a:effectLst>
                <a:latin typeface="ES Build Neutral"/>
              </a:rPr>
              <a:t>WAS INVENTED</a:t>
            </a:r>
          </a:p>
        </p:txBody>
      </p:sp>
      <p:sp>
        <p:nvSpPr>
          <p:cNvPr id="6" name="TextBox 5"/>
          <p:cNvSpPr txBox="1"/>
          <p:nvPr/>
        </p:nvSpPr>
        <p:spPr>
          <a:xfrm>
            <a:off x="1554480" y="4160520"/>
            <a:ext cx="9052560" cy="868680"/>
          </a:xfrm>
          <a:prstGeom prst="rect">
            <a:avLst/>
          </a:prstGeom>
          <a:noFill/>
        </p:spPr>
        <p:txBody>
          <a:bodyPr wrap="square">
            <a:spAutoFit/>
          </a:bodyPr>
          <a:lstStyle/>
          <a:p>
            <a:pPr algn="ctr">
              <a:lnSpc>
                <a:spcPct val="120000"/>
              </a:lnSpc>
            </a:pPr>
            <a:r>
              <a:rPr sz="1550" b="0">
                <a:solidFill>
                  <a:srgbClr val="FFFFFF"/>
                </a:solidFill>
                <a:latin typeface="ES Build Neutral"/>
              </a:rPr>
              <a:t>The DataStage install ships three ConfigMaps that IBM's own backup tool reads to protect DataStage.</a:t>
            </a:r>
          </a:p>
          <a:p>
            <a:pPr algn="ctr">
              <a:lnSpc>
                <a:spcPct val="120000"/>
              </a:lnSpc>
            </a:pPr>
            <a:r>
              <a:rPr sz="1550" b="0">
                <a:solidFill>
                  <a:srgbClr val="FFFFFF"/>
                </a:solidFill>
                <a:latin typeface="ES Build Neutral"/>
              </a:rPr>
              <a:t>They are a machine-readable specification, written by the people who wrote DataStage.</a:t>
            </a:r>
          </a:p>
        </p:txBody>
      </p:sp>
      <p:sp>
        <p:nvSpPr>
          <p:cNvPr id="7" name="Rounded Rectangle 6"/>
          <p:cNvSpPr/>
          <p:nvPr/>
        </p:nvSpPr>
        <p:spPr>
          <a:xfrm>
            <a:off x="3265154" y="5257800"/>
            <a:ext cx="2369820" cy="329184"/>
          </a:xfrm>
          <a:prstGeom prst="roundRect">
            <a:avLst>
              <a:gd name="adj" fmla="val 50000"/>
            </a:avLst>
          </a:prstGeom>
          <a:solidFill>
            <a:srgbClr val="FFFFFF">
              <a:alpha val="8000"/>
            </a:srgbClr>
          </a:solidFill>
          <a:ln>
            <a:gradFill>
              <a:gsLst>
                <a:gs pos="0">
                  <a:srgbClr val="4AFF9C"/>
                </a:gs>
                <a:gs pos="100000">
                  <a:srgbClr val="67FFFE"/>
                </a:gs>
              </a:gsLst>
              <a:lin ang="0" scaled="0"/>
            </a:gradFill>
          </a:ln>
          <a:effectLst>
            <a:outerShdw blurRad="190500" dist="0" dir="0" sx="102000" sy="102000" algn="ctr" rotWithShape="0">
              <a:srgbClr val="67FFFE">
                <a:alpha val="7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FFFFFF"/>
                </a:solidFill>
                <a:latin typeface="ES Build Neutral"/>
              </a:rPr>
              <a:t>datastage-maint-aux-qu-cm</a:t>
            </a:r>
          </a:p>
        </p:txBody>
      </p:sp>
      <p:sp>
        <p:nvSpPr>
          <p:cNvPr id="8" name="Rounded Rectangle 7"/>
          <p:cNvSpPr/>
          <p:nvPr/>
        </p:nvSpPr>
        <p:spPr>
          <a:xfrm>
            <a:off x="5909294" y="5257800"/>
            <a:ext cx="1371600" cy="329184"/>
          </a:xfrm>
          <a:prstGeom prst="roundRect">
            <a:avLst>
              <a:gd name="adj" fmla="val 50000"/>
            </a:avLst>
          </a:prstGeom>
          <a:solidFill>
            <a:srgbClr val="FFFFFF">
              <a:alpha val="8000"/>
            </a:srgbClr>
          </a:solidFill>
          <a:ln>
            <a:gradFill>
              <a:gsLst>
                <a:gs pos="0">
                  <a:srgbClr val="4AFF9C"/>
                </a:gs>
                <a:gs pos="100000">
                  <a:srgbClr val="67FFFE"/>
                </a:gs>
              </a:gsLst>
              <a:lin ang="0" scaled="0"/>
            </a:gradFill>
          </a:ln>
          <a:effectLst>
            <a:outerShdw blurRad="190500" dist="0" dir="0" sx="102000" sy="102000" algn="ctr" rotWithShape="0">
              <a:srgbClr val="67FFFE">
                <a:alpha val="7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FFFFFF"/>
                </a:solidFill>
                <a:latin typeface="ES Build Neutral"/>
              </a:rPr>
              <a:t>-br-cm</a:t>
            </a:r>
          </a:p>
        </p:txBody>
      </p:sp>
      <p:sp>
        <p:nvSpPr>
          <p:cNvPr id="9" name="Rounded Rectangle 8"/>
          <p:cNvSpPr/>
          <p:nvPr/>
        </p:nvSpPr>
        <p:spPr>
          <a:xfrm>
            <a:off x="7555214" y="5257800"/>
            <a:ext cx="1371600" cy="329184"/>
          </a:xfrm>
          <a:prstGeom prst="roundRect">
            <a:avLst>
              <a:gd name="adj" fmla="val 50000"/>
            </a:avLst>
          </a:prstGeom>
          <a:solidFill>
            <a:srgbClr val="FFFFFF">
              <a:alpha val="8000"/>
            </a:srgbClr>
          </a:solidFill>
          <a:ln>
            <a:gradFill>
              <a:gsLst>
                <a:gs pos="0">
                  <a:srgbClr val="4AFF9C"/>
                </a:gs>
                <a:gs pos="100000">
                  <a:srgbClr val="67FFFE"/>
                </a:gs>
              </a:gsLst>
              <a:lin ang="0" scaled="0"/>
            </a:gradFill>
          </a:ln>
          <a:effectLst>
            <a:outerShdw blurRad="190500" dist="0" dir="0" sx="102000" sy="102000" algn="ctr" rotWithShape="0">
              <a:srgbClr val="67FFFE">
                <a:alpha val="7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FFFFFF"/>
                </a:solidFill>
                <a:latin typeface="ES Build Neutral"/>
              </a:rPr>
              <a:t>-ckpt-cm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1647" y="347472"/>
            <a:ext cx="11248674" cy="566928"/>
          </a:xfrm>
          <a:prstGeom prst="rect">
            <a:avLst/>
          </a:prstGeom>
          <a:noFill/>
        </p:spPr>
        <p:txBody>
          <a:bodyPr wrap="square">
            <a:spAutoFit/>
          </a:bodyPr>
          <a:lstStyle/>
          <a:p>
            <a:pPr algn="l"/>
            <a:r>
              <a:rPr sz="2000" b="1">
                <a:solidFill>
                  <a:srgbClr val="002060"/>
                </a:solidFill>
                <a:latin typeface="ES Build Neutral"/>
              </a:rPr>
              <a:t>THREE STORES, MEASURED ON THE CLUSTER RATHER THAN TAKEN FROM DOCUMENTATION</a:t>
            </a:r>
          </a:p>
        </p:txBody>
      </p:sp>
      <p:sp>
        <p:nvSpPr>
          <p:cNvPr id="3" name="TextBox 2"/>
          <p:cNvSpPr txBox="1"/>
          <p:nvPr/>
        </p:nvSpPr>
        <p:spPr>
          <a:xfrm>
            <a:off x="471647" y="987552"/>
            <a:ext cx="11248674" cy="384048"/>
          </a:xfrm>
          <a:prstGeom prst="rect">
            <a:avLst/>
          </a:prstGeom>
          <a:noFill/>
        </p:spPr>
        <p:txBody>
          <a:bodyPr wrap="square">
            <a:spAutoFit/>
          </a:bodyPr>
          <a:lstStyle/>
          <a:p>
            <a:pPr algn="l"/>
            <a:r>
              <a:rPr sz="1400" b="0">
                <a:solidFill>
                  <a:srgbClr val="929BA5"/>
                </a:solidFill>
                <a:latin typeface="ES Build Neutral"/>
              </a:rPr>
              <a:t>This blueprint covers the middle one — and only that one</a:t>
            </a:r>
          </a:p>
        </p:txBody>
      </p:sp>
      <p:graphicFrame>
        <p:nvGraphicFramePr>
          <p:cNvPr id="4" name="Table 3"/>
          <p:cNvGraphicFramePr>
            <a:graphicFrameLocks noGrp="1"/>
          </p:cNvGraphicFramePr>
          <p:nvPr/>
        </p:nvGraphicFramePr>
        <p:xfrm>
          <a:off x="471647" y="1572768"/>
          <a:ext cx="11247120" cy="3566160"/>
        </p:xfrm>
        <a:graphic>
          <a:graphicData uri="http://schemas.openxmlformats.org/drawingml/2006/table">
            <a:tbl>
              <a:tblPr firstRow="1" bandRow="1">
                <a:tableStyleId>{B301B821-A1FF-4177-AEE7-76D212191A09}</a:tableStyleId>
              </a:tblPr>
              <a:tblGrid>
                <a:gridCol w="2286000"/>
                <a:gridCol w="6035040"/>
                <a:gridCol w="2926080"/>
              </a:tblGrid>
              <a:tr h="457200">
                <a:tc>
                  <a:txBody>
                    <a:bodyPr/>
                    <a:lstStyle/>
                    <a:p>
                      <a:pPr algn="l"/>
                      <a:r>
                        <a:rPr sz="1250" b="1">
                          <a:latin typeface="ES Build Neutral"/>
                          <a:solidFill>
                            <a:srgbClr val="FFFFFF"/>
                          </a:solidFill>
                        </a:rPr>
                        <a:t>STORE</a:t>
                      </a:r>
                    </a:p>
                  </a:txBody>
                  <a:tcPr anchor="ctr" marL="91440" marR="91440">
                    <a:lnR w="12700" cap="flat" cmpd="sng" algn="ctr">
                      <a:solidFill>
                        <a:srgbClr val="002060"/>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002060"/>
                    </a:solidFill>
                  </a:tcPr>
                </a:tc>
                <a:tc>
                  <a:txBody>
                    <a:bodyPr/>
                    <a:lstStyle/>
                    <a:p>
                      <a:pPr algn="l"/>
                      <a:r>
                        <a:rPr sz="1250" b="1">
                          <a:latin typeface="ES Build Neutral"/>
                          <a:solidFill>
                            <a:srgbClr val="FFFFFF"/>
                          </a:solidFill>
                        </a:rPr>
                        <a:t>WHAT IS IN IT</a:t>
                      </a:r>
                    </a:p>
                  </a:txBody>
                  <a:tcPr anchor="ctr" marL="91440" marR="91440">
                    <a:lnR w="12700" cap="flat" cmpd="sng" algn="ctr">
                      <a:solidFill>
                        <a:srgbClr val="002060"/>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2"/>
                    </a:solidFill>
                  </a:tcPr>
                </a:tc>
                <a:tc>
                  <a:txBody>
                    <a:bodyPr/>
                    <a:lstStyle/>
                    <a:p>
                      <a:pPr algn="l"/>
                      <a:r>
                        <a:rPr sz="1250" b="1">
                          <a:latin typeface="ES Build Neutral"/>
                          <a:solidFill>
                            <a:srgbClr val="FFFFFF"/>
                          </a:solidFill>
                        </a:rPr>
                        <a:t>PROTECTED BY</a:t>
                      </a:r>
                    </a:p>
                  </a:txBody>
                  <a:tcPr anchor="ctr" marL="91440" marR="91440">
                    <a:lnR w="12700" cap="flat" cmpd="sng" algn="ctr">
                      <a:solidFill>
                        <a:srgbClr val="002060"/>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2"/>
                    </a:solidFill>
                  </a:tcPr>
                </a:tc>
              </a:tr>
              <a:tr h="822960">
                <a:tc>
                  <a:txBody>
                    <a:bodyPr/>
                    <a:lstStyle/>
                    <a:p>
                      <a:pPr algn="l"/>
                      <a:r>
                        <a:rPr sz="1100" b="1">
                          <a:latin typeface="ES Build Neutral"/>
                          <a:solidFill>
                            <a:srgbClr val="00703C"/>
                          </a:solidFill>
                        </a:rPr>
                        <a:t>CP4D project assets</a:t>
                      </a:r>
                    </a:p>
                  </a:txBody>
                  <a:tcPr anchor="ctr" marL="91440" marR="91440">
                    <a:solidFill>
                      <a:srgbClr val="EAF9FF"/>
                    </a:solidFill>
                  </a:tcPr>
                </a:tc>
                <a:tc>
                  <a:txBody>
                    <a:bodyPr/>
                    <a:lstStyle/>
                    <a:p>
                      <a:pPr algn="l"/>
                      <a:r>
                        <a:rPr sz="1000" b="0">
                          <a:latin typeface="ES Build Neutral"/>
                          <a:solidFill>
                            <a:srgbClr val="1D1F2A"/>
                          </a:solidFill>
                        </a:rPr>
                        <a:t>Flows, jobs, connections, parameter sets, table definitions, project settings, runtime environments, Data Set assets</a:t>
                      </a:r>
                    </a:p>
                  </a:txBody>
                  <a:tcPr anchor="ctr" marL="91440" marR="91440">
                    <a:noFill/>
                  </a:tcPr>
                </a:tc>
                <a:tc>
                  <a:txBody>
                    <a:bodyPr/>
                    <a:lstStyle/>
                    <a:p>
                      <a:pPr algn="l"/>
                      <a:r>
                        <a:rPr sz="1000" b="0">
                          <a:latin typeface="ES Build Neutral"/>
                          <a:solidFill>
                            <a:srgbClr val="1D1F2A"/>
                          </a:solidFill>
                        </a:rPr>
                        <a:t>cp4d-example — a project export and import</a:t>
                      </a:r>
                    </a:p>
                  </a:txBody>
                  <a:tcPr anchor="ctr" marL="91440" marR="91440">
                    <a:noFill/>
                  </a:tcPr>
                </a:tc>
              </a:tr>
              <a:tr h="1737360">
                <a:tc>
                  <a:txBody>
                    <a:bodyPr/>
                    <a:lstStyle/>
                    <a:p>
                      <a:pPr algn="l"/>
                      <a:r>
                        <a:rPr sz="1100" b="1">
                          <a:latin typeface="ES Build Neutral"/>
                          <a:solidFill>
                            <a:srgbClr val="00703C"/>
                          </a:solidFill>
                        </a:rPr>
                        <a:t>DataStage engine PVCs</a:t>
                      </a:r>
                    </a:p>
                  </a:txBody>
                  <a:tcPr anchor="ctr" marL="91440" marR="91440">
                    <a:solidFill>
                      <a:srgbClr val="EAF9FF"/>
                    </a:solidFill>
                  </a:tcPr>
                </a:tc>
                <a:tc>
                  <a:txBody>
                    <a:bodyPr/>
                    <a:lstStyle/>
                    <a:p>
                      <a:pPr algn="l"/>
                      <a:r>
                        <a:rPr sz="1000" b="0">
                          <a:latin typeface="ES Build Neutral"/>
                          <a:solidFill>
                            <a:srgbClr val="1D1F2A"/>
                          </a:solidFill>
                        </a:rPr>
                        <a:t>/ds-storage: compiled flows and jobs, run history and logs, Data Set descriptors, user-lib custom libraries, connectors/odbc. /px-storage, one per runtime instance: Data Set and File Set data, files written to filesystem paths, engine and workload-manager configuration. Plus any user volume an administrator mounted into the runtime</a:t>
                      </a:r>
                    </a:p>
                  </a:txBody>
                  <a:tcPr anchor="ctr" marL="91440" marR="91440">
                    <a:noFill/>
                  </a:tcPr>
                </a:tc>
                <a:tc>
                  <a:txBody>
                    <a:bodyPr/>
                    <a:lstStyle/>
                    <a:p>
                      <a:pPr algn="l"/>
                      <a:r>
                        <a:rPr sz="1000" b="0">
                          <a:latin typeface="ES Build Neutral"/>
                          <a:solidFill>
                            <a:srgbClr val="1D1F2A"/>
                          </a:solidFill>
                        </a:rPr>
                        <a:t>This blueprint, for every PVC you label</a:t>
                      </a:r>
                    </a:p>
                  </a:txBody>
                  <a:tcPr anchor="ctr" marL="91440" marR="91440">
                    <a:noFill/>
                  </a:tcPr>
                </a:tc>
              </a:tr>
              <a:tr h="548640">
                <a:tc>
                  <a:txBody>
                    <a:bodyPr/>
                    <a:lstStyle/>
                    <a:p>
                      <a:pPr algn="l"/>
                      <a:r>
                        <a:rPr sz="1100" b="1">
                          <a:latin typeface="ES Build Neutral"/>
                          <a:solidFill>
                            <a:srgbClr val="00703C"/>
                          </a:solidFill>
                        </a:rPr>
                        <a:t>External data sources</a:t>
                      </a:r>
                    </a:p>
                  </a:txBody>
                  <a:tcPr anchor="ctr" marL="91440" marR="91440">
                    <a:solidFill>
                      <a:srgbClr val="EAF9FF"/>
                    </a:solidFill>
                  </a:tcPr>
                </a:tc>
                <a:tc>
                  <a:txBody>
                    <a:bodyPr/>
                    <a:lstStyle/>
                    <a:p>
                      <a:pPr algn="l"/>
                      <a:r>
                        <a:rPr sz="1000" b="0">
                          <a:latin typeface="ES Build Neutral"/>
                          <a:solidFill>
                            <a:srgbClr val="1D1F2A"/>
                          </a:solidFill>
                        </a:rPr>
                        <a:t>The databases and files the flows read and write, behind connections</a:t>
                      </a:r>
                    </a:p>
                  </a:txBody>
                  <a:tcPr anchor="ctr" marL="91440" marR="91440">
                    <a:noFill/>
                  </a:tcPr>
                </a:tc>
                <a:tc>
                  <a:txBody>
                    <a:bodyPr/>
                    <a:lstStyle/>
                    <a:p>
                      <a:pPr algn="l"/>
                      <a:r>
                        <a:rPr sz="1000" b="0">
                          <a:latin typeface="ES Build Neutral"/>
                          <a:solidFill>
                            <a:srgbClr val="1D1F2A"/>
                          </a:solidFill>
                        </a:rPr>
                        <a:t>Whoever owns that database</a:t>
                      </a:r>
                    </a:p>
                  </a:txBody>
                  <a:tcPr anchor="ctr" marL="91440" marR="91440">
                    <a:no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1647" y="347472"/>
            <a:ext cx="11248674" cy="566928"/>
          </a:xfrm>
          <a:prstGeom prst="rect">
            <a:avLst/>
          </a:prstGeom>
          <a:noFill/>
        </p:spPr>
        <p:txBody>
          <a:bodyPr wrap="square">
            <a:spAutoFit/>
          </a:bodyPr>
          <a:lstStyle/>
          <a:p>
            <a:pPr algn="l"/>
            <a:r>
              <a:rPr sz="2800" b="1">
                <a:solidFill>
                  <a:srgbClr val="002060"/>
                </a:solidFill>
                <a:latin typeface="ES Build Neutral"/>
              </a:rPr>
              <a:t>ONE LOGICAL OBJECT CAN LIVE IN THREE PLACES AT ONCE</a:t>
            </a:r>
          </a:p>
        </p:txBody>
      </p:sp>
      <p:sp>
        <p:nvSpPr>
          <p:cNvPr id="3" name="TextBox 2"/>
          <p:cNvSpPr txBox="1"/>
          <p:nvPr/>
        </p:nvSpPr>
        <p:spPr>
          <a:xfrm>
            <a:off x="471647" y="987552"/>
            <a:ext cx="11248674" cy="384048"/>
          </a:xfrm>
          <a:prstGeom prst="rect">
            <a:avLst/>
          </a:prstGeom>
          <a:noFill/>
        </p:spPr>
        <p:txBody>
          <a:bodyPr wrap="square">
            <a:spAutoFit/>
          </a:bodyPr>
          <a:lstStyle/>
          <a:p>
            <a:pPr algn="l"/>
            <a:r>
              <a:rPr sz="1400" b="0">
                <a:solidFill>
                  <a:srgbClr val="929BA5"/>
                </a:solidFill>
                <a:latin typeface="ES Build Neutral"/>
              </a:rPr>
              <a:t>Which is why the two blueprints are complementary rather than alternatives</a:t>
            </a:r>
          </a:p>
        </p:txBody>
      </p:sp>
      <p:sp>
        <p:nvSpPr>
          <p:cNvPr id="4" name="Rounded Rectangle 3"/>
          <p:cNvSpPr/>
          <p:nvPr/>
        </p:nvSpPr>
        <p:spPr>
          <a:xfrm>
            <a:off x="471647" y="1572768"/>
            <a:ext cx="5500893" cy="3977639"/>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4527" y="1755648"/>
            <a:ext cx="457200" cy="457200"/>
          </a:xfrm>
          <a:prstGeom prst="roundRect">
            <a:avLst>
              <a:gd name="adj" fmla="val 21716"/>
            </a:avLst>
          </a:prstGeom>
          <a:solidFill>
            <a:srgbClr val="CCEFFF"/>
          </a:solidFill>
          <a:ln>
            <a:noFill/>
          </a:ln>
          <a:effectLst>
            <a:outerShdw blurRad="190500" dist="0" dir="0" sx="102000" sy="102000" algn="ctr" rotWithShape="0">
              <a:srgbClr val="99DFFF">
                <a:alpha val="6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extLst>
              <a:ext uri="{96DAC541-7B7A-43D3-8B79-37D633B846F1}">
                <asvg:svgBlip xmlns:asvg="http://schemas.microsoft.com/office/drawing/2016/SVG/main" r:embed="rId4"/>
              </a:ext>
            </a:extLst>
          </a:blip>
          <a:stretch>
            <a:fillRect/>
          </a:stretch>
        </p:blipFill>
        <p:spPr>
          <a:xfrm>
            <a:off x="755111" y="1856231"/>
            <a:ext cx="256032" cy="256032"/>
          </a:xfrm>
          <a:prstGeom prst="rect">
            <a:avLst/>
          </a:prstGeom>
        </p:spPr>
      </p:pic>
      <p:sp>
        <p:nvSpPr>
          <p:cNvPr id="7" name="TextBox 6"/>
          <p:cNvSpPr txBox="1"/>
          <p:nvPr/>
        </p:nvSpPr>
        <p:spPr>
          <a:xfrm>
            <a:off x="1221455" y="1783080"/>
            <a:ext cx="4568205" cy="402336"/>
          </a:xfrm>
          <a:prstGeom prst="rect">
            <a:avLst/>
          </a:prstGeom>
          <a:noFill/>
        </p:spPr>
        <p:txBody>
          <a:bodyPr wrap="square">
            <a:spAutoFit/>
          </a:bodyPr>
          <a:lstStyle/>
          <a:p>
            <a:pPr algn="l"/>
            <a:r>
              <a:rPr sz="1300" b="1">
                <a:solidFill>
                  <a:srgbClr val="002060"/>
                </a:solidFill>
                <a:latin typeface="ES Build Neutral"/>
              </a:rPr>
              <a:t>A DATA SET, THREE TIMES OVER</a:t>
            </a:r>
          </a:p>
        </p:txBody>
      </p:sp>
      <p:sp>
        <p:nvSpPr>
          <p:cNvPr id="8" name="TextBox 7"/>
          <p:cNvSpPr txBox="1"/>
          <p:nvPr/>
        </p:nvSpPr>
        <p:spPr>
          <a:xfrm>
            <a:off x="654527" y="2350008"/>
            <a:ext cx="5135133" cy="3044951"/>
          </a:xfrm>
          <a:prstGeom prst="rect">
            <a:avLst/>
          </a:prstGeom>
          <a:noFill/>
        </p:spPr>
        <p:txBody>
          <a:bodyPr wrap="square">
            <a:spAutoFit/>
          </a:bodyPr>
          <a:lstStyle/>
          <a:p>
            <a:pPr algn="l">
              <a:lnSpc>
                <a:spcPct val="112000"/>
              </a:lnSpc>
              <a:spcAft>
                <a:spcPts val="500"/>
              </a:spcAft>
            </a:pPr>
            <a:r>
              <a:rPr sz="1150" b="0">
                <a:solidFill>
                  <a:srgbClr val="505861"/>
                </a:solidFill>
                <a:latin typeface="ES Build Neutral"/>
              </a:rPr>
              <a:t>A single Data Set exists as an asset in the project, as a descriptor on /ds-storage, and as partitioned data files under /px-storage/pds_files.</a:t>
            </a:r>
          </a:p>
          <a:p>
            <a:pPr algn="l">
              <a:lnSpc>
                <a:spcPct val="112000"/>
              </a:lnSpc>
              <a:spcAft>
                <a:spcPts val="500"/>
              </a:spcAft>
            </a:pPr>
            <a:r>
              <a:rPr sz="1150" b="0">
                <a:solidFill>
                  <a:srgbClr val="505861"/>
                </a:solidFill>
                <a:latin typeface="ES Build Neutral"/>
              </a:rPr>
              <a:t/>
            </a:r>
          </a:p>
          <a:p>
            <a:pPr algn="l">
              <a:lnSpc>
                <a:spcPct val="112000"/>
              </a:lnSpc>
              <a:spcAft>
                <a:spcPts val="500"/>
              </a:spcAft>
            </a:pPr>
            <a:r>
              <a:rPr sz="1150" b="0">
                <a:solidFill>
                  <a:srgbClr val="505861"/>
                </a:solidFill>
                <a:latin typeface="ES Build Neutral"/>
              </a:rPr>
              <a:t>One logical object, three places — so protecting only one of them restores something that looks present and does not work.</a:t>
            </a:r>
          </a:p>
        </p:txBody>
      </p:sp>
      <p:sp>
        <p:nvSpPr>
          <p:cNvPr id="9" name="Rounded Rectangle 8"/>
          <p:cNvSpPr/>
          <p:nvPr/>
        </p:nvSpPr>
        <p:spPr>
          <a:xfrm>
            <a:off x="6219428" y="1572768"/>
            <a:ext cx="5500893" cy="3977639"/>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2308" y="1755648"/>
            <a:ext cx="457200" cy="457200"/>
          </a:xfrm>
          <a:prstGeom prst="roundRect">
            <a:avLst>
              <a:gd name="adj" fmla="val 21716"/>
            </a:avLst>
          </a:prstGeom>
          <a:solidFill>
            <a:srgbClr val="FFE8D3"/>
          </a:solidFill>
          <a:ln>
            <a:noFill/>
          </a:ln>
          <a:effectLst>
            <a:outerShdw blurRad="190500" dist="0" dir="0" sx="102000" sy="102000" algn="ctr" rotWithShape="0">
              <a:srgbClr val="FEB97C">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502892" y="1856231"/>
            <a:ext cx="256032" cy="256032"/>
          </a:xfrm>
          <a:prstGeom prst="rect">
            <a:avLst/>
          </a:prstGeom>
        </p:spPr>
      </p:pic>
      <p:sp>
        <p:nvSpPr>
          <p:cNvPr id="12" name="TextBox 11"/>
          <p:cNvSpPr txBox="1"/>
          <p:nvPr/>
        </p:nvSpPr>
        <p:spPr>
          <a:xfrm>
            <a:off x="6969236" y="1783080"/>
            <a:ext cx="4568205" cy="402336"/>
          </a:xfrm>
          <a:prstGeom prst="rect">
            <a:avLst/>
          </a:prstGeom>
          <a:noFill/>
        </p:spPr>
        <p:txBody>
          <a:bodyPr wrap="square">
            <a:spAutoFit/>
          </a:bodyPr>
          <a:lstStyle/>
          <a:p>
            <a:pPr algn="l"/>
            <a:r>
              <a:rPr sz="1300" b="1">
                <a:solidFill>
                  <a:srgbClr val="002060"/>
                </a:solidFill>
                <a:latin typeface="ES Build Neutral"/>
              </a:rPr>
              <a:t>FLOWS AND JOBS ARE NOT ENGINE STATE</a:t>
            </a:r>
          </a:p>
        </p:txBody>
      </p:sp>
      <p:sp>
        <p:nvSpPr>
          <p:cNvPr id="13" name="TextBox 12"/>
          <p:cNvSpPr txBox="1"/>
          <p:nvPr/>
        </p:nvSpPr>
        <p:spPr>
          <a:xfrm>
            <a:off x="6402308" y="2350008"/>
            <a:ext cx="5135133" cy="3044951"/>
          </a:xfrm>
          <a:prstGeom prst="rect">
            <a:avLst/>
          </a:prstGeom>
          <a:noFill/>
        </p:spPr>
        <p:txBody>
          <a:bodyPr wrap="square">
            <a:spAutoFit/>
          </a:bodyPr>
          <a:lstStyle/>
          <a:p>
            <a:pPr algn="l">
              <a:lnSpc>
                <a:spcPct val="112000"/>
              </a:lnSpc>
              <a:spcAft>
                <a:spcPts val="500"/>
              </a:spcAft>
            </a:pPr>
            <a:r>
              <a:rPr sz="1150" b="0">
                <a:solidFill>
                  <a:srgbClr val="505861"/>
                </a:solidFill>
                <a:latin typeface="ES Build Neutral"/>
              </a:rPr>
              <a:t>This blueprint deliberately does not protect DataStage flows and jobs. Those are CP4D project assets, and a project export and import restores them — verified, not assumed.</a:t>
            </a:r>
          </a:p>
          <a:p>
            <a:pPr algn="l">
              <a:lnSpc>
                <a:spcPct val="112000"/>
              </a:lnSpc>
              <a:spcAft>
                <a:spcPts val="500"/>
              </a:spcAft>
            </a:pPr>
            <a:r>
              <a:rPr sz="1150" b="0">
                <a:solidFill>
                  <a:srgbClr val="505861"/>
                </a:solidFill>
                <a:latin typeface="ES Build Neutral"/>
              </a:rPr>
              <a:t/>
            </a:r>
          </a:p>
          <a:p>
            <a:pPr algn="l">
              <a:lnSpc>
                <a:spcPct val="112000"/>
              </a:lnSpc>
              <a:spcAft>
                <a:spcPts val="500"/>
              </a:spcAft>
            </a:pPr>
            <a:r>
              <a:rPr sz="1150" b="0">
                <a:solidFill>
                  <a:srgbClr val="505861"/>
                </a:solidFill>
                <a:latin typeface="ES Build Neutral"/>
              </a:rPr>
              <a:t>Use cp4d-example for that half. The two are deployed independently and combine in a full rebuild.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502920"/>
            <a:ext cx="5120640" cy="274320"/>
          </a:xfrm>
          <a:prstGeom prst="rect">
            <a:avLst/>
          </a:prstGeom>
          <a:noFill/>
        </p:spPr>
        <p:txBody>
          <a:bodyPr wrap="none">
            <a:spAutoFit/>
          </a:bodyPr>
          <a:lstStyle/>
          <a:p>
            <a:pPr algn="l"/>
            <a:r>
              <a:rPr sz="1300" b="1" spc="200">
                <a:solidFill>
                  <a:srgbClr val="4AFF9C"/>
                </a:solidFill>
                <a:latin typeface="ES Build Neutral"/>
              </a:rPr>
              <a:t>WHY THERE IS NO QUIESCE AT BACKUP TIME</a:t>
            </a:r>
          </a:p>
        </p:txBody>
      </p:sp>
      <p:sp>
        <p:nvSpPr>
          <p:cNvPr id="3" name="TextBox 2"/>
          <p:cNvSpPr txBox="1"/>
          <p:nvPr/>
        </p:nvSpPr>
        <p:spPr>
          <a:xfrm>
            <a:off x="566928" y="960120"/>
            <a:ext cx="4846320" cy="2286000"/>
          </a:xfrm>
          <a:prstGeom prst="rect">
            <a:avLst/>
          </a:prstGeom>
          <a:noFill/>
        </p:spPr>
        <p:txBody>
          <a:bodyPr wrap="square">
            <a:spAutoFit/>
          </a:bodyPr>
          <a:lstStyle/>
          <a:p>
            <a:pPr algn="l"/>
            <a:r>
              <a:rPr b="1" sz="2800">
                <a:solidFill>
                  <a:srgbClr val="FFFFFF"/>
                </a:solidFill>
                <a:latin typeface="ES Build Neutral"/>
              </a:rPr>
              <a:t>IBM's online hooks
</a:t>
            </a:r>
            <a:r>
              <a:rPr b="1" sz="2800">
                <a:gradFill>
                  <a:gsLst>
                    <a:gs pos="4000">
                      <a:srgbClr val="4AFF9C"/>
                    </a:gs>
                    <a:gs pos="80000">
                      <a:srgbClr val="67FFFE"/>
                    </a:gs>
                  </a:gsLst>
                  <a:lin ang="0" scaled="0"/>
                </a:gradFill>
                <a:effectLst>
                  <a:outerShdw blurRad="190500" dist="0" dir="0" sx="102000" sy="102000" algn="ctr" rotWithShape="0">
                    <a:srgbClr val="4AFF9C">
                      <a:alpha val="40000"/>
                    </a:srgbClr>
                  </a:outerShdw>
                </a:effectLst>
                <a:latin typeface="ES Build Neutral"/>
              </a:rPr>
              <a:t>ask for a lock, nothing more.</a:t>
            </a:r>
          </a:p>
        </p:txBody>
      </p:sp>
      <p:sp>
        <p:nvSpPr>
          <p:cNvPr id="4" name="TextBox 3"/>
          <p:cNvSpPr txBox="1"/>
          <p:nvPr/>
        </p:nvSpPr>
        <p:spPr>
          <a:xfrm>
            <a:off x="566928" y="3474720"/>
            <a:ext cx="4663440" cy="2194560"/>
          </a:xfrm>
          <a:prstGeom prst="rect">
            <a:avLst/>
          </a:prstGeom>
          <a:noFill/>
        </p:spPr>
        <p:txBody>
          <a:bodyPr wrap="square">
            <a:spAutoFit/>
          </a:bodyPr>
          <a:lstStyle/>
          <a:p>
            <a:pPr algn="l">
              <a:lnSpc>
                <a:spcPct val="120000"/>
              </a:lnSpc>
            </a:pPr>
            <a:r>
              <a:rPr sz="1300" b="0">
                <a:solidFill>
                  <a:srgbClr val="FFFFFF"/>
                </a:solidFill>
                <a:latin typeface="ES Build Neutral"/>
              </a:rPr>
              <a:t>One detail worth copying: the PXRuntime entry in that rule has no name field, only a label (icpdsupport/addOnId=datastage), while the DataStage entry is named. So it applies to every labelled PXRuntime CR. The blueprint loops over them rather than assuming a single default instance.</a:t>
            </a:r>
          </a:p>
        </p:txBody>
      </p:sp>
      <p:sp>
        <p:nvSpPr>
          <p:cNvPr id="5" name="Rectangle 4"/>
          <p:cNvSpPr/>
          <p:nvPr/>
        </p:nvSpPr>
        <p:spPr>
          <a:xfrm>
            <a:off x="5715000" y="822960"/>
            <a:ext cx="27432" cy="5029200"/>
          </a:xfrm>
          <a:prstGeom prst="rect">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72200" y="960120"/>
            <a:ext cx="960120" cy="777240"/>
          </a:xfrm>
          <a:prstGeom prst="rect">
            <a:avLst/>
          </a:prstGeom>
          <a:noFill/>
        </p:spPr>
        <p:txBody>
          <a:bodyPr wrap="none">
            <a:spAutoFit/>
          </a:bodyPr>
          <a:lstStyle/>
          <a:p>
            <a:pPr algn="l"/>
            <a:r>
              <a:rPr sz="4000" b="1">
                <a:solidFill>
                  <a:srgbClr val="FFFFFF"/>
                </a:solidFill>
                <a:latin typeface="ES Build Neutral"/>
              </a:rPr>
              <a:t>01</a:t>
            </a:r>
          </a:p>
        </p:txBody>
      </p:sp>
      <p:sp>
        <p:nvSpPr>
          <p:cNvPr id="7" name="TextBox 6"/>
          <p:cNvSpPr txBox="1"/>
          <p:nvPr/>
        </p:nvSpPr>
        <p:spPr>
          <a:xfrm>
            <a:off x="7178040" y="1014984"/>
            <a:ext cx="4434840" cy="420624"/>
          </a:xfrm>
          <a:prstGeom prst="rect">
            <a:avLst/>
          </a:prstGeom>
          <a:noFill/>
        </p:spPr>
        <p:txBody>
          <a:bodyPr wrap="square">
            <a:spAutoFit/>
          </a:bodyPr>
          <a:lstStyle/>
          <a:p>
            <a:pPr algn="l"/>
            <a:r>
              <a:rPr sz="1600" b="1">
                <a:solidFill>
                  <a:srgbClr val="FFFFFF"/>
                </a:solidFill>
                <a:latin typeface="ES Build Neutral"/>
              </a:rPr>
              <a:t>THE CONFIGMAP SAYS SO EXPLICITLY</a:t>
            </a:r>
          </a:p>
        </p:txBody>
      </p:sp>
      <p:sp>
        <p:nvSpPr>
          <p:cNvPr id="8" name="TextBox 7"/>
          <p:cNvSpPr txBox="1"/>
          <p:nvPr/>
        </p:nvSpPr>
        <p:spPr>
          <a:xfrm>
            <a:off x="7178040" y="1490472"/>
            <a:ext cx="4434840" cy="987552"/>
          </a:xfrm>
          <a:prstGeom prst="rect">
            <a:avLst/>
          </a:prstGeom>
          <a:noFill/>
        </p:spPr>
        <p:txBody>
          <a:bodyPr wrap="square">
            <a:spAutoFit/>
          </a:bodyPr>
          <a:lstStyle/>
          <a:p>
            <a:pPr algn="l">
              <a:lnSpc>
                <a:spcPct val="120000"/>
              </a:lnSpc>
            </a:pPr>
            <a:r>
              <a:rPr sz="1050" b="0">
                <a:solidFill>
                  <a:srgbClr val="FFFFFF"/>
                </a:solidFill>
                <a:latin typeface="ES Build Neutral"/>
              </a:rPr>
              <a:t>datastage-maint-aux-ckpt-cm has no checkpoint hooks and scales nothing down. Since 5.4 its pre- and post-hooks create and remove a backup lock file on /ds-storage; on 5.2.2 they were empty. The lock blocks flow edits only when flows runs with ENABLE_BACKUP_DETECT=true — unset on a default install.</a:t>
            </a:r>
          </a:p>
        </p:txBody>
      </p:sp>
      <p:sp>
        <p:nvSpPr>
          <p:cNvPr id="9" name="TextBox 8"/>
          <p:cNvSpPr txBox="1"/>
          <p:nvPr/>
        </p:nvSpPr>
        <p:spPr>
          <a:xfrm>
            <a:off x="6172200" y="2606040"/>
            <a:ext cx="960120" cy="777240"/>
          </a:xfrm>
          <a:prstGeom prst="rect">
            <a:avLst/>
          </a:prstGeom>
          <a:noFill/>
        </p:spPr>
        <p:txBody>
          <a:bodyPr wrap="none">
            <a:spAutoFit/>
          </a:bodyPr>
          <a:lstStyle/>
          <a:p>
            <a:pPr algn="l"/>
            <a:r>
              <a:rPr sz="4000" b="1">
                <a:solidFill>
                  <a:srgbClr val="FFFFFF"/>
                </a:solidFill>
                <a:latin typeface="ES Build Neutral"/>
              </a:rPr>
              <a:t>02</a:t>
            </a:r>
          </a:p>
        </p:txBody>
      </p:sp>
      <p:sp>
        <p:nvSpPr>
          <p:cNvPr id="10" name="TextBox 9"/>
          <p:cNvSpPr txBox="1"/>
          <p:nvPr/>
        </p:nvSpPr>
        <p:spPr>
          <a:xfrm>
            <a:off x="7178040" y="2660904"/>
            <a:ext cx="4434840" cy="420624"/>
          </a:xfrm>
          <a:prstGeom prst="rect">
            <a:avLst/>
          </a:prstGeom>
          <a:noFill/>
        </p:spPr>
        <p:txBody>
          <a:bodyPr wrap="square">
            <a:spAutoFit/>
          </a:bodyPr>
          <a:lstStyle/>
          <a:p>
            <a:pPr algn="l"/>
            <a:r>
              <a:rPr sz="1600" b="1">
                <a:solidFill>
                  <a:srgbClr val="FFFFFF"/>
                </a:solidFill>
                <a:latin typeface="ES Build Neutral"/>
              </a:rPr>
              <a:t>THE ONE REQUIREMENT IS A PRECHECK</a:t>
            </a:r>
          </a:p>
        </p:txBody>
      </p:sp>
      <p:sp>
        <p:nvSpPr>
          <p:cNvPr id="11" name="TextBox 10"/>
          <p:cNvSpPr txBox="1"/>
          <p:nvPr/>
        </p:nvSpPr>
        <p:spPr>
          <a:xfrm>
            <a:off x="7178040" y="3136392"/>
            <a:ext cx="4434840" cy="987552"/>
          </a:xfrm>
          <a:prstGeom prst="rect">
            <a:avLst/>
          </a:prstGeom>
          <a:noFill/>
        </p:spPr>
        <p:txBody>
          <a:bodyPr wrap="square">
            <a:spAutoFit/>
          </a:bodyPr>
          <a:lstStyle/>
          <a:p>
            <a:pPr algn="l">
              <a:lnSpc>
                <a:spcPct val="120000"/>
              </a:lnSpc>
            </a:pPr>
            <a:r>
              <a:rPr sz="1300" b="0">
                <a:solidFill>
                  <a:srgbClr val="FFFFFF"/>
                </a:solidFill>
                <a:latin typeface="ES Build Neutral"/>
              </a:rPr>
              <a:t>The DataStage and PXRuntime custom resources must report dsStatus == Completed, with on-error: Fail. So backupPrehook fails the backup before anything is snapshotted if the engine is not settled.</a:t>
            </a:r>
          </a:p>
        </p:txBody>
      </p:sp>
      <p:sp>
        <p:nvSpPr>
          <p:cNvPr id="12" name="TextBox 11"/>
          <p:cNvSpPr txBox="1"/>
          <p:nvPr/>
        </p:nvSpPr>
        <p:spPr>
          <a:xfrm>
            <a:off x="6172200" y="4251960"/>
            <a:ext cx="960120" cy="777240"/>
          </a:xfrm>
          <a:prstGeom prst="rect">
            <a:avLst/>
          </a:prstGeom>
          <a:noFill/>
        </p:spPr>
        <p:txBody>
          <a:bodyPr wrap="none">
            <a:spAutoFit/>
          </a:bodyPr>
          <a:lstStyle/>
          <a:p>
            <a:pPr algn="l"/>
            <a:r>
              <a:rPr sz="4000" b="1">
                <a:solidFill>
                  <a:srgbClr val="FFFFFF"/>
                </a:solidFill>
                <a:latin typeface="ES Build Neutral"/>
              </a:rPr>
              <a:t>03</a:t>
            </a:r>
          </a:p>
        </p:txBody>
      </p:sp>
      <p:sp>
        <p:nvSpPr>
          <p:cNvPr id="13" name="TextBox 12"/>
          <p:cNvSpPr txBox="1"/>
          <p:nvPr/>
        </p:nvSpPr>
        <p:spPr>
          <a:xfrm>
            <a:off x="7178040" y="4306824"/>
            <a:ext cx="4434840" cy="420624"/>
          </a:xfrm>
          <a:prstGeom prst="rect">
            <a:avLst/>
          </a:prstGeom>
          <a:noFill/>
        </p:spPr>
        <p:txBody>
          <a:bodyPr wrap="square">
            <a:spAutoFit/>
          </a:bodyPr>
          <a:lstStyle/>
          <a:p>
            <a:pPr algn="l"/>
            <a:r>
              <a:rPr sz="1600" b="1">
                <a:solidFill>
                  <a:srgbClr val="FFFFFF"/>
                </a:solidFill>
                <a:latin typeface="ES Build Neutral"/>
              </a:rPr>
              <a:t>MAINTENANCE MODE IS THE OTHER PATH</a:t>
            </a:r>
          </a:p>
        </p:txBody>
      </p:sp>
      <p:sp>
        <p:nvSpPr>
          <p:cNvPr id="14" name="TextBox 13"/>
          <p:cNvSpPr txBox="1"/>
          <p:nvPr/>
        </p:nvSpPr>
        <p:spPr>
          <a:xfrm>
            <a:off x="7178040" y="4782312"/>
            <a:ext cx="4434840" cy="987552"/>
          </a:xfrm>
          <a:prstGeom prst="rect">
            <a:avLst/>
          </a:prstGeom>
          <a:noFill/>
        </p:spPr>
        <p:txBody>
          <a:bodyPr wrap="square">
            <a:spAutoFit/>
          </a:bodyPr>
          <a:lstStyle/>
          <a:p>
            <a:pPr algn="l">
              <a:lnSpc>
                <a:spcPct val="120000"/>
              </a:lnSpc>
            </a:pPr>
            <a:r>
              <a:rPr sz="1300" b="0">
                <a:solidFill>
                  <a:srgbClr val="FFFFFF"/>
                </a:solidFill>
                <a:latin typeface="ES Build Neutral"/>
              </a:rPr>
              <a:t>It belongs to the offline backup path and to restores, not to a routine backup. Putting the engine into maintenance mode for every snapshot is not what IBM's specification asks for, and it would not make the backup safer.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596128" y="777240"/>
            <a:ext cx="1005840" cy="1005840"/>
          </a:xfrm>
          <a:prstGeom prst="roundRect">
            <a:avLst>
              <a:gd name="adj" fmla="val 25207"/>
            </a:avLst>
          </a:prstGeom>
          <a:solidFill>
            <a:srgbClr val="FFFFFF">
              <a:alpha val="8000"/>
            </a:srgbClr>
          </a:solidFill>
          <a:ln>
            <a:gradFill>
              <a:gsLst>
                <a:gs pos="0">
                  <a:srgbClr val="FFD839"/>
                </a:gs>
                <a:gs pos="100000">
                  <a:srgbClr val="ED2B3D"/>
                </a:gs>
              </a:gsLst>
              <a:lin ang="0" scaled="0"/>
            </a:gradFill>
          </a:ln>
          <a:effectLst>
            <a:outerShdw blurRad="190500" dist="0" dir="0" sx="102000" sy="102000" algn="ctr" rotWithShape="0">
              <a:srgbClr val="FFD839"/>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817412" y="998524"/>
            <a:ext cx="563270" cy="563270"/>
          </a:xfrm>
          <a:prstGeom prst="rect">
            <a:avLst/>
          </a:prstGeom>
        </p:spPr>
      </p:pic>
      <p:sp>
        <p:nvSpPr>
          <p:cNvPr id="4" name="TextBox 3"/>
          <p:cNvSpPr txBox="1"/>
          <p:nvPr/>
        </p:nvSpPr>
        <p:spPr>
          <a:xfrm>
            <a:off x="1097280" y="2148840"/>
            <a:ext cx="9966960" cy="822960"/>
          </a:xfrm>
          <a:prstGeom prst="rect">
            <a:avLst/>
          </a:prstGeom>
          <a:noFill/>
        </p:spPr>
        <p:txBody>
          <a:bodyPr wrap="square">
            <a:spAutoFit/>
          </a:bodyPr>
          <a:lstStyle/>
          <a:p>
            <a:pPr algn="ctr"/>
            <a:r>
              <a:rPr sz="4000" b="1">
                <a:solidFill>
                  <a:srgbClr val="FFFFFF"/>
                </a:solidFill>
                <a:latin typeface="ES Build Neutral"/>
              </a:rPr>
              <a:t>WITHOUT A SYNC,</a:t>
            </a:r>
          </a:p>
        </p:txBody>
      </p:sp>
      <p:sp>
        <p:nvSpPr>
          <p:cNvPr id="5" name="TextBox 4"/>
          <p:cNvSpPr txBox="1"/>
          <p:nvPr/>
        </p:nvSpPr>
        <p:spPr>
          <a:xfrm>
            <a:off x="914400" y="2880360"/>
            <a:ext cx="10332720" cy="1234440"/>
          </a:xfrm>
          <a:prstGeom prst="rect">
            <a:avLst/>
          </a:prstGeom>
          <a:noFill/>
        </p:spPr>
        <p:txBody>
          <a:bodyPr wrap="square">
            <a:spAutoFit/>
          </a:bodyPr>
          <a:lstStyle/>
          <a:p>
            <a:pPr algn="ctr"/>
            <a:r>
              <a:rPr b="1" sz="6000">
                <a:gradFill>
                  <a:gsLst>
                    <a:gs pos="4000">
                      <a:srgbClr val="FFD839"/>
                    </a:gs>
                    <a:gs pos="80000">
                      <a:srgbClr val="ED2B3D"/>
                    </a:gs>
                  </a:gsLst>
                  <a:lin ang="0" scaled="0"/>
                </a:gradFill>
                <a:effectLst>
                  <a:outerShdw blurRad="190500" dist="0" dir="0" sx="102000" sy="102000" algn="ctr" rotWithShape="0">
                    <a:srgbClr val="FFD836">
                      <a:alpha val="25000"/>
                    </a:srgbClr>
                  </a:outerShdw>
                </a:effectLst>
                <a:latin typeface="ES Build Neutral"/>
              </a:rPr>
              <a:t>THE FILE IS ZERO BYTES</a:t>
            </a:r>
          </a:p>
        </p:txBody>
      </p:sp>
      <p:sp>
        <p:nvSpPr>
          <p:cNvPr id="6" name="TextBox 5"/>
          <p:cNvSpPr txBox="1"/>
          <p:nvPr/>
        </p:nvSpPr>
        <p:spPr>
          <a:xfrm>
            <a:off x="1554480" y="4160520"/>
            <a:ext cx="9052560" cy="868680"/>
          </a:xfrm>
          <a:prstGeom prst="rect">
            <a:avLst/>
          </a:prstGeom>
          <a:noFill/>
        </p:spPr>
        <p:txBody>
          <a:bodyPr wrap="square">
            <a:spAutoFit/>
          </a:bodyPr>
          <a:lstStyle/>
          <a:p>
            <a:pPr algn="ctr">
              <a:lnSpc>
                <a:spcPct val="120000"/>
              </a:lnSpc>
            </a:pPr>
            <a:r>
              <a:rPr sz="1650" b="0">
                <a:solidFill>
                  <a:srgbClr val="FFFFFF"/>
                </a:solidFill>
                <a:latin typeface="ES Build Neutral"/>
              </a:rPr>
              <a:t>A CSI snapshot captures the block device, and Kasten does not freeze the filesystem. Data the writer</a:t>
            </a:r>
          </a:p>
          <a:p>
            <a:pPr algn="ctr">
              <a:lnSpc>
                <a:spcPct val="120000"/>
              </a:lnSpc>
            </a:pPr>
            <a:r>
              <a:rPr sz="1650" b="0">
                <a:solidFill>
                  <a:srgbClr val="FFFFFF"/>
                </a:solidFill>
                <a:latin typeface="ES Build Neutral"/>
              </a:rPr>
              <a:t>has acknowledged but the kernel has not flushed is simply not in the snapshot.</a:t>
            </a:r>
          </a:p>
        </p:txBody>
      </p:sp>
      <p:sp>
        <p:nvSpPr>
          <p:cNvPr id="7" name="Rounded Rectangle 6"/>
          <p:cNvSpPr/>
          <p:nvPr/>
        </p:nvSpPr>
        <p:spPr>
          <a:xfrm>
            <a:off x="3344529" y="5257800"/>
            <a:ext cx="1371600" cy="329184"/>
          </a:xfrm>
          <a:prstGeom prst="roundRect">
            <a:avLst>
              <a:gd name="adj" fmla="val 50000"/>
            </a:avLst>
          </a:prstGeom>
          <a:solidFill>
            <a:srgbClr val="FFFFFF">
              <a:alpha val="8000"/>
            </a:srgbClr>
          </a:solidFill>
          <a:ln>
            <a:gradFill>
              <a:gsLst>
                <a:gs pos="0">
                  <a:srgbClr val="FFD839"/>
                </a:gs>
                <a:gs pos="100000">
                  <a:srgbClr val="ED2B3D"/>
                </a:gs>
              </a:gsLst>
              <a:lin ang="0" scaled="0"/>
            </a:gradFill>
          </a:ln>
          <a:effectLst>
            <a:outerShdw blurRad="190500" dist="0" dir="0" sx="102000" sy="102000" algn="ctr" rotWithShape="0">
              <a:srgbClr val="FFD839">
                <a:alpha val="7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FFFFFF"/>
                </a:solidFill>
                <a:latin typeface="ES Build Neutral"/>
              </a:rPr>
              <a:t>Right name</a:t>
            </a:r>
          </a:p>
        </p:txBody>
      </p:sp>
      <p:sp>
        <p:nvSpPr>
          <p:cNvPr id="8" name="Rounded Rectangle 7"/>
          <p:cNvSpPr/>
          <p:nvPr/>
        </p:nvSpPr>
        <p:spPr>
          <a:xfrm>
            <a:off x="4990449" y="5257800"/>
            <a:ext cx="1371600" cy="329184"/>
          </a:xfrm>
          <a:prstGeom prst="roundRect">
            <a:avLst>
              <a:gd name="adj" fmla="val 50000"/>
            </a:avLst>
          </a:prstGeom>
          <a:solidFill>
            <a:srgbClr val="FFFFFF">
              <a:alpha val="8000"/>
            </a:srgbClr>
          </a:solidFill>
          <a:ln>
            <a:gradFill>
              <a:gsLst>
                <a:gs pos="0">
                  <a:srgbClr val="FFD839"/>
                </a:gs>
                <a:gs pos="100000">
                  <a:srgbClr val="ED2B3D"/>
                </a:gs>
              </a:gsLst>
              <a:lin ang="0" scaled="0"/>
            </a:gradFill>
          </a:ln>
          <a:effectLst>
            <a:outerShdw blurRad="190500" dist="0" dir="0" sx="102000" sy="102000" algn="ctr" rotWithShape="0">
              <a:srgbClr val="FFD839">
                <a:alpha val="7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FFFFFF"/>
                </a:solidFill>
                <a:latin typeface="ES Build Neutral"/>
              </a:rPr>
              <a:t>Zero bytes</a:t>
            </a:r>
          </a:p>
        </p:txBody>
      </p:sp>
      <p:sp>
        <p:nvSpPr>
          <p:cNvPr id="9" name="Rounded Rectangle 8"/>
          <p:cNvSpPr/>
          <p:nvPr/>
        </p:nvSpPr>
        <p:spPr>
          <a:xfrm>
            <a:off x="6636369" y="5257800"/>
            <a:ext cx="2211070" cy="329184"/>
          </a:xfrm>
          <a:prstGeom prst="roundRect">
            <a:avLst>
              <a:gd name="adj" fmla="val 50000"/>
            </a:avLst>
          </a:prstGeom>
          <a:solidFill>
            <a:srgbClr val="FFFFFF">
              <a:alpha val="8000"/>
            </a:srgbClr>
          </a:solidFill>
          <a:ln>
            <a:gradFill>
              <a:gsLst>
                <a:gs pos="0">
                  <a:srgbClr val="FFD839"/>
                </a:gs>
                <a:gs pos="100000">
                  <a:srgbClr val="ED2B3D"/>
                </a:gs>
              </a:gsLst>
              <a:lin ang="0" scaled="0"/>
            </a:gradFill>
          </a:ln>
          <a:effectLst>
            <a:outerShdw blurRad="190500" dist="0" dir="0" sx="102000" sy="102000" algn="ctr" rotWithShape="0">
              <a:srgbClr val="FFD839">
                <a:alpha val="7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FFFFFF"/>
                </a:solidFill>
                <a:latin typeface="ES Build Neutral"/>
              </a:rPr>
              <a:t>Found only at restore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1647" y="347472"/>
            <a:ext cx="11248674" cy="566928"/>
          </a:xfrm>
          <a:prstGeom prst="rect">
            <a:avLst/>
          </a:prstGeom>
          <a:noFill/>
        </p:spPr>
        <p:txBody>
          <a:bodyPr wrap="square">
            <a:spAutoFit/>
          </a:bodyPr>
          <a:lstStyle/>
          <a:p>
            <a:pPr algn="l"/>
            <a:r>
              <a:rPr sz="2800" b="1">
                <a:solidFill>
                  <a:srgbClr val="002060"/>
                </a:solidFill>
                <a:latin typeface="ES Build Neutral"/>
              </a:rPr>
              <a:t>DERIVING THE FLUSH SET FROM THE POLICY'S OWN SELECTOR</a:t>
            </a:r>
          </a:p>
        </p:txBody>
      </p:sp>
      <p:sp>
        <p:nvSpPr>
          <p:cNvPr id="3" name="TextBox 2"/>
          <p:cNvSpPr txBox="1"/>
          <p:nvPr/>
        </p:nvSpPr>
        <p:spPr>
          <a:xfrm>
            <a:off x="471647" y="987552"/>
            <a:ext cx="11248674" cy="384048"/>
          </a:xfrm>
          <a:prstGeom prst="rect">
            <a:avLst/>
          </a:prstGeom>
          <a:noFill/>
        </p:spPr>
        <p:txBody>
          <a:bodyPr wrap="square">
            <a:spAutoFit/>
          </a:bodyPr>
          <a:lstStyle/>
          <a:p>
            <a:pPr algn="l"/>
            <a:r>
              <a:rPr sz="1400" b="0">
                <a:solidFill>
                  <a:srgbClr val="929BA5"/>
                </a:solidFill>
                <a:latin typeface="ES Build Neutral"/>
              </a:rPr>
              <a:t>If the prehook discovers writers differently from how the policy selects PVCs, the two sets drift</a:t>
            </a:r>
          </a:p>
        </p:txBody>
      </p:sp>
      <p:sp>
        <p:nvSpPr>
          <p:cNvPr id="4" name="Rounded Rectangle 3"/>
          <p:cNvSpPr/>
          <p:nvPr/>
        </p:nvSpPr>
        <p:spPr>
          <a:xfrm>
            <a:off x="471647" y="1572768"/>
            <a:ext cx="5500893" cy="3977639"/>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4527" y="1755648"/>
            <a:ext cx="457200" cy="457200"/>
          </a:xfrm>
          <a:prstGeom prst="roundRect">
            <a:avLst>
              <a:gd name="adj" fmla="val 21716"/>
            </a:avLst>
          </a:prstGeom>
          <a:solidFill>
            <a:srgbClr val="CCEFFF"/>
          </a:solidFill>
          <a:ln>
            <a:noFill/>
          </a:ln>
          <a:effectLst>
            <a:outerShdw blurRad="190500" dist="0" dir="0" sx="102000" sy="102000" algn="ctr" rotWithShape="0">
              <a:srgbClr val="99DFFF">
                <a:alpha val="6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extLst>
              <a:ext uri="{96DAC541-7B7A-43D3-8B79-37D633B846F1}">
                <asvg:svgBlip xmlns:asvg="http://schemas.microsoft.com/office/drawing/2016/SVG/main" r:embed="rId4"/>
              </a:ext>
            </a:extLst>
          </a:blip>
          <a:stretch>
            <a:fillRect/>
          </a:stretch>
        </p:blipFill>
        <p:spPr>
          <a:xfrm>
            <a:off x="755111" y="1856231"/>
            <a:ext cx="256032" cy="256032"/>
          </a:xfrm>
          <a:prstGeom prst="rect">
            <a:avLst/>
          </a:prstGeom>
        </p:spPr>
      </p:pic>
      <p:sp>
        <p:nvSpPr>
          <p:cNvPr id="7" name="TextBox 6"/>
          <p:cNvSpPr txBox="1"/>
          <p:nvPr/>
        </p:nvSpPr>
        <p:spPr>
          <a:xfrm>
            <a:off x="1221455" y="1783080"/>
            <a:ext cx="4568205" cy="402336"/>
          </a:xfrm>
          <a:prstGeom prst="rect">
            <a:avLst/>
          </a:prstGeom>
          <a:noFill/>
        </p:spPr>
        <p:txBody>
          <a:bodyPr wrap="square">
            <a:spAutoFit/>
          </a:bodyPr>
          <a:lstStyle/>
          <a:p>
            <a:pPr algn="l"/>
            <a:r>
              <a:rPr sz="1300" b="1">
                <a:solidFill>
                  <a:srgbClr val="002060"/>
                </a:solidFill>
                <a:latin typeface="ES Build Neutral"/>
              </a:rPr>
              <a:t>READ THE SAME LABEL THE POLICY READS</a:t>
            </a:r>
          </a:p>
        </p:txBody>
      </p:sp>
      <p:sp>
        <p:nvSpPr>
          <p:cNvPr id="8" name="TextBox 7"/>
          <p:cNvSpPr txBox="1"/>
          <p:nvPr/>
        </p:nvSpPr>
        <p:spPr>
          <a:xfrm>
            <a:off x="654527" y="2350008"/>
            <a:ext cx="5135133" cy="3044951"/>
          </a:xfrm>
          <a:prstGeom prst="rect">
            <a:avLst/>
          </a:prstGeom>
          <a:noFill/>
        </p:spPr>
        <p:txBody>
          <a:bodyPr wrap="square">
            <a:spAutoFit/>
          </a:bodyPr>
          <a:lstStyle/>
          <a:p>
            <a:pPr algn="l">
              <a:lnSpc>
                <a:spcPct val="112000"/>
              </a:lnSpc>
              <a:spcAft>
                <a:spcPts val="500"/>
              </a:spcAft>
            </a:pPr>
            <a:r>
              <a:rPr sz="1150" b="0">
                <a:solidFill>
                  <a:srgbClr val="505861"/>
                </a:solidFill>
                <a:latin typeface="ES Build Neutral"/>
              </a:rPr>
              <a:t>The prehook resolves the union of the PVCs carrying blueprint-ai/datastage-engine=true — the same label the policy selects on — and anything matching the engine naming pattern as a safety net.</a:t>
            </a:r>
          </a:p>
          <a:p>
            <a:pPr algn="l">
              <a:lnSpc>
                <a:spcPct val="112000"/>
              </a:lnSpc>
              <a:spcAft>
                <a:spcPts val="500"/>
              </a:spcAft>
            </a:pPr>
            <a:r>
              <a:rPr sz="1150" b="0">
                <a:solidFill>
                  <a:srgbClr val="505861"/>
                </a:solidFill>
                <a:latin typeface="ES Build Neutral"/>
              </a:rPr>
              <a:t/>
            </a:r>
          </a:p>
          <a:p>
            <a:pPr algn="l">
              <a:lnSpc>
                <a:spcPct val="112000"/>
              </a:lnSpc>
              <a:spcAft>
                <a:spcPts val="500"/>
              </a:spcAft>
            </a:pPr>
            <a:r>
              <a:rPr sz="1150" b="0">
                <a:solidFill>
                  <a:srgbClr val="505861"/>
                </a:solidFill>
                <a:latin typeface="ES Build Neutral"/>
              </a:rPr>
              <a:t>So user volumes are covered, and adding a PVC to the backup flushes it automatically. The naming pattern alone would have missed them: a user volume is neither created by the install nor matched by the engine names.</a:t>
            </a:r>
          </a:p>
        </p:txBody>
      </p:sp>
      <p:sp>
        <p:nvSpPr>
          <p:cNvPr id="9" name="Rounded Rectangle 8"/>
          <p:cNvSpPr/>
          <p:nvPr/>
        </p:nvSpPr>
        <p:spPr>
          <a:xfrm>
            <a:off x="6219428" y="1572768"/>
            <a:ext cx="5500893" cy="3977639"/>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2308" y="1755648"/>
            <a:ext cx="457200" cy="457200"/>
          </a:xfrm>
          <a:prstGeom prst="roundRect">
            <a:avLst>
              <a:gd name="adj" fmla="val 21716"/>
            </a:avLst>
          </a:prstGeom>
          <a:solidFill>
            <a:srgbClr val="FFE8D3"/>
          </a:solidFill>
          <a:ln>
            <a:noFill/>
          </a:ln>
          <a:effectLst>
            <a:outerShdw blurRad="190500" dist="0" dir="0" sx="102000" sy="102000" algn="ctr" rotWithShape="0">
              <a:srgbClr val="FEB97C">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502892" y="1856231"/>
            <a:ext cx="256032" cy="256032"/>
          </a:xfrm>
          <a:prstGeom prst="rect">
            <a:avLst/>
          </a:prstGeom>
        </p:spPr>
      </p:pic>
      <p:sp>
        <p:nvSpPr>
          <p:cNvPr id="12" name="TextBox 11"/>
          <p:cNvSpPr txBox="1"/>
          <p:nvPr/>
        </p:nvSpPr>
        <p:spPr>
          <a:xfrm>
            <a:off x="6969236" y="1783080"/>
            <a:ext cx="4568205" cy="402336"/>
          </a:xfrm>
          <a:prstGeom prst="rect">
            <a:avLst/>
          </a:prstGeom>
          <a:noFill/>
        </p:spPr>
        <p:txBody>
          <a:bodyPr wrap="square">
            <a:spAutoFit/>
          </a:bodyPr>
          <a:lstStyle/>
          <a:p>
            <a:pPr algn="l"/>
            <a:r>
              <a:rPr sz="1300" b="1">
                <a:solidFill>
                  <a:srgbClr val="002060"/>
                </a:solidFill>
                <a:latin typeface="ES Build Neutral"/>
              </a:rPr>
              <a:t>AND WARN ON BOTH SILENT FAILURES</a:t>
            </a:r>
          </a:p>
        </p:txBody>
      </p:sp>
      <p:sp>
        <p:nvSpPr>
          <p:cNvPr id="13" name="TextBox 12"/>
          <p:cNvSpPr txBox="1"/>
          <p:nvPr/>
        </p:nvSpPr>
        <p:spPr>
          <a:xfrm>
            <a:off x="6402308" y="2350008"/>
            <a:ext cx="5135133" cy="3044951"/>
          </a:xfrm>
          <a:prstGeom prst="rect">
            <a:avLst/>
          </a:prstGeom>
          <a:noFill/>
        </p:spPr>
        <p:txBody>
          <a:bodyPr wrap="square">
            <a:spAutoFit/>
          </a:bodyPr>
          <a:lstStyle/>
          <a:p>
            <a:pPr algn="l">
              <a:lnSpc>
                <a:spcPct val="112000"/>
              </a:lnSpc>
              <a:spcAft>
                <a:spcPts val="500"/>
              </a:spcAft>
            </a:pPr>
            <a:r>
              <a:rPr sz="1150" b="0">
                <a:solidFill>
                  <a:srgbClr val="505861"/>
                </a:solidFill>
                <a:latin typeface="ES Build Neutral"/>
              </a:rPr>
              <a:t>It warns if no PVC carries the label at all — the backup would then capture no engine volume.</a:t>
            </a:r>
          </a:p>
          <a:p>
            <a:pPr algn="l">
              <a:lnSpc>
                <a:spcPct val="112000"/>
              </a:lnSpc>
              <a:spcAft>
                <a:spcPts val="500"/>
              </a:spcAft>
            </a:pPr>
            <a:r>
              <a:rPr sz="1150" b="0">
                <a:solidFill>
                  <a:srgbClr val="505861"/>
                </a:solidFill>
                <a:latin typeface="ES Build Neutral"/>
              </a:rPr>
              <a:t/>
            </a:r>
          </a:p>
          <a:p>
            <a:pPr algn="l">
              <a:lnSpc>
                <a:spcPct val="112000"/>
              </a:lnSpc>
              <a:spcAft>
                <a:spcPts val="500"/>
              </a:spcAft>
            </a:pPr>
            <a:r>
              <a:rPr sz="1150" b="0">
                <a:solidFill>
                  <a:srgbClr val="505861"/>
                </a:solidFill>
                <a:latin typeface="ES Build Neutral"/>
              </a:rPr>
              <a:t>And it names any labelled PVC that no running pod mounts, because that one gets snapshotted with no chance to flush. Both failures are otherwise invisible: the backup succeeds and the file is empty.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1647" y="347472"/>
            <a:ext cx="11248674" cy="566928"/>
          </a:xfrm>
          <a:prstGeom prst="rect">
            <a:avLst/>
          </a:prstGeom>
          <a:noFill/>
        </p:spPr>
        <p:txBody>
          <a:bodyPr wrap="square">
            <a:spAutoFit/>
          </a:bodyPr>
          <a:lstStyle/>
          <a:p>
            <a:pPr algn="l"/>
            <a:r>
              <a:rPr sz="2400" b="1">
                <a:solidFill>
                  <a:srgbClr val="002060"/>
                </a:solidFill>
                <a:latin typeface="ES Build Neutral"/>
              </a:rPr>
              <a:t>WHAT THE POLICY CAPTURES, AND HOW THE RESTORE FREES THE VOLUMES</a:t>
            </a:r>
          </a:p>
        </p:txBody>
      </p:sp>
      <p:sp>
        <p:nvSpPr>
          <p:cNvPr id="3" name="TextBox 2"/>
          <p:cNvSpPr txBox="1"/>
          <p:nvPr/>
        </p:nvSpPr>
        <p:spPr>
          <a:xfrm>
            <a:off x="471647" y="987552"/>
            <a:ext cx="11248674" cy="384048"/>
          </a:xfrm>
          <a:prstGeom prst="rect">
            <a:avLst/>
          </a:prstGeom>
          <a:noFill/>
        </p:spPr>
        <p:txBody>
          <a:bodyPr wrap="square">
            <a:spAutoFit/>
          </a:bodyPr>
          <a:lstStyle/>
          <a:p>
            <a:pPr algn="l"/>
            <a:r>
              <a:rPr sz="1400" b="0">
                <a:solidFill>
                  <a:srgbClr val="929BA5"/>
                </a:solidFill>
                <a:latin typeface="ES Build Neutral"/>
              </a:rPr>
              <a:t>The filter has two entries: the labelled PVCs, and the one workload the hooks are bound to</a:t>
            </a:r>
          </a:p>
        </p:txBody>
      </p:sp>
      <p:sp>
        <p:nvSpPr>
          <p:cNvPr id="4" name="Rounded Rectangle 3"/>
          <p:cNvSpPr/>
          <p:nvPr/>
        </p:nvSpPr>
        <p:spPr>
          <a:xfrm>
            <a:off x="471647" y="1572768"/>
            <a:ext cx="5500893" cy="3977639"/>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4527" y="1755648"/>
            <a:ext cx="457200" cy="457200"/>
          </a:xfrm>
          <a:prstGeom prst="roundRect">
            <a:avLst>
              <a:gd name="adj" fmla="val 21716"/>
            </a:avLst>
          </a:prstGeom>
          <a:solidFill>
            <a:srgbClr val="CCEFFF"/>
          </a:solidFill>
          <a:ln>
            <a:noFill/>
          </a:ln>
          <a:effectLst>
            <a:outerShdw blurRad="190500" dist="0" dir="0" sx="102000" sy="102000" algn="ctr" rotWithShape="0">
              <a:srgbClr val="99DFFF">
                <a:alpha val="6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extLst>
              <a:ext uri="{96DAC541-7B7A-43D3-8B79-37D633B846F1}">
                <asvg:svgBlip xmlns:asvg="http://schemas.microsoft.com/office/drawing/2016/SVG/main" r:embed="rId4"/>
              </a:ext>
            </a:extLst>
          </a:blip>
          <a:stretch>
            <a:fillRect/>
          </a:stretch>
        </p:blipFill>
        <p:spPr>
          <a:xfrm>
            <a:off x="755111" y="1856231"/>
            <a:ext cx="256032" cy="256032"/>
          </a:xfrm>
          <a:prstGeom prst="rect">
            <a:avLst/>
          </a:prstGeom>
        </p:spPr>
      </p:pic>
      <p:sp>
        <p:nvSpPr>
          <p:cNvPr id="7" name="TextBox 6"/>
          <p:cNvSpPr txBox="1"/>
          <p:nvPr/>
        </p:nvSpPr>
        <p:spPr>
          <a:xfrm>
            <a:off x="1221455" y="1783080"/>
            <a:ext cx="4568205" cy="402336"/>
          </a:xfrm>
          <a:prstGeom prst="rect">
            <a:avLst/>
          </a:prstGeom>
          <a:noFill/>
        </p:spPr>
        <p:txBody>
          <a:bodyPr wrap="square">
            <a:spAutoFit/>
          </a:bodyPr>
          <a:lstStyle/>
          <a:p>
            <a:pPr algn="l"/>
            <a:r>
              <a:rPr sz="1300" b="1">
                <a:solidFill>
                  <a:srgbClr val="002060"/>
                </a:solidFill>
                <a:latin typeface="ES Build Neutral"/>
              </a:rPr>
              <a:t>INCLUDE THE BOUND WORKLOAD, AND ONLY IT</a:t>
            </a:r>
          </a:p>
        </p:txBody>
      </p:sp>
      <p:sp>
        <p:nvSpPr>
          <p:cNvPr id="8" name="TextBox 7"/>
          <p:cNvSpPr txBox="1"/>
          <p:nvPr/>
        </p:nvSpPr>
        <p:spPr>
          <a:xfrm>
            <a:off x="654527" y="2350008"/>
            <a:ext cx="5135133" cy="3044951"/>
          </a:xfrm>
          <a:prstGeom prst="rect">
            <a:avLst/>
          </a:prstGeom>
          <a:noFill/>
        </p:spPr>
        <p:txBody>
          <a:bodyPr wrap="square">
            <a:spAutoFit/>
          </a:bodyPr>
          <a:lstStyle/>
          <a:p>
            <a:pPr algn="l">
              <a:lnSpc>
                <a:spcPct val="112000"/>
              </a:lnSpc>
              <a:spcAft>
                <a:spcPts val="500"/>
              </a:spcAft>
            </a:pPr>
            <a:r>
              <a:rPr sz="1150" b="0">
                <a:solidFill>
                  <a:srgbClr val="505861"/>
                </a:solidFill>
                <a:latin typeface="ES Build Neutral"/>
              </a:rPr>
              <a:t>The hooks are bound to the runtime Deployment. Leave it out of the filter and the hooks never run, and Kasten does not snapshot the PVC it mounts.</a:t>
            </a:r>
          </a:p>
          <a:p>
            <a:pPr algn="l">
              <a:lnSpc>
                <a:spcPct val="112000"/>
              </a:lnSpc>
              <a:spcAft>
                <a:spcPts val="500"/>
              </a:spcAft>
            </a:pPr>
            <a:r>
              <a:rPr sz="1150" b="0">
                <a:solidFill>
                  <a:srgbClr val="505861"/>
                </a:solidFill>
                <a:latin typeface="ES Build Neutral"/>
              </a:rPr>
              <a:t/>
            </a:r>
          </a:p>
          <a:p>
            <a:pPr algn="l">
              <a:lnSpc>
                <a:spcPct val="112000"/>
              </a:lnSpc>
              <a:spcAft>
                <a:spcPts val="500"/>
              </a:spcAft>
            </a:pPr>
            <a:r>
              <a:rPr sz="1150" b="0">
                <a:solidFill>
                  <a:srgbClr val="505861"/>
                </a:solidFill>
                <a:latin typeface="ES Build Neutral"/>
              </a:rPr>
              <a:t>But every included workload brings in every PVC it mounts, labelled or not. Including all the DataStage workloads added three unlabelled PVCs, one of them owned by another CP4D service. The runtime Deployment mounts only ds-storage.</a:t>
            </a:r>
          </a:p>
        </p:txBody>
      </p:sp>
      <p:sp>
        <p:nvSpPr>
          <p:cNvPr id="9" name="Rounded Rectangle 8"/>
          <p:cNvSpPr/>
          <p:nvPr/>
        </p:nvSpPr>
        <p:spPr>
          <a:xfrm>
            <a:off x="6219428" y="1572768"/>
            <a:ext cx="5500893" cy="3977639"/>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2308" y="1755648"/>
            <a:ext cx="457200" cy="457200"/>
          </a:xfrm>
          <a:prstGeom prst="roundRect">
            <a:avLst>
              <a:gd name="adj" fmla="val 21716"/>
            </a:avLst>
          </a:prstGeom>
          <a:solidFill>
            <a:srgbClr val="FFE8D3"/>
          </a:solidFill>
          <a:ln>
            <a:noFill/>
          </a:ln>
          <a:effectLst>
            <a:outerShdw blurRad="190500" dist="0" dir="0" sx="102000" sy="102000" algn="ctr" rotWithShape="0">
              <a:srgbClr val="FEB97C">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502892" y="1856231"/>
            <a:ext cx="256032" cy="256032"/>
          </a:xfrm>
          <a:prstGeom prst="rect">
            <a:avLst/>
          </a:prstGeom>
        </p:spPr>
      </p:pic>
      <p:sp>
        <p:nvSpPr>
          <p:cNvPr id="12" name="TextBox 11"/>
          <p:cNvSpPr txBox="1"/>
          <p:nvPr/>
        </p:nvSpPr>
        <p:spPr>
          <a:xfrm>
            <a:off x="6969236" y="1783080"/>
            <a:ext cx="4568205" cy="402336"/>
          </a:xfrm>
          <a:prstGeom prst="rect">
            <a:avLst/>
          </a:prstGeom>
          <a:noFill/>
        </p:spPr>
        <p:txBody>
          <a:bodyPr wrap="square">
            <a:spAutoFit/>
          </a:bodyPr>
          <a:lstStyle/>
          <a:p>
            <a:pPr algn="l"/>
            <a:r>
              <a:rPr sz="1300" b="1">
                <a:solidFill>
                  <a:srgbClr val="002060"/>
                </a:solidFill>
                <a:latin typeface="ES Build Neutral"/>
              </a:rPr>
              <a:t>RESTORE: STOP WHAT IBM STOPS</a:t>
            </a:r>
          </a:p>
        </p:txBody>
      </p:sp>
      <p:sp>
        <p:nvSpPr>
          <p:cNvPr id="13" name="TextBox 12"/>
          <p:cNvSpPr txBox="1"/>
          <p:nvPr/>
        </p:nvSpPr>
        <p:spPr>
          <a:xfrm>
            <a:off x="6402308" y="2350008"/>
            <a:ext cx="5135133" cy="3044951"/>
          </a:xfrm>
          <a:prstGeom prst="rect">
            <a:avLst/>
          </a:prstGeom>
          <a:noFill/>
        </p:spPr>
        <p:txBody>
          <a:bodyPr wrap="square">
            <a:spAutoFit/>
          </a:bodyPr>
          <a:lstStyle/>
          <a:p>
            <a:pPr algn="l">
              <a:lnSpc>
                <a:spcPct val="112000"/>
              </a:lnSpc>
              <a:spcAft>
                <a:spcPts val="500"/>
              </a:spcAft>
            </a:pPr>
            <a:r>
              <a:rPr sz="1150" b="0">
                <a:solidFill>
                  <a:srgbClr val="505861"/>
                </a:solidFill>
                <a:latin typeface="ES Build Neutral"/>
              </a:rPr>
              <a:t>Kasten can only replace a PVC once no pod mounts it, and it scales down only the workloads it restores — here, just one.</a:t>
            </a:r>
          </a:p>
          <a:p>
            <a:pPr algn="l">
              <a:lnSpc>
                <a:spcPct val="112000"/>
              </a:lnSpc>
              <a:spcAft>
                <a:spcPts val="500"/>
              </a:spcAft>
            </a:pPr>
            <a:r>
              <a:rPr sz="1150" b="0">
                <a:solidFill>
                  <a:srgbClr val="505861"/>
                </a:solidFill>
                <a:latin typeface="ES Build Neutral"/>
              </a:rPr>
              <a:t/>
            </a:r>
          </a:p>
          <a:p>
            <a:pPr algn="l">
              <a:lnSpc>
                <a:spcPct val="112000"/>
              </a:lnSpc>
              <a:spcAft>
                <a:spcPts val="500"/>
              </a:spcAft>
            </a:pPr>
            <a:r>
              <a:rPr sz="1150" b="0">
                <a:solidFill>
                  <a:srgbClr val="505861"/>
                </a:solidFill>
                <a:latin typeface="ES Build Neutral"/>
              </a:rPr>
              <a:t>So the pre-restore script parks the operator, then scales down the three selectors IBM's own restore ConfigMap lists. After the restore, the operator scales them back up itself.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1647" y="347472"/>
            <a:ext cx="11248674" cy="566928"/>
          </a:xfrm>
          <a:prstGeom prst="rect">
            <a:avLst/>
          </a:prstGeom>
          <a:noFill/>
        </p:spPr>
        <p:txBody>
          <a:bodyPr wrap="square">
            <a:spAutoFit/>
          </a:bodyPr>
          <a:lstStyle/>
          <a:p>
            <a:pPr algn="l"/>
            <a:r>
              <a:rPr sz="2800" b="1">
                <a:solidFill>
                  <a:srgbClr val="002060"/>
                </a:solidFill>
                <a:latin typeface="ES Build Neutral"/>
              </a:rPr>
              <a:t>VERSIONS AND BLUEPRINT ACTIONS</a:t>
            </a:r>
          </a:p>
        </p:txBody>
      </p:sp>
      <p:sp>
        <p:nvSpPr>
          <p:cNvPr id="3" name="TextBox 2"/>
          <p:cNvSpPr txBox="1"/>
          <p:nvPr/>
        </p:nvSpPr>
        <p:spPr>
          <a:xfrm>
            <a:off x="471647" y="987552"/>
            <a:ext cx="11248674" cy="384048"/>
          </a:xfrm>
          <a:prstGeom prst="rect">
            <a:avLst/>
          </a:prstGeom>
          <a:noFill/>
        </p:spPr>
        <p:txBody>
          <a:bodyPr wrap="square">
            <a:spAutoFit/>
          </a:bodyPr>
          <a:lstStyle/>
          <a:p>
            <a:pPr algn="l"/>
            <a:r>
              <a:rPr sz="1400" b="0">
                <a:solidFill>
                  <a:srgbClr val="929BA5"/>
                </a:solidFill>
                <a:latin typeface="ES Build Neutral"/>
              </a:rPr>
              <a:t>The sync runs last, so nothing can dirty the page cache after it</a:t>
            </a:r>
          </a:p>
        </p:txBody>
      </p:sp>
      <p:graphicFrame>
        <p:nvGraphicFramePr>
          <p:cNvPr id="4" name="Table 3"/>
          <p:cNvGraphicFramePr>
            <a:graphicFrameLocks noGrp="1"/>
          </p:cNvGraphicFramePr>
          <p:nvPr/>
        </p:nvGraphicFramePr>
        <p:xfrm>
          <a:off x="471647" y="1572768"/>
          <a:ext cx="11247120" cy="2377438"/>
        </p:xfrm>
        <a:graphic>
          <a:graphicData uri="http://schemas.openxmlformats.org/drawingml/2006/table">
            <a:tbl>
              <a:tblPr firstRow="1" bandRow="1">
                <a:tableStyleId>{B301B821-A1FF-4177-AEE7-76D212191A09}</a:tableStyleId>
              </a:tblPr>
              <a:tblGrid>
                <a:gridCol w="2377440"/>
                <a:gridCol w="8869680"/>
              </a:tblGrid>
              <a:tr h="276446">
                <a:tc>
                  <a:txBody>
                    <a:bodyPr/>
                    <a:lstStyle/>
                    <a:p>
                      <a:pPr algn="l"/>
                      <a:r>
                        <a:rPr sz="1250" b="1">
                          <a:latin typeface="ES Build Neutral"/>
                          <a:solidFill>
                            <a:srgbClr val="FFFFFF"/>
                          </a:solidFill>
                        </a:rPr>
                        <a:t>ACTION</a:t>
                      </a:r>
                    </a:p>
                  </a:txBody>
                  <a:tcPr anchor="ctr" marL="91440" marR="91440">
                    <a:lnR w="12700" cap="flat" cmpd="sng" algn="ctr">
                      <a:solidFill>
                        <a:srgbClr val="002060"/>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002060"/>
                    </a:solidFill>
                  </a:tcPr>
                </a:tc>
                <a:tc>
                  <a:txBody>
                    <a:bodyPr/>
                    <a:lstStyle/>
                    <a:p>
                      <a:pPr algn="l"/>
                      <a:r>
                        <a:rPr sz="1250" b="1">
                          <a:latin typeface="ES Build Neutral"/>
                          <a:solidFill>
                            <a:srgbClr val="FFFFFF"/>
                          </a:solidFill>
                        </a:rPr>
                        <a:t>WHAT IT DOES</a:t>
                      </a:r>
                    </a:p>
                  </a:txBody>
                  <a:tcPr anchor="ctr" marL="91440" marR="91440">
                    <a:lnR w="12700" cap="flat" cmpd="sng" algn="ctr">
                      <a:solidFill>
                        <a:srgbClr val="002060"/>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2"/>
                    </a:solidFill>
                  </a:tcPr>
                </a:tc>
              </a:tr>
              <a:tr h="884628">
                <a:tc>
                  <a:txBody>
                    <a:bodyPr/>
                    <a:lstStyle/>
                    <a:p>
                      <a:pPr algn="l"/>
                      <a:r>
                        <a:rPr sz="1150" b="1">
                          <a:latin typeface="ES Build Neutral"/>
                          <a:solidFill>
                            <a:srgbClr val="00703C"/>
                          </a:solidFill>
                        </a:rPr>
                        <a:t>backupPrehook</a:t>
                      </a:r>
                    </a:p>
                  </a:txBody>
                  <a:tcPr anchor="ctr" marL="91440" marR="91440">
                    <a:solidFill>
                      <a:srgbClr val="EAF9FF"/>
                    </a:solidFill>
                  </a:tcPr>
                </a:tc>
                <a:tc>
                  <a:txBody>
                    <a:bodyPr/>
                    <a:lstStyle/>
                    <a:p>
                      <a:pPr algn="l"/>
                      <a:r>
                        <a:rPr sz="1050" b="0">
                          <a:latin typeface="ES Build Neutral"/>
                          <a:solidFill>
                            <a:srgbClr val="1D1F2A"/>
                          </a:solidFill>
                        </a:rPr>
                        <a:t>Runs IBM's precheck: the DataStage CR and every PXRuntime CR must report dsStatus == Completed, or the backup fails before anything is captured. Discovers every running pod mounting a PVC in the backup, warns if the label matches nothing and names any labelled PVC no pod mounts, warns if a job run is in flight, takes IBM's backup lock in the flows pod, then runs sync in each pod — last.</a:t>
                      </a:r>
                    </a:p>
                  </a:txBody>
                  <a:tcPr anchor="ctr" marL="91440" marR="91440">
                    <a:noFill/>
                  </a:tcPr>
                </a:tc>
              </a:tr>
              <a:tr h="442314">
                <a:tc>
                  <a:txBody>
                    <a:bodyPr/>
                    <a:lstStyle/>
                    <a:p>
                      <a:pPr algn="l"/>
                      <a:r>
                        <a:rPr sz="1150" b="1">
                          <a:latin typeface="ES Build Neutral"/>
                          <a:solidFill>
                            <a:srgbClr val="00703C"/>
                          </a:solidFill>
                        </a:rPr>
                        <a:t>backupPosthook</a:t>
                      </a:r>
                    </a:p>
                  </a:txBody>
                  <a:tcPr anchor="ctr" marL="91440" marR="91440">
                    <a:solidFill>
                      <a:srgbClr val="EAF9FF"/>
                    </a:solidFill>
                  </a:tcPr>
                </a:tc>
                <a:tc>
                  <a:txBody>
                    <a:bodyPr/>
                    <a:lstStyle/>
                    <a:p>
                      <a:pPr algn="l"/>
                      <a:r>
                        <a:rPr sz="1050" b="0">
                          <a:latin typeface="ES Build Neutral"/>
                          <a:solidFill>
                            <a:srgbClr val="1D1F2A"/>
                          </a:solidFill>
                        </a:rPr>
                        <a:t>Releases IBM's backup lock once the snapshots exist. Idempotent. If the flows pod is gone it only warns: flows deletes a lock older than 4 hours.</a:t>
                      </a:r>
                    </a:p>
                  </a:txBody>
                  <a:tcPr anchor="ctr" marL="91440" marR="91440">
                    <a:noFill/>
                  </a:tcPr>
                </a:tc>
              </a:tr>
              <a:tr h="774050">
                <a:tc>
                  <a:txBody>
                    <a:bodyPr/>
                    <a:lstStyle/>
                    <a:p>
                      <a:pPr algn="l"/>
                      <a:r>
                        <a:rPr sz="1150" b="1">
                          <a:latin typeface="ES Build Neutral"/>
                          <a:solidFill>
                            <a:srgbClr val="00703C"/>
                          </a:solidFill>
                        </a:rPr>
                        <a:t>restorePosthook</a:t>
                      </a:r>
                    </a:p>
                  </a:txBody>
                  <a:tcPr anchor="ctr" marL="91440" marR="91440">
                    <a:solidFill>
                      <a:srgbClr val="EAF9FF"/>
                    </a:solidFill>
                  </a:tcPr>
                </a:tc>
                <a:tc>
                  <a:txBody>
                    <a:bodyPr/>
                    <a:lstStyle/>
                    <a:p>
                      <a:pPr algn="l"/>
                      <a:r>
                        <a:rPr sz="1050" b="0">
                          <a:latin typeface="ES Build Neutral"/>
                          <a:solidFill>
                            <a:srgbClr val="1D1F2A"/>
                          </a:solidFill>
                        </a:rPr>
                        <a:t>Sets spec.ignoreForMaintenance: false on the DataStage CR and every PXRuntime CR, idempotently, then waits up to 1800 seconds for all of them to report dsStatus == Completed — so the restore does not report success while the engine is still assembling itself. Removes the backup lock the restored volume contains. Prints the recompile reminder.</a:t>
                      </a:r>
                    </a:p>
                  </a:txBody>
                  <a:tcPr anchor="ctr" marL="91440" marR="91440">
                    <a:noFill/>
                  </a:tcPr>
                </a:tc>
              </a:tr>
            </a:tbl>
          </a:graphicData>
        </a:graphic>
      </p:graphicFrame>
      <p:sp>
        <p:nvSpPr>
          <p:cNvPr id="5" name="Rounded Rectangle 4"/>
          <p:cNvSpPr/>
          <p:nvPr/>
        </p:nvSpPr>
        <p:spPr>
          <a:xfrm>
            <a:off x="471647" y="4224528"/>
            <a:ext cx="5487177" cy="2058863"/>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4527" y="4407408"/>
            <a:ext cx="457200" cy="457200"/>
          </a:xfrm>
          <a:prstGeom prst="roundRect">
            <a:avLst>
              <a:gd name="adj" fmla="val 21716"/>
            </a:avLst>
          </a:prstGeom>
          <a:solidFill>
            <a:srgbClr val="CCEFFF"/>
          </a:solidFill>
          <a:ln>
            <a:noFill/>
          </a:ln>
          <a:effectLst>
            <a:outerShdw blurRad="190500" dist="0" dir="0" sx="102000" sy="102000" algn="ctr" rotWithShape="0">
              <a:srgbClr val="99DFFF">
                <a:alpha val="6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extLst>
              <a:ext uri="{96DAC541-7B7A-43D3-8B79-37D633B846F1}">
                <asvg:svgBlip xmlns:asvg="http://schemas.microsoft.com/office/drawing/2016/SVG/main" r:embed="rId4"/>
              </a:ext>
            </a:extLst>
          </a:blip>
          <a:stretch>
            <a:fillRect/>
          </a:stretch>
        </p:blipFill>
        <p:spPr>
          <a:xfrm>
            <a:off x="755111" y="4507992"/>
            <a:ext cx="256032" cy="256032"/>
          </a:xfrm>
          <a:prstGeom prst="rect">
            <a:avLst/>
          </a:prstGeom>
        </p:spPr>
      </p:pic>
      <p:sp>
        <p:nvSpPr>
          <p:cNvPr id="8" name="TextBox 7"/>
          <p:cNvSpPr txBox="1"/>
          <p:nvPr/>
        </p:nvSpPr>
        <p:spPr>
          <a:xfrm>
            <a:off x="1221455" y="4434840"/>
            <a:ext cx="4554489" cy="402336"/>
          </a:xfrm>
          <a:prstGeom prst="rect">
            <a:avLst/>
          </a:prstGeom>
          <a:noFill/>
        </p:spPr>
        <p:txBody>
          <a:bodyPr wrap="square">
            <a:spAutoFit/>
          </a:bodyPr>
          <a:lstStyle/>
          <a:p>
            <a:pPr algn="l"/>
            <a:r>
              <a:rPr sz="1300" b="1">
                <a:solidFill>
                  <a:srgbClr val="002060"/>
                </a:solidFill>
                <a:latin typeface="ES Build Neutral"/>
              </a:rPr>
              <a:t>TESTED VERSIONS</a:t>
            </a:r>
          </a:p>
        </p:txBody>
      </p:sp>
      <p:sp>
        <p:nvSpPr>
          <p:cNvPr id="9" name="TextBox 8"/>
          <p:cNvSpPr txBox="1"/>
          <p:nvPr/>
        </p:nvSpPr>
        <p:spPr>
          <a:xfrm>
            <a:off x="654527" y="5001768"/>
            <a:ext cx="5121417" cy="1126175"/>
          </a:xfrm>
          <a:prstGeom prst="rect">
            <a:avLst/>
          </a:prstGeom>
          <a:noFill/>
        </p:spPr>
        <p:txBody>
          <a:bodyPr wrap="square">
            <a:spAutoFit/>
          </a:bodyPr>
          <a:lstStyle/>
          <a:p>
            <a:pPr algn="l">
              <a:lnSpc>
                <a:spcPct val="112000"/>
              </a:lnSpc>
              <a:spcAft>
                <a:spcPts val="500"/>
              </a:spcAft>
            </a:pPr>
            <a:r>
              <a:rPr sz="1150" b="0">
                <a:solidFill>
                  <a:srgbClr val="505861"/>
                </a:solidFill>
                <a:latin typeface="ES Build Neutral"/>
              </a:rPr>
              <a:t>Kubernetes 1.34.9 on OpenShift 4.21.30, Kasten 9.0.7, Cloud Pak for Data 5.4.0 Patch 7, DataStage 5.4.7 (Helm chart datastage-ent 12.0.7), Common Core Services 13.0.6, cpdctl 1.10.34, cpd-cli 14.4.0. The ConfigMaps are versioned, and IBM did change them between 5.2.2 and 5.4.7, so read them on your own cluster before adapting anything.</a:t>
            </a:r>
          </a:p>
        </p:txBody>
      </p:sp>
      <p:sp>
        <p:nvSpPr>
          <p:cNvPr id="10" name="Rounded Rectangle 9"/>
          <p:cNvSpPr/>
          <p:nvPr/>
        </p:nvSpPr>
        <p:spPr>
          <a:xfrm>
            <a:off x="6233144" y="4224528"/>
            <a:ext cx="5487177" cy="2058863"/>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16024" y="4407408"/>
            <a:ext cx="457200" cy="457200"/>
          </a:xfrm>
          <a:prstGeom prst="roundRect">
            <a:avLst>
              <a:gd name="adj" fmla="val 21716"/>
            </a:avLst>
          </a:prstGeom>
          <a:solidFill>
            <a:srgbClr val="FFE8D3"/>
          </a:solidFill>
          <a:ln>
            <a:noFill/>
          </a:ln>
          <a:effectLst>
            <a:outerShdw blurRad="190500" dist="0" dir="0" sx="102000" sy="102000" algn="ctr" rotWithShape="0">
              <a:srgbClr val="FEB97C">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516608" y="4507992"/>
            <a:ext cx="256032" cy="256032"/>
          </a:xfrm>
          <a:prstGeom prst="rect">
            <a:avLst/>
          </a:prstGeom>
        </p:spPr>
      </p:pic>
      <p:sp>
        <p:nvSpPr>
          <p:cNvPr id="13" name="TextBox 12"/>
          <p:cNvSpPr txBox="1"/>
          <p:nvPr/>
        </p:nvSpPr>
        <p:spPr>
          <a:xfrm>
            <a:off x="6982952" y="4434840"/>
            <a:ext cx="4554489" cy="402336"/>
          </a:xfrm>
          <a:prstGeom prst="rect">
            <a:avLst/>
          </a:prstGeom>
          <a:noFill/>
        </p:spPr>
        <p:txBody>
          <a:bodyPr wrap="square">
            <a:spAutoFit/>
          </a:bodyPr>
          <a:lstStyle/>
          <a:p>
            <a:pPr algn="l"/>
            <a:r>
              <a:rPr sz="1300" b="1">
                <a:solidFill>
                  <a:srgbClr val="002060"/>
                </a:solidFill>
                <a:latin typeface="ES Build Neutral"/>
              </a:rPr>
              <a:t>RESTORE PREREQUISITES</a:t>
            </a:r>
          </a:p>
        </p:txBody>
      </p:sp>
      <p:sp>
        <p:nvSpPr>
          <p:cNvPr id="14" name="TextBox 13"/>
          <p:cNvSpPr txBox="1"/>
          <p:nvPr/>
        </p:nvSpPr>
        <p:spPr>
          <a:xfrm>
            <a:off x="6416024" y="5001768"/>
            <a:ext cx="5121417" cy="1126175"/>
          </a:xfrm>
          <a:prstGeom prst="rect">
            <a:avLst/>
          </a:prstGeom>
          <a:noFill/>
        </p:spPr>
        <p:txBody>
          <a:bodyPr wrap="square">
            <a:spAutoFit/>
          </a:bodyPr>
          <a:lstStyle/>
          <a:p>
            <a:pPr algn="l">
              <a:lnSpc>
                <a:spcPct val="112000"/>
              </a:lnSpc>
              <a:spcAft>
                <a:spcPts val="500"/>
              </a:spcAft>
            </a:pPr>
            <a:r>
              <a:rPr sz="1100" b="0">
                <a:solidFill>
                  <a:srgbClr val="505861"/>
                </a:solidFill>
                <a:latin typeface="ES Build Neutral"/>
              </a:rPr>
              <a:t>The same DataStage and CP4D version as the backup: compiled artifacts are engine-version specific, and a Data Set descriptor embeds the engine build string. DataStage must also already be installed and reconciled — nothing restores into a DataStage that is not there. Before the restore, run prepare-restore.sh: it parks the operator and stops every pod mounting the engine volumes.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a:xfrm>
            <a:off x="579089" y="2377440"/>
            <a:ext cx="10058400" cy="1371600"/>
          </a:xfrm>
        </p:spPr>
        <p:txBody>
          <a:bodyPr wrap="square"/>
          <a:lstStyle/>
          <a:p>
            <a:pPr algn="l"/>
            <a:r>
              <a:rPr b="1" sz="2600">
                <a:solidFill>
                  <a:srgbClr val="FFFFFF"/>
                </a:solidFill>
                <a:latin typeface="ES Build Neutral"/>
              </a:rPr>
              <a:t>TRANSCRIBE THE VENDOR'S SPECIFICATION, DO NOT GUESS IT</a:t>
            </a:r>
          </a:p>
        </p:txBody>
      </p:sp>
      <p:sp>
        <p:nvSpPr>
          <p:cNvPr id="3" name="TextBox 2"/>
          <p:cNvSpPr txBox="1"/>
          <p:nvPr/>
        </p:nvSpPr>
        <p:spPr>
          <a:xfrm>
            <a:off x="579089" y="3840480"/>
            <a:ext cx="10058400" cy="1097280"/>
          </a:xfrm>
          <a:prstGeom prst="rect">
            <a:avLst/>
          </a:prstGeom>
          <a:noFill/>
        </p:spPr>
        <p:txBody>
          <a:bodyPr wrap="square">
            <a:spAutoFit/>
          </a:bodyPr>
          <a:lstStyle/>
          <a:p>
            <a:pPr algn="l">
              <a:lnSpc>
                <a:spcPct val="130000"/>
              </a:lnSpc>
            </a:pPr>
            <a:r>
              <a:rPr sz="1700" b="0">
                <a:solidFill>
                  <a:srgbClr val="FFFFFF"/>
                </a:solidFill>
                <a:latin typeface="ES Build Neutral"/>
              </a:rPr>
              <a:t>Three ConfigMaps say what must happen around a snapshot. Read them on your own cluster.</a:t>
            </a:r>
          </a:p>
          <a:p>
            <a:pPr algn="l">
              <a:lnSpc>
                <a:spcPct val="130000"/>
              </a:lnSpc>
            </a:pPr>
            <a:r>
              <a:rPr sz="1700" b="0">
                <a:solidFill>
                  <a:srgbClr val="FFFFFF"/>
                </a:solidFill>
                <a:latin typeface="ES Build Neutral"/>
              </a:rPr>
              <a:t>github.com/kastenhq/blueprint-ai — datastage-example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file>

<file path=ppt/theme/theme1.xml><?xml version="1.0" encoding="utf-8"?>
<a:theme xmlns:a="http://schemas.openxmlformats.org/drawingml/2006/main" name="Veeam">
  <a:themeElements>
    <a:clrScheme name="Custom 3">
      <a:dk1>
        <a:srgbClr val="505861"/>
      </a:dk1>
      <a:lt1>
        <a:srgbClr val="FFFFFF"/>
      </a:lt1>
      <a:dk2>
        <a:srgbClr val="ADACAF"/>
      </a:dk2>
      <a:lt2>
        <a:srgbClr val="EFEFEF"/>
      </a:lt2>
      <a:accent1>
        <a:srgbClr val="000000"/>
      </a:accent1>
      <a:accent2>
        <a:srgbClr val="00D15F"/>
      </a:accent2>
      <a:accent3>
        <a:srgbClr val="3700FF"/>
      </a:accent3>
      <a:accent4>
        <a:srgbClr val="01B0FE"/>
      </a:accent4>
      <a:accent5>
        <a:srgbClr val="FFD836"/>
      </a:accent5>
      <a:accent6>
        <a:srgbClr val="FE8A25"/>
      </a:accent6>
      <a:hlink>
        <a:srgbClr val="00D15F"/>
      </a:hlink>
      <a:folHlink>
        <a:srgbClr val="3700FF"/>
      </a:folHlink>
    </a:clrScheme>
    <a:fontScheme name="Veeam">
      <a:majorFont>
        <a:latin typeface="ES Build"/>
        <a:ea typeface=""/>
        <a:cs typeface=""/>
      </a:majorFont>
      <a:minorFont>
        <a:latin typeface="ES Build Neutr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lnSpc>
            <a:spcPct val="96000"/>
          </a:lnSpc>
          <a:defRPr dirty="0">
            <a:solidFill>
              <a:schemeClr val="bg1"/>
            </a:solidFill>
            <a:latin typeface="ES Build" pitchFamily="50" charset="0"/>
            <a:cs typeface="Microsoft Sans Serif" panose="020B060402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12700" cap="rnd">
          <a:solidFill>
            <a:schemeClr val="accent3"/>
          </a:solidFill>
          <a:round/>
          <a:headEnd type="none" w="med" len="sm"/>
          <a:tailEnd type="none" w="sm" len="sm"/>
        </a:ln>
      </a:spPr>
      <a:bodyPr/>
      <a:lstStyle/>
      <a:style>
        <a:lnRef idx="1">
          <a:schemeClr val="accent1"/>
        </a:lnRef>
        <a:fillRef idx="0">
          <a:schemeClr val="accent1"/>
        </a:fillRef>
        <a:effectRef idx="0">
          <a:schemeClr val="accent1"/>
        </a:effectRef>
        <a:fontRef idx="minor">
          <a:schemeClr val="tx1"/>
        </a:fontRef>
      </a:style>
    </a:lnDef>
  </a:objectDefaults>
  <a:extraClrSchemeLst/>
  <a:custClrLst>
    <a:custClr name="Casia">
      <a:srgbClr val="8E71F4"/>
    </a:custClr>
    <a:custClr name="Ignis">
      <a:srgbClr val="ED2B3D"/>
    </a:custClr>
    <a:custClr name="Viridis">
      <a:srgbClr val="00D15F"/>
    </a:custClr>
    <a:custClr name="Black">
      <a:srgbClr val="000000"/>
    </a:custClr>
    <a:custClr name="Dark Mineral">
      <a:srgbClr val="505861"/>
    </a:custClr>
    <a:custClr name="French Grey">
      <a:srgbClr val="ADACAF"/>
    </a:custClr>
    <a:custClr name="Sol">
      <a:srgbClr val="FFD839"/>
    </a:custClr>
    <a:custClr name="Suma">
      <a:srgbClr val="FE8A25"/>
    </a:custClr>
    <a:custClr name="Electric Azure">
      <a:srgbClr val="3700FF"/>
    </a:custClr>
    <a:custClr name="Sky">
      <a:srgbClr val="01B0FE"/>
    </a:custClr>
  </a:custClrLst>
  <a:extLst>
    <a:ext uri="{05A4C25C-085E-4340-85A3-A5531E510DB2}">
      <thm15:themeFamily xmlns:thm15="http://schemas.microsoft.com/office/thememl/2012/main" name="Veeam_Template_Build_04_02_AL" id="{CD0DBDA9-FB18-448B-8791-9E2F61EFADA7}" vid="{ECCBD8CE-2479-4303-883B-9BEEA456C87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0</vt:i4>
      </vt:variant>
    </vt:vector>
  </HeadingPairs>
  <TitlesOfParts>
    <vt:vector size="7" baseType="lpstr">
      <vt:lpstr>Arial</vt:lpstr>
      <vt:lpstr>Calibri</vt:lpstr>
      <vt:lpstr>ES Build</vt:lpstr>
      <vt:lpstr>ES Build </vt:lpstr>
      <vt:lpstr>ES Build Neutral</vt:lpstr>
      <vt:lpstr>System Font Regular</vt:lpstr>
      <vt:lpstr>Veeam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Veeam</dc:creator>
  <cp:keywords>Veeam</cp:keywords>
  <dc:description/>
  <cp:lastModifiedBy>Veeam</cp:lastModifiedBy>
  <cp:revision>1</cp:revision>
  <dcterms:created xsi:type="dcterms:W3CDTF">2023-09-11T00:36:10Z</dcterms:created>
  <dcterms:modified xsi:type="dcterms:W3CDTF">2026-07-15T11:59:21Z</dcterms:modified>
  <cp:category>Template</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0x0101005BB6FEED7F0ECC4597FA431C454F24E4</vt:lpwstr>
  </property>
  <property fmtid="{D5CDD505-2E9C-101B-9397-08002B2CF9AE}" pid="3" name="MediaServiceImageTags">
    <vt:lpwstr/>
  </property>
</Properties>
</file>