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2.svg" ContentType="image/svg+xml"/>
  <Override PartName="/ppt/media/image1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2" Type="http://schemas.openxmlformats.org/officeDocument/2006/relationships/officeDocument" Target="ppt/presentation.xml"/><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151" r:id="rId4"/>
  </p:sldMasterIdLst>
  <p:notesMasterIdLst>
    <p:notesMasterId r:id="rId5"/>
  </p:notesMasterIdLst>
  <p:handoutMasterIdLst>
    <p:handoutMasterId r:id="rId6"/>
  </p:handoutMasterIdLst>
  <p:sldIdLst>
    <p:sldId id="256" r:id="rId3"/>
    <p:sldId id="257" r:id="rId2"/>
    <p:sldId id="258" r:id="rId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15F"/>
    <a:srgbClr val="0127AF"/>
    <a:srgbClr val="1AE1C0"/>
    <a:srgbClr val="0073D5"/>
    <a:srgbClr val="0059C3"/>
    <a:srgbClr val="4AFF9C"/>
    <a:srgbClr val="0E0D72"/>
    <a:srgbClr val="00D4FD"/>
    <a:srgbClr val="019DFE"/>
    <a:srgbClr val="060E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srgbClr val="505861"/>
        </a:fontRef>
        <a:srgbClr val="505861"/>
      </a:tcTxStyle>
      <a:tcStyle>
        <a:tcBdr>
          <a:left>
            <a:ln w="0" cmpd="sng">
              <a:solidFill>
                <a:schemeClr val="lt1"/>
              </a:solidFill>
            </a:ln>
          </a:left>
          <a:right>
            <a:ln w="0" cmpd="sng">
              <a:solidFill>
                <a:schemeClr val="lt1"/>
              </a:solidFill>
            </a:ln>
          </a:right>
          <a:top>
            <a:ln w="0" cmpd="sng">
              <a:solidFill>
                <a:schemeClr val="lt1"/>
              </a:solidFill>
            </a:ln>
          </a:top>
          <a:bottom>
            <a:ln w="7000" cmpd="sng">
              <a:solidFill>
                <a:srgbClr val="E6E7F1"/>
              </a:solidFill>
            </a:ln>
          </a:bottom>
          <a:insideH>
            <a:ln w="7000" cmpd="sng">
              <a:solidFill>
                <a:srgbClr val="E6E7F1"/>
              </a:solidFill>
            </a:ln>
          </a:insideH>
          <a:insideV>
            <a:ln w="0" cmpd="sng">
              <a:solidFill>
                <a:schemeClr val="lt1"/>
              </a:solidFill>
            </a:ln>
          </a:insideV>
        </a:tcBdr>
        <a:fill>
          <a:solidFill>
            <a:schemeClr val="accent4">
              <a:alpha val="0"/>
            </a:schemeClr>
          </a:solidFill>
        </a:fill>
      </a:tcStyle>
    </a:wholeTbl>
    <a:band1H>
      <a:tcStyle>
        <a:tcBdr/>
        <a:fill>
          <a:solidFill>
            <a:schemeClr val="accent4">
              <a:alpha val="0"/>
            </a:schemeClr>
          </a:solidFill>
        </a:fill>
      </a:tcStyle>
    </a:band1H>
    <a:band2H>
      <a:tcStyle>
        <a:tcBdr/>
        <a:fill>
          <a:solidFill>
            <a:schemeClr val="accent4">
              <a:alpha val="0"/>
            </a:schemeClr>
          </a:solidFill>
        </a:fill>
      </a:tcStyle>
    </a:band2H>
    <a:band1V>
      <a:tcStyle>
        <a:tcBdr/>
        <a:fill>
          <a:solidFill>
            <a:schemeClr val="accent1">
              <a:alpha val="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insideV>
            <a:ln w="7000" cmpd="sng">
              <a:solidFill>
                <a:schemeClr val="lt1"/>
              </a:solidFill>
            </a:ln>
          </a:insideV>
        </a:tcBdr>
        <a:fill>
          <a:solidFill>
            <a:schemeClr val="accent1"/>
          </a:solidFill>
        </a:fill>
      </a:tcStyle>
    </a:lastRow>
    <a:firstRow>
      <a:tcTxStyle b="on">
        <a:fontRef idx="minor">
          <a:srgbClr val="00D15F"/>
        </a:fontRef>
        <a:srgbClr val="00D15F"/>
      </a:tcTxStyle>
      <a:tcStyle>
        <a:tcBdr>
          <a:bottom>
            <a:ln w="10500" cmpd="sng">
              <a:solidFill>
                <a:srgbClr val="00D15F"/>
              </a:solidFill>
            </a:ln>
          </a:bottom>
          <a:insideV>
            <a:ln w="0" cmpd="sng">
              <a:solidFill>
                <a:srgbClr val="005C37"/>
              </a:solidFill>
            </a:ln>
          </a:insideV>
        </a:tcBdr>
        <a:fill>
          <a:solidFill>
            <a:schemeClr val="accent1">
              <a:alpha val="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rgbClr val="505861"/>
        </a:fontRef>
        <a:srgbClr val="505861"/>
      </a:tcTxStyle>
      <a:tcStyle>
        <a:tcBdr>
          <a:left>
            <a:ln w="0" cmpd="sng">
              <a:solidFill>
                <a:schemeClr val="lt1"/>
              </a:solidFill>
            </a:ln>
          </a:left>
          <a:right>
            <a:ln w="0" cmpd="sng">
              <a:solidFill>
                <a:schemeClr val="lt1"/>
              </a:solidFill>
            </a:ln>
          </a:right>
          <a:top>
            <a:ln w="0" cmpd="sng">
              <a:solidFill>
                <a:schemeClr val="lt1"/>
              </a:solidFill>
            </a:ln>
          </a:top>
          <a:bottom>
            <a:ln w="7000" cmpd="sng">
              <a:solidFill>
                <a:srgbClr val="E6E7F1"/>
              </a:solidFill>
            </a:ln>
          </a:bottom>
          <a:insideH>
            <a:ln w="7000" cmpd="sng">
              <a:solidFill>
                <a:srgbClr val="E6E7F1"/>
              </a:solidFill>
            </a:ln>
          </a:insideH>
          <a:insideV>
            <a:ln w="0" cmpd="sng">
              <a:solidFill>
                <a:schemeClr val="lt1"/>
              </a:solidFill>
            </a:ln>
          </a:insideV>
        </a:tcBdr>
        <a:fill>
          <a:solidFill>
            <a:schemeClr val="accent4">
              <a:alpha val="0"/>
            </a:schemeClr>
          </a:solidFill>
        </a:fill>
      </a:tcStyle>
    </a:wholeTbl>
    <a:band1H>
      <a:tcStyle>
        <a:tcBdr/>
        <a:fill>
          <a:solidFill>
            <a:schemeClr val="accent4">
              <a:alpha val="0"/>
            </a:schemeClr>
          </a:solidFill>
        </a:fill>
      </a:tcStyle>
    </a:band1H>
    <a:band2H>
      <a:tcStyle>
        <a:tcBdr/>
        <a:fill>
          <a:solidFill>
            <a:schemeClr val="accent4">
              <a:alpha val="0"/>
            </a:schemeClr>
          </a:solidFill>
        </a:fill>
      </a:tcStyle>
    </a:band2H>
    <a:band1V>
      <a:tcStyle>
        <a:tcBdr/>
        <a:fill>
          <a:solidFill>
            <a:schemeClr val="accent1">
              <a:alpha val="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insideV>
            <a:ln w="7000" cmpd="sng">
              <a:solidFill>
                <a:schemeClr val="lt1"/>
              </a:solidFill>
            </a:ln>
          </a:insideV>
        </a:tcBdr>
        <a:fill>
          <a:solidFill>
            <a:schemeClr val="accent1"/>
          </a:solidFill>
        </a:fill>
      </a:tcStyle>
    </a:lastRow>
    <a:firstRow>
      <a:tcTxStyle b="on">
        <a:fontRef idx="minor">
          <a:srgbClr val="8E71F4"/>
        </a:fontRef>
        <a:srgbClr val="8E71F4"/>
      </a:tcTxStyle>
      <a:tcStyle>
        <a:tcBdr>
          <a:bottom>
            <a:ln w="10500" cmpd="sng">
              <a:solidFill>
                <a:srgbClr val="8E71F4"/>
              </a:solidFill>
            </a:ln>
          </a:bottom>
          <a:insideV>
            <a:ln w="0" cmpd="sng">
              <a:solidFill>
                <a:srgbClr val="005C37"/>
              </a:solidFill>
            </a:ln>
          </a:insideV>
        </a:tcBdr>
        <a:fill>
          <a:solidFill>
            <a:schemeClr val="accent1">
              <a:alpha val="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View">
  <p:normalViewPr>
    <p:restoredLeft sz="13238"/>
    <p:restoredTop sz="94682"/>
  </p:normalViewPr>
  <p:slideViewPr>
    <p:cSldViewPr snapToGrid="0">
      <p:cViewPr>
        <p:scale>
          <a:sx n="93" d="100"/>
          <a:sy n="93" d="100"/>
        </p:scale>
        <p:origin x="1608"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tags" Target="tags/tag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E5FB8B-0990-501F-CBDA-8289ADEB90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ES Build Neutral" pitchFamily="2" charset="77"/>
            </a:endParaRPr>
          </a:p>
        </p:txBody>
      </p:sp>
      <p:sp>
        <p:nvSpPr>
          <p:cNvPr id="3" name="Date Placeholder 2">
            <a:extLst>
              <a:ext uri="{FF2B5EF4-FFF2-40B4-BE49-F238E27FC236}">
                <a16:creationId xmlns:a16="http://schemas.microsoft.com/office/drawing/2014/main" id="{C877E847-83A8-2B69-E0E8-3F504C182B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908D62-93BB-489A-8F92-534C2AF6AC1C}" type="datetimeFigureOut">
              <a:rPr lang="en-US" smtClean="0">
                <a:latin typeface="ES Build Neutral" pitchFamily="2" charset="77"/>
              </a:rPr>
              <a:t>7/14/26</a:t>
            </a:fld>
            <a:endParaRPr lang="en-US">
              <a:latin typeface="ES Build Neutral" pitchFamily="2" charset="77"/>
            </a:endParaRPr>
          </a:p>
        </p:txBody>
      </p:sp>
      <p:sp>
        <p:nvSpPr>
          <p:cNvPr id="4" name="Footer Placeholder 3">
            <a:extLst>
              <a:ext uri="{FF2B5EF4-FFF2-40B4-BE49-F238E27FC236}">
                <a16:creationId xmlns:a16="http://schemas.microsoft.com/office/drawing/2014/main" id="{8EF2CA24-2FA5-DD34-7905-7CBA9F3839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ES Build Neutral" pitchFamily="2" charset="77"/>
            </a:endParaRPr>
          </a:p>
        </p:txBody>
      </p:sp>
      <p:sp>
        <p:nvSpPr>
          <p:cNvPr id="5" name="Slide Number Placeholder 4">
            <a:extLst>
              <a:ext uri="{FF2B5EF4-FFF2-40B4-BE49-F238E27FC236}">
                <a16:creationId xmlns:a16="http://schemas.microsoft.com/office/drawing/2014/main" id="{59147AAB-FBD8-3417-7333-7DD68E445A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C3182C0-81F9-45AC-A139-9D56FEA8E9F0}" type="slidenum">
              <a:rPr lang="en-US" smtClean="0">
                <a:latin typeface="ES Build Neutral" pitchFamily="2" charset="77"/>
              </a:rPr>
              <a:t>‹#›</a:t>
            </a:fld>
            <a:endParaRPr lang="en-US">
              <a:latin typeface="ES Build Neutral" pitchFamily="2" charset="77"/>
            </a:endParaRPr>
          </a:p>
        </p:txBody>
      </p:sp>
    </p:spTree>
    <p:extLst>
      <p:ext uri="{BB962C8B-B14F-4D97-AF65-F5344CB8AC3E}">
        <p14:creationId xmlns:p14="http://schemas.microsoft.com/office/powerpoint/2010/main" val="410728997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ES Build Neutral"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ES Build Neutral" pitchFamily="2" charset="77"/>
              </a:defRPr>
            </a:lvl1pPr>
          </a:lstStyle>
          <a:p>
            <a:fld id="{04FECDBD-7113-A144-A72E-4C1FC98DD220}" type="datetimeFigureOut">
              <a:rPr lang="en-US" smtClean="0"/>
              <a:pPr/>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ES Build Neutral"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ES Build Neutral" pitchFamily="2" charset="77"/>
              </a:defRPr>
            </a:lvl1pPr>
          </a:lstStyle>
          <a:p>
            <a:fld id="{A2D206B4-D7FF-F742-9988-8286DC6B11DB}" type="slidenum">
              <a:rPr lang="en-US" smtClean="0"/>
              <a:pPr/>
              <a:t>‹#›</a:t>
            </a:fld>
            <a:endParaRPr lang="en-US"/>
          </a:p>
        </p:txBody>
      </p:sp>
    </p:spTree>
    <p:extLst>
      <p:ext uri="{BB962C8B-B14F-4D97-AF65-F5344CB8AC3E}">
        <p14:creationId xmlns:p14="http://schemas.microsoft.com/office/powerpoint/2010/main" val="39795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ES Build Neutral" pitchFamily="2" charset="77"/>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1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9.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Dark 1">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E03F406D-75B3-17DC-CE66-A46B032C815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
                    </a14:imgEffect>
                  </a14:imgLayer>
                </a14:imgProps>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4CDB086E-9F87-4B33-D62C-A31BB4E5473B}"/>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8" name="Subtitle 2">
            <a:extLst>
              <a:ext uri="{FF2B5EF4-FFF2-40B4-BE49-F238E27FC236}">
                <a16:creationId xmlns:a16="http://schemas.microsoft.com/office/drawing/2014/main" id="{CF42BD3E-E39E-7A26-D12A-C298830544AD}"/>
              </a:ext>
            </a:extLst>
          </p:cNvPr>
          <p:cNvSpPr>
            <a:spLocks noGrp="1"/>
          </p:cNvSpPr>
          <p:nvPr>
            <p:ph type="subTitle" idx="1"/>
          </p:nvPr>
        </p:nvSpPr>
        <p:spPr>
          <a:xfrm>
            <a:off x="793751" y="4186771"/>
            <a:ext cx="8502649" cy="487705"/>
          </a:xfrm>
        </p:spPr>
        <p:txBody>
          <a:bodyPr/>
          <a:lstStyle>
            <a:lvl1pPr marL="0" indent="0" algn="l">
              <a:buNone/>
              <a:defRPr sz="2400" b="0" i="0">
                <a:solidFill>
                  <a:schemeClr val="accent2">
                    <a:lumMod val="60000"/>
                    <a:lumOff val="40000"/>
                  </a:schemeClr>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Text Placeholder 16">
            <a:extLst>
              <a:ext uri="{FF2B5EF4-FFF2-40B4-BE49-F238E27FC236}">
                <a16:creationId xmlns:a16="http://schemas.microsoft.com/office/drawing/2014/main" id="{FAE751CD-EF2C-3A61-EE9B-1DF1A1E8E9CC}"/>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6" name="Picture Placeholder 22">
            <a:extLst>
              <a:ext uri="{FF2B5EF4-FFF2-40B4-BE49-F238E27FC236}">
                <a16:creationId xmlns:a16="http://schemas.microsoft.com/office/drawing/2014/main" id="{57109EE7-7309-7DBE-3CB2-28C0D1D8BFA0}"/>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grpSp>
        <p:nvGrpSpPr>
          <p:cNvPr id="3" name="Graphic 8">
            <a:extLst>
              <a:ext uri="{FF2B5EF4-FFF2-40B4-BE49-F238E27FC236}">
                <a16:creationId xmlns:a16="http://schemas.microsoft.com/office/drawing/2014/main" id="{BFC15B5A-AB24-515C-F6C9-94C1D4A51797}"/>
              </a:ext>
            </a:extLst>
          </p:cNvPr>
          <p:cNvGrpSpPr/>
          <p:nvPr userDrawn="1"/>
        </p:nvGrpSpPr>
        <p:grpSpPr>
          <a:xfrm>
            <a:off x="782097" y="517392"/>
            <a:ext cx="1325503" cy="396622"/>
            <a:chOff x="689187" y="517392"/>
            <a:chExt cx="1325503" cy="396622"/>
          </a:xfrm>
        </p:grpSpPr>
        <p:sp>
          <p:nvSpPr>
            <p:cNvPr id="11" name="Freeform 10">
              <a:extLst>
                <a:ext uri="{FF2B5EF4-FFF2-40B4-BE49-F238E27FC236}">
                  <a16:creationId xmlns:a16="http://schemas.microsoft.com/office/drawing/2014/main" id="{8865BE27-CEDC-08B3-B2FB-DF586E225D5A}"/>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2" name="Graphic 8">
              <a:extLst>
                <a:ext uri="{FF2B5EF4-FFF2-40B4-BE49-F238E27FC236}">
                  <a16:creationId xmlns:a16="http://schemas.microsoft.com/office/drawing/2014/main" id="{213EEA82-17CD-CDBE-BCAA-F1C5E22A9206}"/>
                </a:ext>
              </a:extLst>
            </p:cNvPr>
            <p:cNvGrpSpPr/>
            <p:nvPr/>
          </p:nvGrpSpPr>
          <p:grpSpPr>
            <a:xfrm>
              <a:off x="783659" y="616135"/>
              <a:ext cx="1112528" cy="199137"/>
              <a:chOff x="783659" y="616135"/>
              <a:chExt cx="1112528" cy="199137"/>
            </a:xfrm>
            <a:solidFill>
              <a:srgbClr val="FFFFFF"/>
            </a:solidFill>
          </p:grpSpPr>
          <p:sp>
            <p:nvSpPr>
              <p:cNvPr id="15" name="Freeform 14">
                <a:extLst>
                  <a:ext uri="{FF2B5EF4-FFF2-40B4-BE49-F238E27FC236}">
                    <a16:creationId xmlns:a16="http://schemas.microsoft.com/office/drawing/2014/main" id="{2A811F01-8B45-056A-A785-5DA529127B52}"/>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17" name="Freeform 16">
                <a:extLst>
                  <a:ext uri="{FF2B5EF4-FFF2-40B4-BE49-F238E27FC236}">
                    <a16:creationId xmlns:a16="http://schemas.microsoft.com/office/drawing/2014/main" id="{9313AABD-2E39-A24E-852C-9C9F54DC864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9" name="Freeform 18">
                <a:extLst>
                  <a:ext uri="{FF2B5EF4-FFF2-40B4-BE49-F238E27FC236}">
                    <a16:creationId xmlns:a16="http://schemas.microsoft.com/office/drawing/2014/main" id="{E30E6F64-F735-19EC-9E44-03DFCDB0955C}"/>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A07D8C-B493-6AD8-8F1E-34245BB007B9}"/>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4" name="Freeform 23">
                <a:extLst>
                  <a:ext uri="{FF2B5EF4-FFF2-40B4-BE49-F238E27FC236}">
                    <a16:creationId xmlns:a16="http://schemas.microsoft.com/office/drawing/2014/main" id="{03B17C65-887E-BEEC-E0B1-0FD767300330}"/>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7" name="Text Placeholder 16">
            <a:extLst>
              <a:ext uri="{FF2B5EF4-FFF2-40B4-BE49-F238E27FC236}">
                <a16:creationId xmlns:a16="http://schemas.microsoft.com/office/drawing/2014/main" id="{9C3CAB29-1CBE-F6B2-3865-11ADC569121E}"/>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9" name="Picture Placeholder 22">
            <a:extLst>
              <a:ext uri="{FF2B5EF4-FFF2-40B4-BE49-F238E27FC236}">
                <a16:creationId xmlns:a16="http://schemas.microsoft.com/office/drawing/2014/main" id="{73E7EE72-D12B-ED6E-1D7E-13181B506027}"/>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4" name="Text Placeholder 3">
            <a:extLst>
              <a:ext uri="{FF2B5EF4-FFF2-40B4-BE49-F238E27FC236}">
                <a16:creationId xmlns:a16="http://schemas.microsoft.com/office/drawing/2014/main" id="{650C02E2-0C1E-3CFA-FE4D-AD682B8C4850}"/>
              </a:ext>
            </a:extLst>
          </p:cNvPr>
          <p:cNvSpPr>
            <a:spLocks noGrp="1"/>
          </p:cNvSpPr>
          <p:nvPr>
            <p:ph type="body" sz="quarter" idx="21"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13" name="Text Placeholder 3">
            <a:extLst>
              <a:ext uri="{FF2B5EF4-FFF2-40B4-BE49-F238E27FC236}">
                <a16:creationId xmlns:a16="http://schemas.microsoft.com/office/drawing/2014/main" id="{89ED88CB-C91C-A5E6-816B-FE2CDEB324CE}"/>
              </a:ext>
            </a:extLst>
          </p:cNvPr>
          <p:cNvSpPr>
            <a:spLocks noGrp="1"/>
          </p:cNvSpPr>
          <p:nvPr>
            <p:ph type="body" sz="quarter" idx="22"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1723888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Dark 2">
    <p:bg>
      <p:bgPr>
        <a:solidFill>
          <a:schemeClr val="bg1"/>
        </a:solidFill>
        <a:effectLst/>
      </p:bgPr>
    </p:bg>
    <p:spTree>
      <p:nvGrpSpPr>
        <p:cNvPr id="1" name=""/>
        <p:cNvGrpSpPr/>
        <p:nvPr/>
      </p:nvGrpSpPr>
      <p:grpSpPr>
        <a:xfrm>
          <a:off x="0" y="0"/>
          <a:ext cx="0" cy="0"/>
          <a:chOff x="0" y="0"/>
          <a:chExt cx="0" cy="0"/>
        </a:xfrm>
      </p:grpSpPr>
      <p:pic>
        <p:nvPicPr>
          <p:cNvPr id="9" name="Picture 8" descr="A blue and green gradient background&#10;&#10;Description automatically generated">
            <a:extLst>
              <a:ext uri="{FF2B5EF4-FFF2-40B4-BE49-F238E27FC236}">
                <a16:creationId xmlns:a16="http://schemas.microsoft.com/office/drawing/2014/main" id="{70D2BFA6-B319-EA89-B2B8-CCE4BA28C14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4" name="Rectangle 23">
            <a:extLst>
              <a:ext uri="{FF2B5EF4-FFF2-40B4-BE49-F238E27FC236}">
                <a16:creationId xmlns:a16="http://schemas.microsoft.com/office/drawing/2014/main" id="{B01F9B9C-F7FA-80CC-2D63-3366251A7305}"/>
              </a:ext>
            </a:extLst>
          </p:cNvPr>
          <p:cNvSpPr/>
          <p:nvPr userDrawn="1"/>
        </p:nvSpPr>
        <p:spPr>
          <a:xfrm>
            <a:off x="0" y="2692772"/>
            <a:ext cx="12192000" cy="4196443"/>
          </a:xfrm>
          <a:prstGeom prst="rect">
            <a:avLst/>
          </a:prstGeom>
          <a:gradFill flip="none" rotWithShape="1">
            <a:gsLst>
              <a:gs pos="39000">
                <a:schemeClr val="accent2">
                  <a:lumMod val="60000"/>
                  <a:lumOff val="40000"/>
                  <a:alpha val="0"/>
                </a:schemeClr>
              </a:gs>
              <a:gs pos="100000">
                <a:srgbClr val="0127AF">
                  <a:alpha val="7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6" name="Title 1">
            <a:extLst>
              <a:ext uri="{FF2B5EF4-FFF2-40B4-BE49-F238E27FC236}">
                <a16:creationId xmlns:a16="http://schemas.microsoft.com/office/drawing/2014/main" id="{965AF8F1-72AC-8700-B067-742B4267CCFD}"/>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8" name="Subtitle 2">
            <a:extLst>
              <a:ext uri="{FF2B5EF4-FFF2-40B4-BE49-F238E27FC236}">
                <a16:creationId xmlns:a16="http://schemas.microsoft.com/office/drawing/2014/main" id="{F746095E-1EE5-435C-A26A-8A9CF14C899F}"/>
              </a:ext>
            </a:extLst>
          </p:cNvPr>
          <p:cNvSpPr>
            <a:spLocks noGrp="1"/>
          </p:cNvSpPr>
          <p:nvPr>
            <p:ph type="subTitle" idx="1"/>
          </p:nvPr>
        </p:nvSpPr>
        <p:spPr>
          <a:xfrm>
            <a:off x="793751" y="4186771"/>
            <a:ext cx="8502649" cy="487705"/>
          </a:xfrm>
        </p:spPr>
        <p:txBody>
          <a:bodyPr/>
          <a:lstStyle>
            <a:lvl1pPr marL="0" indent="0" algn="l">
              <a:buNone/>
              <a:defRPr sz="2400" b="0" i="0">
                <a:solidFill>
                  <a:schemeClr val="bg1"/>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7" name="Text Placeholder 16">
            <a:extLst>
              <a:ext uri="{FF2B5EF4-FFF2-40B4-BE49-F238E27FC236}">
                <a16:creationId xmlns:a16="http://schemas.microsoft.com/office/drawing/2014/main" id="{67F5482D-0415-7045-3C06-44633FFBE847}"/>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0" name="Picture Placeholder 22">
            <a:extLst>
              <a:ext uri="{FF2B5EF4-FFF2-40B4-BE49-F238E27FC236}">
                <a16:creationId xmlns:a16="http://schemas.microsoft.com/office/drawing/2014/main" id="{FBEA43A2-6CD5-333D-99DC-200A67D02016}"/>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2" name="Text Placeholder 16">
            <a:extLst>
              <a:ext uri="{FF2B5EF4-FFF2-40B4-BE49-F238E27FC236}">
                <a16:creationId xmlns:a16="http://schemas.microsoft.com/office/drawing/2014/main" id="{C8180D43-F7F4-7089-0791-2C8577CC951D}"/>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3" name="Picture Placeholder 22">
            <a:extLst>
              <a:ext uri="{FF2B5EF4-FFF2-40B4-BE49-F238E27FC236}">
                <a16:creationId xmlns:a16="http://schemas.microsoft.com/office/drawing/2014/main" id="{4E0C4564-88D6-B63C-AEAB-D384E7E5AF62}"/>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2" name="Text Placeholder 3">
            <a:extLst>
              <a:ext uri="{FF2B5EF4-FFF2-40B4-BE49-F238E27FC236}">
                <a16:creationId xmlns:a16="http://schemas.microsoft.com/office/drawing/2014/main" id="{324E9B0A-D768-5619-C7DB-3EB519B133F4}"/>
              </a:ext>
            </a:extLst>
          </p:cNvPr>
          <p:cNvSpPr>
            <a:spLocks noGrp="1"/>
          </p:cNvSpPr>
          <p:nvPr>
            <p:ph type="body" sz="quarter" idx="21"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3" name="Text Placeholder 3">
            <a:extLst>
              <a:ext uri="{FF2B5EF4-FFF2-40B4-BE49-F238E27FC236}">
                <a16:creationId xmlns:a16="http://schemas.microsoft.com/office/drawing/2014/main" id="{B9F4AF52-D236-C95A-6618-83CF4342FA09}"/>
              </a:ext>
            </a:extLst>
          </p:cNvPr>
          <p:cNvSpPr>
            <a:spLocks noGrp="1"/>
          </p:cNvSpPr>
          <p:nvPr>
            <p:ph type="body" sz="quarter" idx="22"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3292864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Dark 3">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688DFB-15DB-9159-19E5-DF77AC5483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F746095E-1EE5-435C-A26A-8A9CF14C899F}"/>
              </a:ext>
            </a:extLst>
          </p:cNvPr>
          <p:cNvSpPr>
            <a:spLocks noGrp="1"/>
          </p:cNvSpPr>
          <p:nvPr>
            <p:ph type="subTitle" idx="1"/>
          </p:nvPr>
        </p:nvSpPr>
        <p:spPr>
          <a:xfrm>
            <a:off x="793751" y="4186771"/>
            <a:ext cx="8502649" cy="487705"/>
          </a:xfrm>
        </p:spPr>
        <p:txBody>
          <a:bodyPr/>
          <a:lstStyle>
            <a:lvl1pPr marL="0" indent="0" algn="l">
              <a:buNone/>
              <a:defRPr sz="2400" b="0" i="0">
                <a:solidFill>
                  <a:schemeClr val="accent2">
                    <a:lumMod val="60000"/>
                    <a:lumOff val="40000"/>
                  </a:schemeClr>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9" name="Text Placeholder 16">
            <a:extLst>
              <a:ext uri="{FF2B5EF4-FFF2-40B4-BE49-F238E27FC236}">
                <a16:creationId xmlns:a16="http://schemas.microsoft.com/office/drawing/2014/main" id="{923F9E6C-2757-75E3-DBFF-CFD2CA8B7A65}"/>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0" name="Picture Placeholder 22">
            <a:extLst>
              <a:ext uri="{FF2B5EF4-FFF2-40B4-BE49-F238E27FC236}">
                <a16:creationId xmlns:a16="http://schemas.microsoft.com/office/drawing/2014/main" id="{0670F24F-E4BF-3D48-D6FB-C8E1B03EC4C7}"/>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2" name="Text Placeholder 16">
            <a:extLst>
              <a:ext uri="{FF2B5EF4-FFF2-40B4-BE49-F238E27FC236}">
                <a16:creationId xmlns:a16="http://schemas.microsoft.com/office/drawing/2014/main" id="{9AA710D0-5D4A-FAA2-D639-E8E7CAB8FA85}"/>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3" name="Picture Placeholder 22">
            <a:extLst>
              <a:ext uri="{FF2B5EF4-FFF2-40B4-BE49-F238E27FC236}">
                <a16:creationId xmlns:a16="http://schemas.microsoft.com/office/drawing/2014/main" id="{FE96BACD-08EC-95EE-A40F-A80FAF04BE1E}"/>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2" name="Title 1">
            <a:extLst>
              <a:ext uri="{FF2B5EF4-FFF2-40B4-BE49-F238E27FC236}">
                <a16:creationId xmlns:a16="http://schemas.microsoft.com/office/drawing/2014/main" id="{4BB2BF47-197B-D3C2-EFC6-C6C65253B82B}"/>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3" name="Text Placeholder 3">
            <a:extLst>
              <a:ext uri="{FF2B5EF4-FFF2-40B4-BE49-F238E27FC236}">
                <a16:creationId xmlns:a16="http://schemas.microsoft.com/office/drawing/2014/main" id="{923B741F-CF54-0341-CEEF-39C3578B4C20}"/>
              </a:ext>
            </a:extLst>
          </p:cNvPr>
          <p:cNvSpPr>
            <a:spLocks noGrp="1"/>
          </p:cNvSpPr>
          <p:nvPr>
            <p:ph type="body" sz="quarter" idx="21"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5" name="Text Placeholder 3">
            <a:extLst>
              <a:ext uri="{FF2B5EF4-FFF2-40B4-BE49-F238E27FC236}">
                <a16:creationId xmlns:a16="http://schemas.microsoft.com/office/drawing/2014/main" id="{D39E3453-569F-7D78-A57B-0FC35B18B31F}"/>
              </a:ext>
            </a:extLst>
          </p:cNvPr>
          <p:cNvSpPr>
            <a:spLocks noGrp="1"/>
          </p:cNvSpPr>
          <p:nvPr>
            <p:ph type="body" sz="quarter" idx="22"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1625851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Dark 4">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FBFFB1-EA6F-5160-4EAD-7B5A58A5E54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F746095E-1EE5-435C-A26A-8A9CF14C899F}"/>
              </a:ext>
            </a:extLst>
          </p:cNvPr>
          <p:cNvSpPr>
            <a:spLocks noGrp="1"/>
          </p:cNvSpPr>
          <p:nvPr>
            <p:ph type="subTitle" idx="1"/>
          </p:nvPr>
        </p:nvSpPr>
        <p:spPr>
          <a:xfrm>
            <a:off x="793751" y="4186771"/>
            <a:ext cx="8502649" cy="487705"/>
          </a:xfrm>
        </p:spPr>
        <p:txBody>
          <a:bodyPr/>
          <a:lstStyle>
            <a:lvl1pPr marL="0" indent="0" algn="l">
              <a:buNone/>
              <a:defRPr sz="2400" b="0" i="0">
                <a:solidFill>
                  <a:schemeClr val="accent2">
                    <a:lumMod val="60000"/>
                    <a:lumOff val="40000"/>
                  </a:schemeClr>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9" name="Text Placeholder 16">
            <a:extLst>
              <a:ext uri="{FF2B5EF4-FFF2-40B4-BE49-F238E27FC236}">
                <a16:creationId xmlns:a16="http://schemas.microsoft.com/office/drawing/2014/main" id="{8E8CE6E7-61F2-4FF0-A960-91018AE788F9}"/>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0" name="Picture Placeholder 22">
            <a:extLst>
              <a:ext uri="{FF2B5EF4-FFF2-40B4-BE49-F238E27FC236}">
                <a16:creationId xmlns:a16="http://schemas.microsoft.com/office/drawing/2014/main" id="{163F706A-962D-1422-54D7-8116A849A95D}"/>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2" name="Text Placeholder 16">
            <a:extLst>
              <a:ext uri="{FF2B5EF4-FFF2-40B4-BE49-F238E27FC236}">
                <a16:creationId xmlns:a16="http://schemas.microsoft.com/office/drawing/2014/main" id="{3B109993-5A04-66BE-F174-C6ADDFC628F9}"/>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3" name="Picture Placeholder 22">
            <a:extLst>
              <a:ext uri="{FF2B5EF4-FFF2-40B4-BE49-F238E27FC236}">
                <a16:creationId xmlns:a16="http://schemas.microsoft.com/office/drawing/2014/main" id="{BE496794-A625-51E3-AA64-6E14D2595E8F}"/>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3" name="Title 1">
            <a:extLst>
              <a:ext uri="{FF2B5EF4-FFF2-40B4-BE49-F238E27FC236}">
                <a16:creationId xmlns:a16="http://schemas.microsoft.com/office/drawing/2014/main" id="{FB02E6BA-D402-796C-84EC-4F13F283B34B}"/>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4" name="Text Placeholder 3">
            <a:extLst>
              <a:ext uri="{FF2B5EF4-FFF2-40B4-BE49-F238E27FC236}">
                <a16:creationId xmlns:a16="http://schemas.microsoft.com/office/drawing/2014/main" id="{CA9D004F-B166-5B8B-C0F1-AD5CC626A955}"/>
              </a:ext>
            </a:extLst>
          </p:cNvPr>
          <p:cNvSpPr>
            <a:spLocks noGrp="1"/>
          </p:cNvSpPr>
          <p:nvPr>
            <p:ph type="body" sz="quarter" idx="21"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5" name="Text Placeholder 3">
            <a:extLst>
              <a:ext uri="{FF2B5EF4-FFF2-40B4-BE49-F238E27FC236}">
                <a16:creationId xmlns:a16="http://schemas.microsoft.com/office/drawing/2014/main" id="{52312C4E-80FA-D8C6-7D51-350859A7CAC8}"/>
              </a:ext>
            </a:extLst>
          </p:cNvPr>
          <p:cNvSpPr>
            <a:spLocks noGrp="1"/>
          </p:cNvSpPr>
          <p:nvPr>
            <p:ph type="body" sz="quarter" idx="22"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2067445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Dark 5">
    <p:bg>
      <p:bgPr>
        <a:solidFill>
          <a:schemeClr val="bg1"/>
        </a:solidFill>
        <a:effectLst/>
      </p:bgPr>
    </p:bg>
    <p:spTree>
      <p:nvGrpSpPr>
        <p:cNvPr id="1" name=""/>
        <p:cNvGrpSpPr/>
        <p:nvPr/>
      </p:nvGrpSpPr>
      <p:grpSpPr>
        <a:xfrm>
          <a:off x="0" y="0"/>
          <a:ext cx="0" cy="0"/>
          <a:chOff x="0" y="0"/>
          <a:chExt cx="0" cy="0"/>
        </a:xfrm>
      </p:grpSpPr>
      <p:pic>
        <p:nvPicPr>
          <p:cNvPr id="8" name="Picture 7" descr="A person and person working on a project&#10;&#10;Description automatically generated">
            <a:extLst>
              <a:ext uri="{FF2B5EF4-FFF2-40B4-BE49-F238E27FC236}">
                <a16:creationId xmlns:a16="http://schemas.microsoft.com/office/drawing/2014/main" id="{66015DD3-CF3C-653A-B289-8A44CD4AE0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DB53216-86C1-B549-1F60-EEC57FAFD999}"/>
              </a:ext>
            </a:extLst>
          </p:cNvPr>
          <p:cNvSpPr/>
          <p:nvPr userDrawn="1"/>
        </p:nvSpPr>
        <p:spPr>
          <a:xfrm>
            <a:off x="0" y="3069771"/>
            <a:ext cx="12192000" cy="3819444"/>
          </a:xfrm>
          <a:prstGeom prst="rect">
            <a:avLst/>
          </a:prstGeom>
          <a:gradFill flip="none" rotWithShape="1">
            <a:gsLst>
              <a:gs pos="39000">
                <a:schemeClr val="accent2">
                  <a:lumMod val="60000"/>
                  <a:lumOff val="40000"/>
                  <a:alpha val="0"/>
                </a:schemeClr>
              </a:gs>
              <a:gs pos="100000">
                <a:srgbClr val="0127AF">
                  <a:alpha val="7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10" name="Subtitle 2">
            <a:extLst>
              <a:ext uri="{FF2B5EF4-FFF2-40B4-BE49-F238E27FC236}">
                <a16:creationId xmlns:a16="http://schemas.microsoft.com/office/drawing/2014/main" id="{1565ADD8-401A-A38C-D3B9-F81F0FC93668}"/>
              </a:ext>
            </a:extLst>
          </p:cNvPr>
          <p:cNvSpPr>
            <a:spLocks noGrp="1"/>
          </p:cNvSpPr>
          <p:nvPr>
            <p:ph type="subTitle" idx="1"/>
          </p:nvPr>
        </p:nvSpPr>
        <p:spPr>
          <a:xfrm>
            <a:off x="793751" y="4186771"/>
            <a:ext cx="8502649" cy="487705"/>
          </a:xfrm>
        </p:spPr>
        <p:txBody>
          <a:bodyPr/>
          <a:lstStyle>
            <a:lvl1pPr marL="0" indent="0" algn="l">
              <a:buNone/>
              <a:defRPr sz="2400" b="0" i="0">
                <a:solidFill>
                  <a:schemeClr val="bg1"/>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aphic 8">
            <a:extLst>
              <a:ext uri="{FF2B5EF4-FFF2-40B4-BE49-F238E27FC236}">
                <a16:creationId xmlns:a16="http://schemas.microsoft.com/office/drawing/2014/main" id="{1F029CF2-CBAD-C1A7-7695-3E3944DE89F5}"/>
              </a:ext>
            </a:extLst>
          </p:cNvPr>
          <p:cNvGrpSpPr/>
          <p:nvPr userDrawn="1"/>
        </p:nvGrpSpPr>
        <p:grpSpPr>
          <a:xfrm>
            <a:off x="782097" y="517392"/>
            <a:ext cx="1325503" cy="396622"/>
            <a:chOff x="689187" y="517392"/>
            <a:chExt cx="1325503" cy="396622"/>
          </a:xfrm>
        </p:grpSpPr>
        <p:sp>
          <p:nvSpPr>
            <p:cNvPr id="17" name="Freeform 16">
              <a:extLst>
                <a:ext uri="{FF2B5EF4-FFF2-40B4-BE49-F238E27FC236}">
                  <a16:creationId xmlns:a16="http://schemas.microsoft.com/office/drawing/2014/main" id="{3905844C-2FDF-062E-9425-8E6C4B4E0BA2}"/>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9" name="Graphic 8">
              <a:extLst>
                <a:ext uri="{FF2B5EF4-FFF2-40B4-BE49-F238E27FC236}">
                  <a16:creationId xmlns:a16="http://schemas.microsoft.com/office/drawing/2014/main" id="{96FE4595-0A3E-BED7-953F-2C7C16867C14}"/>
                </a:ext>
              </a:extLst>
            </p:cNvPr>
            <p:cNvGrpSpPr/>
            <p:nvPr/>
          </p:nvGrpSpPr>
          <p:grpSpPr>
            <a:xfrm>
              <a:off x="783659" y="616135"/>
              <a:ext cx="1112528" cy="199137"/>
              <a:chOff x="783659" y="616135"/>
              <a:chExt cx="1112528" cy="199137"/>
            </a:xfrm>
            <a:solidFill>
              <a:srgbClr val="FFFFFF"/>
            </a:solidFill>
          </p:grpSpPr>
          <p:sp>
            <p:nvSpPr>
              <p:cNvPr id="20" name="Freeform 19">
                <a:extLst>
                  <a:ext uri="{FF2B5EF4-FFF2-40B4-BE49-F238E27FC236}">
                    <a16:creationId xmlns:a16="http://schemas.microsoft.com/office/drawing/2014/main" id="{1CF66697-C548-4DF6-4A4A-9BA97A4DF166}"/>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CC9837E5-E21E-DBC3-3FBF-97757D35DCB5}"/>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3F8456D8-C9C5-4B09-AC13-5FFB2D514F1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1500D6D0-98D6-1F3A-EB37-5EC689358486}"/>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4" name="Freeform 23">
                <a:extLst>
                  <a:ext uri="{FF2B5EF4-FFF2-40B4-BE49-F238E27FC236}">
                    <a16:creationId xmlns:a16="http://schemas.microsoft.com/office/drawing/2014/main" id="{0E7B2E87-6F81-FFE3-F71E-44FD7BA2505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7" name="Text Placeholder 16">
            <a:extLst>
              <a:ext uri="{FF2B5EF4-FFF2-40B4-BE49-F238E27FC236}">
                <a16:creationId xmlns:a16="http://schemas.microsoft.com/office/drawing/2014/main" id="{E6216836-3DC0-B942-3F5F-816AF9CD95A9}"/>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1" name="Picture Placeholder 22">
            <a:extLst>
              <a:ext uri="{FF2B5EF4-FFF2-40B4-BE49-F238E27FC236}">
                <a16:creationId xmlns:a16="http://schemas.microsoft.com/office/drawing/2014/main" id="{5B58F76E-3C18-2DB0-8F23-4C4F14B3194A}"/>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3" name="Text Placeholder 16">
            <a:extLst>
              <a:ext uri="{FF2B5EF4-FFF2-40B4-BE49-F238E27FC236}">
                <a16:creationId xmlns:a16="http://schemas.microsoft.com/office/drawing/2014/main" id="{B3A882C7-4F41-1800-DCE3-2F05DA5C7BCE}"/>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4" name="Picture Placeholder 22">
            <a:extLst>
              <a:ext uri="{FF2B5EF4-FFF2-40B4-BE49-F238E27FC236}">
                <a16:creationId xmlns:a16="http://schemas.microsoft.com/office/drawing/2014/main" id="{5BFFE7FF-88A5-0605-D674-43C6BF217703}"/>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3" name="Title 1">
            <a:extLst>
              <a:ext uri="{FF2B5EF4-FFF2-40B4-BE49-F238E27FC236}">
                <a16:creationId xmlns:a16="http://schemas.microsoft.com/office/drawing/2014/main" id="{74472AA5-273E-A76F-D568-5C5594E62000}"/>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2" name="Text Placeholder 3">
            <a:extLst>
              <a:ext uri="{FF2B5EF4-FFF2-40B4-BE49-F238E27FC236}">
                <a16:creationId xmlns:a16="http://schemas.microsoft.com/office/drawing/2014/main" id="{5209CD66-2C23-0FA7-B051-C18397962F5F}"/>
              </a:ext>
            </a:extLst>
          </p:cNvPr>
          <p:cNvSpPr>
            <a:spLocks noGrp="1"/>
          </p:cNvSpPr>
          <p:nvPr>
            <p:ph type="body" sz="quarter" idx="21"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4" name="Text Placeholder 3">
            <a:extLst>
              <a:ext uri="{FF2B5EF4-FFF2-40B4-BE49-F238E27FC236}">
                <a16:creationId xmlns:a16="http://schemas.microsoft.com/office/drawing/2014/main" id="{B09BBDC4-7149-C5C6-44D0-5D0BAD74E313}"/>
              </a:ext>
            </a:extLst>
          </p:cNvPr>
          <p:cNvSpPr>
            <a:spLocks noGrp="1"/>
          </p:cNvSpPr>
          <p:nvPr>
            <p:ph type="body" sz="quarter" idx="22"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2910221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Dark 6">
    <p:bg>
      <p:bgPr>
        <a:solidFill>
          <a:schemeClr val="bg1"/>
        </a:solidFill>
        <a:effectLst/>
      </p:bgPr>
    </p:bg>
    <p:spTree>
      <p:nvGrpSpPr>
        <p:cNvPr id="1" name=""/>
        <p:cNvGrpSpPr/>
        <p:nvPr/>
      </p:nvGrpSpPr>
      <p:grpSpPr>
        <a:xfrm>
          <a:off x="0" y="0"/>
          <a:ext cx="0" cy="0"/>
          <a:chOff x="0" y="0"/>
          <a:chExt cx="0" cy="0"/>
        </a:xfrm>
      </p:grpSpPr>
      <p:pic>
        <p:nvPicPr>
          <p:cNvPr id="9" name="Picture 8" descr="A blue and green gradient with a white triangle&#10;&#10;Description automatically generated">
            <a:extLst>
              <a:ext uri="{FF2B5EF4-FFF2-40B4-BE49-F238E27FC236}">
                <a16:creationId xmlns:a16="http://schemas.microsoft.com/office/drawing/2014/main" id="{01914A4F-3C5B-EDE2-EFA8-01658F147C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5" name="Picture Placeholder 24">
            <a:extLst>
              <a:ext uri="{FF2B5EF4-FFF2-40B4-BE49-F238E27FC236}">
                <a16:creationId xmlns:a16="http://schemas.microsoft.com/office/drawing/2014/main" id="{99B31B46-AC9C-D2F3-F312-BAB4BBAADD7C}"/>
              </a:ext>
            </a:extLst>
          </p:cNvPr>
          <p:cNvSpPr>
            <a:spLocks noGrp="1"/>
          </p:cNvSpPr>
          <p:nvPr>
            <p:ph type="pic" sz="quarter" idx="18" hasCustomPrompt="1"/>
          </p:nvPr>
        </p:nvSpPr>
        <p:spPr>
          <a:xfrm>
            <a:off x="3181082" y="1"/>
            <a:ext cx="9010918" cy="5794818"/>
          </a:xfrm>
          <a:custGeom>
            <a:avLst/>
            <a:gdLst>
              <a:gd name="csX0" fmla="*/ 0 w 8970278"/>
              <a:gd name="csY0" fmla="*/ 0 h 5781103"/>
              <a:gd name="csX1" fmla="*/ 8970278 w 8970278"/>
              <a:gd name="csY1" fmla="*/ 0 h 5781103"/>
              <a:gd name="csX2" fmla="*/ 8970278 w 8970278"/>
              <a:gd name="csY2" fmla="*/ 3026413 h 5781103"/>
              <a:gd name="csX3" fmla="*/ 6369204 w 8970278"/>
              <a:gd name="csY3" fmla="*/ 5627488 h 5781103"/>
              <a:gd name="csX4" fmla="*/ 5627486 w 8970278"/>
              <a:gd name="csY4" fmla="*/ 5627488 h 5781103"/>
            </a:gdLst>
            <a:ahLst/>
            <a:cxnLst>
              <a:cxn ang="0">
                <a:pos x="csX0" y="csY0"/>
              </a:cxn>
              <a:cxn ang="0">
                <a:pos x="csX1" y="csY1"/>
              </a:cxn>
              <a:cxn ang="0">
                <a:pos x="csX2" y="csY2"/>
              </a:cxn>
              <a:cxn ang="0">
                <a:pos x="csX3" y="csY3"/>
              </a:cxn>
              <a:cxn ang="0">
                <a:pos x="csX4" y="csY4"/>
              </a:cxn>
            </a:cxnLst>
            <a:rect l="l" t="t" r="r" b="b"/>
            <a:pathLst>
              <a:path w="8970278" h="5781103">
                <a:moveTo>
                  <a:pt x="0" y="0"/>
                </a:moveTo>
                <a:lnTo>
                  <a:pt x="8970278" y="0"/>
                </a:lnTo>
                <a:lnTo>
                  <a:pt x="8970278" y="3026413"/>
                </a:lnTo>
                <a:lnTo>
                  <a:pt x="6369204" y="5627488"/>
                </a:lnTo>
                <a:cubicBezTo>
                  <a:pt x="6164384" y="5832309"/>
                  <a:pt x="5832306" y="5832309"/>
                  <a:pt x="5627486" y="5627488"/>
                </a:cubicBezTo>
                <a:close/>
              </a:path>
            </a:pathLst>
          </a:custGeom>
          <a:solidFill>
            <a:schemeClr val="bg1">
              <a:lumMod val="95000"/>
            </a:schemeClr>
          </a:solidFill>
        </p:spPr>
        <p:txBody>
          <a:bodyPr wrap="square">
            <a:noAutofit/>
          </a:bodyPr>
          <a:lstStyle>
            <a:lvl1pPr algn="ctr">
              <a:defRPr>
                <a:solidFill>
                  <a:schemeClr val="tx1">
                    <a:lumMod val="60000"/>
                    <a:lumOff val="40000"/>
                  </a:schemeClr>
                </a:solidFill>
              </a:defRPr>
            </a:lvl1pPr>
          </a:lstStyle>
          <a:p>
            <a:r>
              <a:rPr lang="en-GB"/>
              <a:t>Please add Veeam approved images</a:t>
            </a:r>
            <a:endParaRPr lang="en-US"/>
          </a:p>
        </p:txBody>
      </p:sp>
      <p:sp>
        <p:nvSpPr>
          <p:cNvPr id="6" name="Rectangle 5">
            <a:extLst>
              <a:ext uri="{FF2B5EF4-FFF2-40B4-BE49-F238E27FC236}">
                <a16:creationId xmlns:a16="http://schemas.microsoft.com/office/drawing/2014/main" id="{C598BE0A-7033-E5AD-E4C6-3EC0FFF191E8}"/>
              </a:ext>
            </a:extLst>
          </p:cNvPr>
          <p:cNvSpPr/>
          <p:nvPr userDrawn="1"/>
        </p:nvSpPr>
        <p:spPr>
          <a:xfrm>
            <a:off x="0" y="2692772"/>
            <a:ext cx="12192000" cy="4196443"/>
          </a:xfrm>
          <a:prstGeom prst="rect">
            <a:avLst/>
          </a:prstGeom>
          <a:gradFill flip="none" rotWithShape="1">
            <a:gsLst>
              <a:gs pos="39000">
                <a:schemeClr val="accent2">
                  <a:lumMod val="60000"/>
                  <a:lumOff val="40000"/>
                  <a:alpha val="0"/>
                </a:schemeClr>
              </a:gs>
              <a:gs pos="100000">
                <a:srgbClr val="0127AF">
                  <a:alpha val="7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a:solidFill>
                <a:schemeClr val="bg1"/>
              </a:solidFill>
              <a:latin typeface="ES Build" pitchFamily="50" charset="0"/>
              <a:cs typeface="Microsoft Sans Serif" panose="020B0604020202020204" pitchFamily="34" charset="0"/>
            </a:endParaRPr>
          </a:p>
        </p:txBody>
      </p:sp>
      <p:sp>
        <p:nvSpPr>
          <p:cNvPr id="10" name="Subtitle 2">
            <a:extLst>
              <a:ext uri="{FF2B5EF4-FFF2-40B4-BE49-F238E27FC236}">
                <a16:creationId xmlns:a16="http://schemas.microsoft.com/office/drawing/2014/main" id="{55C23D81-6AAB-502E-121E-465CA5756174}"/>
              </a:ext>
            </a:extLst>
          </p:cNvPr>
          <p:cNvSpPr>
            <a:spLocks noGrp="1"/>
          </p:cNvSpPr>
          <p:nvPr>
            <p:ph type="subTitle" idx="1"/>
          </p:nvPr>
        </p:nvSpPr>
        <p:spPr>
          <a:xfrm>
            <a:off x="793751" y="4186771"/>
            <a:ext cx="8502649" cy="487705"/>
          </a:xfrm>
        </p:spPr>
        <p:txBody>
          <a:bodyPr/>
          <a:lstStyle>
            <a:lvl1pPr marL="0" indent="0" algn="l">
              <a:buNone/>
              <a:defRPr sz="2400" b="0" i="0">
                <a:solidFill>
                  <a:schemeClr val="bg1"/>
                </a:solidFill>
                <a:latin typeface="ES Build" pitchFamily="2" charset="77"/>
                <a:ea typeface="ES Bui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aphic 8">
            <a:extLst>
              <a:ext uri="{FF2B5EF4-FFF2-40B4-BE49-F238E27FC236}">
                <a16:creationId xmlns:a16="http://schemas.microsoft.com/office/drawing/2014/main" id="{0BC721BA-C6F0-40D2-9478-175BC294BEED}"/>
              </a:ext>
            </a:extLst>
          </p:cNvPr>
          <p:cNvGrpSpPr/>
          <p:nvPr userDrawn="1"/>
        </p:nvGrpSpPr>
        <p:grpSpPr>
          <a:xfrm>
            <a:off x="782097" y="517392"/>
            <a:ext cx="1325503" cy="396622"/>
            <a:chOff x="689187" y="517392"/>
            <a:chExt cx="1325503" cy="396622"/>
          </a:xfrm>
        </p:grpSpPr>
        <p:sp>
          <p:nvSpPr>
            <p:cNvPr id="17" name="Freeform 16">
              <a:extLst>
                <a:ext uri="{FF2B5EF4-FFF2-40B4-BE49-F238E27FC236}">
                  <a16:creationId xmlns:a16="http://schemas.microsoft.com/office/drawing/2014/main" id="{131BB7E2-30D9-2B20-BE61-5BA1812380C6}"/>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9" name="Graphic 8">
              <a:extLst>
                <a:ext uri="{FF2B5EF4-FFF2-40B4-BE49-F238E27FC236}">
                  <a16:creationId xmlns:a16="http://schemas.microsoft.com/office/drawing/2014/main" id="{ED2233A2-6BB7-F864-58E5-7165B679D143}"/>
                </a:ext>
              </a:extLst>
            </p:cNvPr>
            <p:cNvGrpSpPr/>
            <p:nvPr/>
          </p:nvGrpSpPr>
          <p:grpSpPr>
            <a:xfrm>
              <a:off x="783659" y="616135"/>
              <a:ext cx="1112528" cy="199137"/>
              <a:chOff x="783659" y="616135"/>
              <a:chExt cx="1112528" cy="199137"/>
            </a:xfrm>
            <a:solidFill>
              <a:srgbClr val="FFFFFF"/>
            </a:solidFill>
          </p:grpSpPr>
          <p:sp>
            <p:nvSpPr>
              <p:cNvPr id="20" name="Freeform 19">
                <a:extLst>
                  <a:ext uri="{FF2B5EF4-FFF2-40B4-BE49-F238E27FC236}">
                    <a16:creationId xmlns:a16="http://schemas.microsoft.com/office/drawing/2014/main" id="{06202FA6-5531-42F4-1EC4-C12F5404691E}"/>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6A443B4D-5766-4D02-8977-885A15542F69}"/>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DA148584-2150-D922-0AEE-93A3A75C4D8F}"/>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EC88BD49-9E1C-953B-54DF-1B8449615220}"/>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4" name="Freeform 23">
                <a:extLst>
                  <a:ext uri="{FF2B5EF4-FFF2-40B4-BE49-F238E27FC236}">
                    <a16:creationId xmlns:a16="http://schemas.microsoft.com/office/drawing/2014/main" id="{2C81D107-BB41-3C32-69B9-FE6AF4BD1463}"/>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7" name="Text Placeholder 16">
            <a:extLst>
              <a:ext uri="{FF2B5EF4-FFF2-40B4-BE49-F238E27FC236}">
                <a16:creationId xmlns:a16="http://schemas.microsoft.com/office/drawing/2014/main" id="{E99744A2-078A-DC52-1790-80F821E513F8}"/>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chemeClr val="bg1"/>
                </a:solidFill>
                <a:latin typeface="ES Build "/>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1" name="Picture Placeholder 22">
            <a:extLst>
              <a:ext uri="{FF2B5EF4-FFF2-40B4-BE49-F238E27FC236}">
                <a16:creationId xmlns:a16="http://schemas.microsoft.com/office/drawing/2014/main" id="{9FAC0E1B-FD2B-4B63-0464-332AD4FEBD6A}"/>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3" name="Text Placeholder 16">
            <a:extLst>
              <a:ext uri="{FF2B5EF4-FFF2-40B4-BE49-F238E27FC236}">
                <a16:creationId xmlns:a16="http://schemas.microsoft.com/office/drawing/2014/main" id="{FA17F67C-5259-4059-5EAB-87372AFC3A4F}"/>
              </a:ext>
            </a:extLst>
          </p:cNvPr>
          <p:cNvSpPr>
            <a:spLocks noGrp="1"/>
          </p:cNvSpPr>
          <p:nvPr>
            <p:ph type="body" sz="quarter" idx="20" hasCustomPrompt="1"/>
          </p:nvPr>
        </p:nvSpPr>
        <p:spPr>
          <a:xfrm>
            <a:off x="6053267" y="5140383"/>
            <a:ext cx="2287857" cy="346017"/>
          </a:xfrm>
        </p:spPr>
        <p:txBody>
          <a:bodyPr>
            <a:noAutofit/>
          </a:bodyPr>
          <a:lstStyle>
            <a:lvl1pPr marL="0" indent="0">
              <a:lnSpc>
                <a:spcPct val="80000"/>
              </a:lnSpc>
              <a:buNone/>
              <a:defRPr sz="2400" b="0" i="0">
                <a:solidFill>
                  <a:schemeClr val="bg1"/>
                </a:solidFill>
                <a:latin typeface="ES Build "/>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4" name="Picture Placeholder 22">
            <a:extLst>
              <a:ext uri="{FF2B5EF4-FFF2-40B4-BE49-F238E27FC236}">
                <a16:creationId xmlns:a16="http://schemas.microsoft.com/office/drawing/2014/main" id="{B35351E5-D91B-86E8-691E-092AF250D7DB}"/>
              </a:ext>
            </a:extLst>
          </p:cNvPr>
          <p:cNvSpPr>
            <a:spLocks noGrp="1"/>
          </p:cNvSpPr>
          <p:nvPr>
            <p:ph type="pic" sz="quarter" idx="21"/>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2" name="Title 1">
            <a:extLst>
              <a:ext uri="{FF2B5EF4-FFF2-40B4-BE49-F238E27FC236}">
                <a16:creationId xmlns:a16="http://schemas.microsoft.com/office/drawing/2014/main" id="{8535C67C-4DA8-8546-7F62-4678976C72E1}"/>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chemeClr val="bg1"/>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5" name="Text Placeholder 3">
            <a:extLst>
              <a:ext uri="{FF2B5EF4-FFF2-40B4-BE49-F238E27FC236}">
                <a16:creationId xmlns:a16="http://schemas.microsoft.com/office/drawing/2014/main" id="{7544D057-55AE-1768-461A-4F7339130E03}"/>
              </a:ext>
            </a:extLst>
          </p:cNvPr>
          <p:cNvSpPr>
            <a:spLocks noGrp="1"/>
          </p:cNvSpPr>
          <p:nvPr>
            <p:ph type="body" sz="quarter" idx="22" hasCustomPrompt="1"/>
          </p:nvPr>
        </p:nvSpPr>
        <p:spPr>
          <a:xfrm>
            <a:off x="1766888" y="5616575"/>
            <a:ext cx="2287587" cy="265113"/>
          </a:xfrm>
        </p:spPr>
        <p:txBody>
          <a:bodyPr/>
          <a:lstStyle>
            <a:lvl1pPr>
              <a:defRPr sz="1600">
                <a:solidFill>
                  <a:schemeClr val="bg1"/>
                </a:solidFill>
              </a:defRPr>
            </a:lvl1pPr>
          </a:lstStyle>
          <a:p>
            <a:pPr lvl="0"/>
            <a:r>
              <a:rPr lang="en-US"/>
              <a:t>Title</a:t>
            </a:r>
            <a:endParaRPr lang="en-RO"/>
          </a:p>
        </p:txBody>
      </p:sp>
      <p:sp>
        <p:nvSpPr>
          <p:cNvPr id="8" name="Text Placeholder 3">
            <a:extLst>
              <a:ext uri="{FF2B5EF4-FFF2-40B4-BE49-F238E27FC236}">
                <a16:creationId xmlns:a16="http://schemas.microsoft.com/office/drawing/2014/main" id="{26DE908A-BF37-2A87-DE47-A0CA96014F54}"/>
              </a:ext>
            </a:extLst>
          </p:cNvPr>
          <p:cNvSpPr>
            <a:spLocks noGrp="1"/>
          </p:cNvSpPr>
          <p:nvPr>
            <p:ph type="body" sz="quarter" idx="23" hasCustomPrompt="1"/>
          </p:nvPr>
        </p:nvSpPr>
        <p:spPr>
          <a:xfrm>
            <a:off x="6053267" y="5616575"/>
            <a:ext cx="2287587" cy="265113"/>
          </a:xfrm>
        </p:spPr>
        <p:txBody>
          <a:bodyPr/>
          <a:lstStyle>
            <a:lvl1pPr>
              <a:defRPr sz="1600">
                <a:solidFill>
                  <a:schemeClr val="bg1"/>
                </a:solidFill>
              </a:defRPr>
            </a:lvl1pPr>
          </a:lstStyle>
          <a:p>
            <a:pPr lvl="0"/>
            <a:r>
              <a:rPr lang="en-US"/>
              <a:t>Title</a:t>
            </a:r>
            <a:endParaRPr lang="en-RO"/>
          </a:p>
        </p:txBody>
      </p:sp>
    </p:spTree>
    <p:extLst>
      <p:ext uri="{BB962C8B-B14F-4D97-AF65-F5344CB8AC3E}">
        <p14:creationId xmlns:p14="http://schemas.microsoft.com/office/powerpoint/2010/main" val="4220319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Light 1">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4E99F9D-F5E1-7941-003A-BC769476636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965AF8F1-72AC-8700-B067-742B4267CCFD}"/>
              </a:ext>
            </a:extLst>
          </p:cNvPr>
          <p:cNvSpPr>
            <a:spLocks noGrp="1"/>
          </p:cNvSpPr>
          <p:nvPr>
            <p:ph type="ctrTitle" hasCustomPrompt="1"/>
          </p:nvPr>
        </p:nvSpPr>
        <p:spPr>
          <a:xfrm>
            <a:off x="793751" y="1794329"/>
            <a:ext cx="8502649" cy="1866122"/>
          </a:xfrm>
        </p:spPr>
        <p:txBody>
          <a:bodyPr anchor="b">
            <a:normAutofit/>
          </a:bodyPr>
          <a:lstStyle>
            <a:lvl1pPr algn="l">
              <a:lnSpc>
                <a:spcPct val="85000"/>
              </a:lnSpc>
              <a:defRPr lang="en-US" sz="6600" b="1" i="0" kern="1200" spc="0" baseline="0" dirty="0">
                <a:solidFill>
                  <a:srgbClr val="002060"/>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8" name="Subtitle 2">
            <a:extLst>
              <a:ext uri="{FF2B5EF4-FFF2-40B4-BE49-F238E27FC236}">
                <a16:creationId xmlns:a16="http://schemas.microsoft.com/office/drawing/2014/main" id="{F746095E-1EE5-435C-A26A-8A9CF14C899F}"/>
              </a:ext>
            </a:extLst>
          </p:cNvPr>
          <p:cNvSpPr>
            <a:spLocks noGrp="1"/>
          </p:cNvSpPr>
          <p:nvPr>
            <p:ph type="subTitle" idx="1" hasCustomPrompt="1"/>
          </p:nvPr>
        </p:nvSpPr>
        <p:spPr>
          <a:xfrm>
            <a:off x="793751" y="3722881"/>
            <a:ext cx="8502649" cy="487705"/>
          </a:xfrm>
        </p:spPr>
        <p:txBody>
          <a:bodyPr/>
          <a:lstStyle>
            <a:lvl1pPr marL="0" indent="0" algn="l">
              <a:buNone/>
              <a:defRPr sz="2400" b="0" i="0">
                <a:solidFill>
                  <a:srgbClr val="002060"/>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2" name="Text Placeholder 16">
            <a:extLst>
              <a:ext uri="{FF2B5EF4-FFF2-40B4-BE49-F238E27FC236}">
                <a16:creationId xmlns:a16="http://schemas.microsoft.com/office/drawing/2014/main" id="{6AD7B1CE-1D3E-A89E-9786-FBD6738B6726}"/>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4" name="Picture Placeholder 22">
            <a:extLst>
              <a:ext uri="{FF2B5EF4-FFF2-40B4-BE49-F238E27FC236}">
                <a16:creationId xmlns:a16="http://schemas.microsoft.com/office/drawing/2014/main" id="{45C593E2-1683-0C5B-3E45-3D99497C2E7F}"/>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7" name="Text Placeholder 16">
            <a:extLst>
              <a:ext uri="{FF2B5EF4-FFF2-40B4-BE49-F238E27FC236}">
                <a16:creationId xmlns:a16="http://schemas.microsoft.com/office/drawing/2014/main" id="{6B88A0A1-4985-9251-AD99-53AE5031E0B5}"/>
              </a:ext>
            </a:extLst>
          </p:cNvPr>
          <p:cNvSpPr>
            <a:spLocks noGrp="1"/>
          </p:cNvSpPr>
          <p:nvPr>
            <p:ph type="body" sz="quarter" idx="20" hasCustomPrompt="1"/>
          </p:nvPr>
        </p:nvSpPr>
        <p:spPr>
          <a:xfrm>
            <a:off x="5575595"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9" name="Picture Placeholder 22">
            <a:extLst>
              <a:ext uri="{FF2B5EF4-FFF2-40B4-BE49-F238E27FC236}">
                <a16:creationId xmlns:a16="http://schemas.microsoft.com/office/drawing/2014/main" id="{373227E0-2066-5763-2BA5-EAAAB1D55E2C}"/>
              </a:ext>
            </a:extLst>
          </p:cNvPr>
          <p:cNvSpPr>
            <a:spLocks noGrp="1"/>
          </p:cNvSpPr>
          <p:nvPr>
            <p:ph type="pic" sz="quarter" idx="21"/>
          </p:nvPr>
        </p:nvSpPr>
        <p:spPr>
          <a:xfrm>
            <a:off x="4591199"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3" name="Text Placeholder 3">
            <a:extLst>
              <a:ext uri="{FF2B5EF4-FFF2-40B4-BE49-F238E27FC236}">
                <a16:creationId xmlns:a16="http://schemas.microsoft.com/office/drawing/2014/main" id="{45AD6AF1-BA77-3DB0-C3E1-423FF40E95A7}"/>
              </a:ext>
            </a:extLst>
          </p:cNvPr>
          <p:cNvSpPr>
            <a:spLocks noGrp="1"/>
          </p:cNvSpPr>
          <p:nvPr>
            <p:ph type="body" sz="quarter" idx="22" hasCustomPrompt="1"/>
          </p:nvPr>
        </p:nvSpPr>
        <p:spPr>
          <a:xfrm>
            <a:off x="1766888" y="5616575"/>
            <a:ext cx="2287587" cy="265113"/>
          </a:xfrm>
        </p:spPr>
        <p:txBody>
          <a:bodyPr/>
          <a:lstStyle>
            <a:lvl1pPr>
              <a:defRPr sz="1600">
                <a:solidFill>
                  <a:srgbClr val="002060"/>
                </a:solidFill>
              </a:defRPr>
            </a:lvl1pPr>
          </a:lstStyle>
          <a:p>
            <a:pPr lvl="0"/>
            <a:r>
              <a:rPr lang="en-US"/>
              <a:t>Title</a:t>
            </a:r>
            <a:endParaRPr lang="en-RO"/>
          </a:p>
        </p:txBody>
      </p:sp>
      <p:sp>
        <p:nvSpPr>
          <p:cNvPr id="10" name="Text Placeholder 3">
            <a:extLst>
              <a:ext uri="{FF2B5EF4-FFF2-40B4-BE49-F238E27FC236}">
                <a16:creationId xmlns:a16="http://schemas.microsoft.com/office/drawing/2014/main" id="{8AB52C40-5FCE-6593-9269-C1231C4C958E}"/>
              </a:ext>
            </a:extLst>
          </p:cNvPr>
          <p:cNvSpPr>
            <a:spLocks noGrp="1"/>
          </p:cNvSpPr>
          <p:nvPr>
            <p:ph type="body" sz="quarter" idx="23" hasCustomPrompt="1"/>
          </p:nvPr>
        </p:nvSpPr>
        <p:spPr>
          <a:xfrm>
            <a:off x="6053267" y="5616575"/>
            <a:ext cx="2287587" cy="265113"/>
          </a:xfrm>
        </p:spPr>
        <p:txBody>
          <a:bodyPr/>
          <a:lstStyle>
            <a:lvl1pPr>
              <a:defRPr sz="1600">
                <a:solidFill>
                  <a:srgbClr val="002060"/>
                </a:solidFill>
              </a:defRPr>
            </a:lvl1pPr>
          </a:lstStyle>
          <a:p>
            <a:pPr lvl="0"/>
            <a:r>
              <a:rPr lang="en-US"/>
              <a:t>Title</a:t>
            </a:r>
            <a:endParaRPr lang="en-RO"/>
          </a:p>
        </p:txBody>
      </p:sp>
    </p:spTree>
    <p:extLst>
      <p:ext uri="{BB962C8B-B14F-4D97-AF65-F5344CB8AC3E}">
        <p14:creationId xmlns:p14="http://schemas.microsoft.com/office/powerpoint/2010/main" val="2953661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Light 2">
    <p:bg>
      <p:bgPr>
        <a:solidFill>
          <a:schemeClr val="bg1"/>
        </a:solidFill>
        <a:effectLst/>
      </p:bgPr>
    </p:bg>
    <p:spTree>
      <p:nvGrpSpPr>
        <p:cNvPr id="1" name=""/>
        <p:cNvGrpSpPr/>
        <p:nvPr/>
      </p:nvGrpSpPr>
      <p:grpSpPr>
        <a:xfrm>
          <a:off x="0" y="0"/>
          <a:ext cx="0" cy="0"/>
          <a:chOff x="0" y="0"/>
          <a:chExt cx="0" cy="0"/>
        </a:xfrm>
      </p:grpSpPr>
      <p:pic>
        <p:nvPicPr>
          <p:cNvPr id="2" name="Picture 1" descr="A person looking at a tablet&#10;&#10;AI-generated content may be incorrect.">
            <a:extLst>
              <a:ext uri="{FF2B5EF4-FFF2-40B4-BE49-F238E27FC236}">
                <a16:creationId xmlns:a16="http://schemas.microsoft.com/office/drawing/2014/main" id="{214C1BA3-F4A3-2402-7420-FF9C3592764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2A022E50-C4C7-44AA-D903-D1DED85EC316}"/>
              </a:ext>
            </a:extLst>
          </p:cNvPr>
          <p:cNvSpPr>
            <a:spLocks noGrp="1"/>
          </p:cNvSpPr>
          <p:nvPr>
            <p:ph type="ctrTitle" hasCustomPrompt="1"/>
          </p:nvPr>
        </p:nvSpPr>
        <p:spPr>
          <a:xfrm>
            <a:off x="793751" y="1796143"/>
            <a:ext cx="8502649" cy="2328198"/>
          </a:xfrm>
        </p:spPr>
        <p:txBody>
          <a:bodyPr anchor="b">
            <a:normAutofit/>
          </a:bodyPr>
          <a:lstStyle>
            <a:lvl1pPr algn="l">
              <a:lnSpc>
                <a:spcPct val="85000"/>
              </a:lnSpc>
              <a:defRPr lang="en-US" sz="6600" b="1" i="0" kern="1200" spc="0" baseline="0" dirty="0">
                <a:solidFill>
                  <a:srgbClr val="002060"/>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10" name="Subtitle 2">
            <a:extLst>
              <a:ext uri="{FF2B5EF4-FFF2-40B4-BE49-F238E27FC236}">
                <a16:creationId xmlns:a16="http://schemas.microsoft.com/office/drawing/2014/main" id="{1565ADD8-401A-A38C-D3B9-F81F0FC93668}"/>
              </a:ext>
            </a:extLst>
          </p:cNvPr>
          <p:cNvSpPr>
            <a:spLocks noGrp="1"/>
          </p:cNvSpPr>
          <p:nvPr>
            <p:ph type="subTitle" idx="1"/>
          </p:nvPr>
        </p:nvSpPr>
        <p:spPr>
          <a:xfrm>
            <a:off x="793751" y="4186771"/>
            <a:ext cx="8502649" cy="487705"/>
          </a:xfrm>
        </p:spPr>
        <p:txBody>
          <a:bodyPr/>
          <a:lstStyle>
            <a:lvl1pPr marL="0" indent="0" algn="l">
              <a:buNone/>
              <a:defRPr sz="2400" b="0" i="0">
                <a:solidFill>
                  <a:srgbClr val="002060"/>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aphic 8">
            <a:extLst>
              <a:ext uri="{FF2B5EF4-FFF2-40B4-BE49-F238E27FC236}">
                <a16:creationId xmlns:a16="http://schemas.microsoft.com/office/drawing/2014/main" id="{1F029CF2-CBAD-C1A7-7695-3E3944DE89F5}"/>
              </a:ext>
            </a:extLst>
          </p:cNvPr>
          <p:cNvGrpSpPr/>
          <p:nvPr userDrawn="1"/>
        </p:nvGrpSpPr>
        <p:grpSpPr>
          <a:xfrm>
            <a:off x="782097" y="517392"/>
            <a:ext cx="1325503" cy="396622"/>
            <a:chOff x="689187" y="517392"/>
            <a:chExt cx="1325503" cy="396622"/>
          </a:xfrm>
        </p:grpSpPr>
        <p:sp>
          <p:nvSpPr>
            <p:cNvPr id="17" name="Freeform 16">
              <a:extLst>
                <a:ext uri="{FF2B5EF4-FFF2-40B4-BE49-F238E27FC236}">
                  <a16:creationId xmlns:a16="http://schemas.microsoft.com/office/drawing/2014/main" id="{3905844C-2FDF-062E-9425-8E6C4B4E0BA2}"/>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9" name="Graphic 8">
              <a:extLst>
                <a:ext uri="{FF2B5EF4-FFF2-40B4-BE49-F238E27FC236}">
                  <a16:creationId xmlns:a16="http://schemas.microsoft.com/office/drawing/2014/main" id="{96FE4595-0A3E-BED7-953F-2C7C16867C14}"/>
                </a:ext>
              </a:extLst>
            </p:cNvPr>
            <p:cNvGrpSpPr/>
            <p:nvPr/>
          </p:nvGrpSpPr>
          <p:grpSpPr>
            <a:xfrm>
              <a:off x="783659" y="616135"/>
              <a:ext cx="1112528" cy="199137"/>
              <a:chOff x="783659" y="616135"/>
              <a:chExt cx="1112528" cy="199137"/>
            </a:xfrm>
            <a:solidFill>
              <a:srgbClr val="FFFFFF"/>
            </a:solidFill>
          </p:grpSpPr>
          <p:sp>
            <p:nvSpPr>
              <p:cNvPr id="20" name="Freeform 19">
                <a:extLst>
                  <a:ext uri="{FF2B5EF4-FFF2-40B4-BE49-F238E27FC236}">
                    <a16:creationId xmlns:a16="http://schemas.microsoft.com/office/drawing/2014/main" id="{1CF66697-C548-4DF6-4A4A-9BA97A4DF166}"/>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CC9837E5-E21E-DBC3-3FBF-97757D35DCB5}"/>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3F8456D8-C9C5-4B09-AC13-5FFB2D514F1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1500D6D0-98D6-1F3A-EB37-5EC689358486}"/>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4" name="Freeform 23">
                <a:extLst>
                  <a:ext uri="{FF2B5EF4-FFF2-40B4-BE49-F238E27FC236}">
                    <a16:creationId xmlns:a16="http://schemas.microsoft.com/office/drawing/2014/main" id="{0E7B2E87-6F81-FFE3-F71E-44FD7BA2505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7" name="Text Placeholder 16">
            <a:extLst>
              <a:ext uri="{FF2B5EF4-FFF2-40B4-BE49-F238E27FC236}">
                <a16:creationId xmlns:a16="http://schemas.microsoft.com/office/drawing/2014/main" id="{E6216836-3DC0-B942-3F5F-816AF9CD95A9}"/>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1" name="Picture Placeholder 22">
            <a:extLst>
              <a:ext uri="{FF2B5EF4-FFF2-40B4-BE49-F238E27FC236}">
                <a16:creationId xmlns:a16="http://schemas.microsoft.com/office/drawing/2014/main" id="{5B58F76E-3C18-2DB0-8F23-4C4F14B3194A}"/>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3" name="Text Placeholder 16">
            <a:extLst>
              <a:ext uri="{FF2B5EF4-FFF2-40B4-BE49-F238E27FC236}">
                <a16:creationId xmlns:a16="http://schemas.microsoft.com/office/drawing/2014/main" id="{B3A882C7-4F41-1800-DCE3-2F05DA5C7BCE}"/>
              </a:ext>
            </a:extLst>
          </p:cNvPr>
          <p:cNvSpPr>
            <a:spLocks noGrp="1"/>
          </p:cNvSpPr>
          <p:nvPr>
            <p:ph type="body" sz="quarter" idx="19" hasCustomPrompt="1"/>
          </p:nvPr>
        </p:nvSpPr>
        <p:spPr>
          <a:xfrm>
            <a:off x="6053267"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14" name="Picture Placeholder 22">
            <a:extLst>
              <a:ext uri="{FF2B5EF4-FFF2-40B4-BE49-F238E27FC236}">
                <a16:creationId xmlns:a16="http://schemas.microsoft.com/office/drawing/2014/main" id="{5BFFE7FF-88A5-0605-D674-43C6BF217703}"/>
              </a:ext>
            </a:extLst>
          </p:cNvPr>
          <p:cNvSpPr>
            <a:spLocks noGrp="1"/>
          </p:cNvSpPr>
          <p:nvPr>
            <p:ph type="pic" sz="quarter" idx="20"/>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3" name="Text Placeholder 3">
            <a:extLst>
              <a:ext uri="{FF2B5EF4-FFF2-40B4-BE49-F238E27FC236}">
                <a16:creationId xmlns:a16="http://schemas.microsoft.com/office/drawing/2014/main" id="{535E1BD0-2B01-B755-6E96-12D36C635D8C}"/>
              </a:ext>
            </a:extLst>
          </p:cNvPr>
          <p:cNvSpPr>
            <a:spLocks noGrp="1"/>
          </p:cNvSpPr>
          <p:nvPr>
            <p:ph type="body" sz="quarter" idx="22" hasCustomPrompt="1"/>
          </p:nvPr>
        </p:nvSpPr>
        <p:spPr>
          <a:xfrm>
            <a:off x="1766888" y="5616575"/>
            <a:ext cx="2287587" cy="265113"/>
          </a:xfrm>
        </p:spPr>
        <p:txBody>
          <a:bodyPr/>
          <a:lstStyle>
            <a:lvl1pPr>
              <a:defRPr sz="1600">
                <a:solidFill>
                  <a:srgbClr val="002060"/>
                </a:solidFill>
              </a:defRPr>
            </a:lvl1pPr>
          </a:lstStyle>
          <a:p>
            <a:pPr lvl="0"/>
            <a:r>
              <a:rPr lang="en-US"/>
              <a:t>Title</a:t>
            </a:r>
            <a:endParaRPr lang="en-RO"/>
          </a:p>
        </p:txBody>
      </p:sp>
      <p:sp>
        <p:nvSpPr>
          <p:cNvPr id="4" name="Text Placeholder 3">
            <a:extLst>
              <a:ext uri="{FF2B5EF4-FFF2-40B4-BE49-F238E27FC236}">
                <a16:creationId xmlns:a16="http://schemas.microsoft.com/office/drawing/2014/main" id="{3D7E54E6-D6DD-54A8-29CC-51D53A442503}"/>
              </a:ext>
            </a:extLst>
          </p:cNvPr>
          <p:cNvSpPr>
            <a:spLocks noGrp="1"/>
          </p:cNvSpPr>
          <p:nvPr>
            <p:ph type="body" sz="quarter" idx="23" hasCustomPrompt="1"/>
          </p:nvPr>
        </p:nvSpPr>
        <p:spPr>
          <a:xfrm>
            <a:off x="6053267" y="5616575"/>
            <a:ext cx="2287587" cy="265113"/>
          </a:xfrm>
        </p:spPr>
        <p:txBody>
          <a:bodyPr/>
          <a:lstStyle>
            <a:lvl1pPr>
              <a:defRPr sz="1600">
                <a:solidFill>
                  <a:srgbClr val="002060"/>
                </a:solidFill>
              </a:defRPr>
            </a:lvl1pPr>
          </a:lstStyle>
          <a:p>
            <a:pPr lvl="0"/>
            <a:r>
              <a:rPr lang="en-US"/>
              <a:t>Title</a:t>
            </a:r>
            <a:endParaRPr lang="en-RO"/>
          </a:p>
        </p:txBody>
      </p:sp>
    </p:spTree>
    <p:extLst>
      <p:ext uri="{BB962C8B-B14F-4D97-AF65-F5344CB8AC3E}">
        <p14:creationId xmlns:p14="http://schemas.microsoft.com/office/powerpoint/2010/main" val="285692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Light 3">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85849B-19B5-853F-60D9-7F0907E9876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965AF8F1-72AC-8700-B067-742B4267CCFD}"/>
              </a:ext>
            </a:extLst>
          </p:cNvPr>
          <p:cNvSpPr>
            <a:spLocks noGrp="1"/>
          </p:cNvSpPr>
          <p:nvPr>
            <p:ph type="ctrTitle" hasCustomPrompt="1"/>
          </p:nvPr>
        </p:nvSpPr>
        <p:spPr>
          <a:xfrm>
            <a:off x="793751" y="1794329"/>
            <a:ext cx="8502649" cy="1866122"/>
          </a:xfrm>
        </p:spPr>
        <p:txBody>
          <a:bodyPr anchor="b">
            <a:normAutofit/>
          </a:bodyPr>
          <a:lstStyle>
            <a:lvl1pPr algn="l">
              <a:lnSpc>
                <a:spcPct val="85000"/>
              </a:lnSpc>
              <a:defRPr lang="en-US" sz="6600" b="1" i="0" kern="1200" spc="0" baseline="0" dirty="0">
                <a:solidFill>
                  <a:srgbClr val="002060"/>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8" name="Subtitle 2">
            <a:extLst>
              <a:ext uri="{FF2B5EF4-FFF2-40B4-BE49-F238E27FC236}">
                <a16:creationId xmlns:a16="http://schemas.microsoft.com/office/drawing/2014/main" id="{F746095E-1EE5-435C-A26A-8A9CF14C899F}"/>
              </a:ext>
            </a:extLst>
          </p:cNvPr>
          <p:cNvSpPr>
            <a:spLocks noGrp="1"/>
          </p:cNvSpPr>
          <p:nvPr>
            <p:ph type="subTitle" idx="1" hasCustomPrompt="1"/>
          </p:nvPr>
        </p:nvSpPr>
        <p:spPr>
          <a:xfrm>
            <a:off x="793751" y="3722881"/>
            <a:ext cx="8502649" cy="487705"/>
          </a:xfrm>
        </p:spPr>
        <p:txBody>
          <a:bodyPr/>
          <a:lstStyle>
            <a:lvl1pPr marL="0" indent="0" algn="l">
              <a:buNone/>
              <a:defRPr sz="2400" b="0" i="0">
                <a:solidFill>
                  <a:srgbClr val="002060"/>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2" name="Text Placeholder 16">
            <a:extLst>
              <a:ext uri="{FF2B5EF4-FFF2-40B4-BE49-F238E27FC236}">
                <a16:creationId xmlns:a16="http://schemas.microsoft.com/office/drawing/2014/main" id="{6AD7B1CE-1D3E-A89E-9786-FBD6738B6726}"/>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4" name="Picture Placeholder 22">
            <a:extLst>
              <a:ext uri="{FF2B5EF4-FFF2-40B4-BE49-F238E27FC236}">
                <a16:creationId xmlns:a16="http://schemas.microsoft.com/office/drawing/2014/main" id="{45C593E2-1683-0C5B-3E45-3D99497C2E7F}"/>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7" name="Text Placeholder 16">
            <a:extLst>
              <a:ext uri="{FF2B5EF4-FFF2-40B4-BE49-F238E27FC236}">
                <a16:creationId xmlns:a16="http://schemas.microsoft.com/office/drawing/2014/main" id="{6B88A0A1-4985-9251-AD99-53AE5031E0B5}"/>
              </a:ext>
            </a:extLst>
          </p:cNvPr>
          <p:cNvSpPr>
            <a:spLocks noGrp="1"/>
          </p:cNvSpPr>
          <p:nvPr>
            <p:ph type="body" sz="quarter" idx="20" hasCustomPrompt="1"/>
          </p:nvPr>
        </p:nvSpPr>
        <p:spPr>
          <a:xfrm>
            <a:off x="6053267"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9" name="Picture Placeholder 22">
            <a:extLst>
              <a:ext uri="{FF2B5EF4-FFF2-40B4-BE49-F238E27FC236}">
                <a16:creationId xmlns:a16="http://schemas.microsoft.com/office/drawing/2014/main" id="{373227E0-2066-5763-2BA5-EAAAB1D55E2C}"/>
              </a:ext>
            </a:extLst>
          </p:cNvPr>
          <p:cNvSpPr>
            <a:spLocks noGrp="1"/>
          </p:cNvSpPr>
          <p:nvPr>
            <p:ph type="pic" sz="quarter" idx="21"/>
          </p:nvPr>
        </p:nvSpPr>
        <p:spPr>
          <a:xfrm>
            <a:off x="5068871"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10" name="Text Placeholder 3">
            <a:extLst>
              <a:ext uri="{FF2B5EF4-FFF2-40B4-BE49-F238E27FC236}">
                <a16:creationId xmlns:a16="http://schemas.microsoft.com/office/drawing/2014/main" id="{D99BB624-6E16-3CCF-194C-919522C7AE3C}"/>
              </a:ext>
            </a:extLst>
          </p:cNvPr>
          <p:cNvSpPr>
            <a:spLocks noGrp="1"/>
          </p:cNvSpPr>
          <p:nvPr>
            <p:ph type="body" sz="quarter" idx="22" hasCustomPrompt="1"/>
          </p:nvPr>
        </p:nvSpPr>
        <p:spPr>
          <a:xfrm>
            <a:off x="1766888" y="5616575"/>
            <a:ext cx="2287587" cy="265113"/>
          </a:xfrm>
        </p:spPr>
        <p:txBody>
          <a:bodyPr/>
          <a:lstStyle>
            <a:lvl1pPr>
              <a:defRPr sz="1600">
                <a:solidFill>
                  <a:srgbClr val="002060"/>
                </a:solidFill>
              </a:defRPr>
            </a:lvl1pPr>
          </a:lstStyle>
          <a:p>
            <a:pPr lvl="0"/>
            <a:r>
              <a:rPr lang="en-US"/>
              <a:t>Title</a:t>
            </a:r>
            <a:endParaRPr lang="en-RO"/>
          </a:p>
        </p:txBody>
      </p:sp>
      <p:sp>
        <p:nvSpPr>
          <p:cNvPr id="11" name="Text Placeholder 3">
            <a:extLst>
              <a:ext uri="{FF2B5EF4-FFF2-40B4-BE49-F238E27FC236}">
                <a16:creationId xmlns:a16="http://schemas.microsoft.com/office/drawing/2014/main" id="{F44C3213-78F3-3A62-608B-0C3C3F323160}"/>
              </a:ext>
            </a:extLst>
          </p:cNvPr>
          <p:cNvSpPr>
            <a:spLocks noGrp="1"/>
          </p:cNvSpPr>
          <p:nvPr>
            <p:ph type="body" sz="quarter" idx="23" hasCustomPrompt="1"/>
          </p:nvPr>
        </p:nvSpPr>
        <p:spPr>
          <a:xfrm>
            <a:off x="6053267" y="5616575"/>
            <a:ext cx="2287587" cy="265113"/>
          </a:xfrm>
        </p:spPr>
        <p:txBody>
          <a:bodyPr/>
          <a:lstStyle>
            <a:lvl1pPr>
              <a:defRPr sz="1600">
                <a:solidFill>
                  <a:srgbClr val="002060"/>
                </a:solidFill>
              </a:defRPr>
            </a:lvl1pPr>
          </a:lstStyle>
          <a:p>
            <a:pPr lvl="0"/>
            <a:r>
              <a:rPr lang="en-US"/>
              <a:t>Title</a:t>
            </a:r>
            <a:endParaRPr lang="en-RO"/>
          </a:p>
        </p:txBody>
      </p:sp>
    </p:spTree>
    <p:extLst>
      <p:ext uri="{BB962C8B-B14F-4D97-AF65-F5344CB8AC3E}">
        <p14:creationId xmlns:p14="http://schemas.microsoft.com/office/powerpoint/2010/main" val="155006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Light 4">
    <p:bg>
      <p:bgPr>
        <a:gradFill>
          <a:gsLst>
            <a:gs pos="100000">
              <a:schemeClr val="accent4">
                <a:lumMod val="20000"/>
                <a:lumOff val="80000"/>
              </a:schemeClr>
            </a:gs>
            <a:gs pos="7000">
              <a:schemeClr val="accent4">
                <a:lumMod val="60000"/>
                <a:lumOff val="40000"/>
              </a:schemeClr>
            </a:gs>
          </a:gsLst>
          <a:lin ang="2700000" scaled="1"/>
        </a:gra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9093A26-C708-909F-444B-936DC5B9663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6" name="Picture Placeholder 35">
            <a:extLst>
              <a:ext uri="{FF2B5EF4-FFF2-40B4-BE49-F238E27FC236}">
                <a16:creationId xmlns:a16="http://schemas.microsoft.com/office/drawing/2014/main" id="{51170F2D-B97B-D670-4444-2AD798996E8B}"/>
              </a:ext>
            </a:extLst>
          </p:cNvPr>
          <p:cNvSpPr>
            <a:spLocks noGrp="1"/>
          </p:cNvSpPr>
          <p:nvPr>
            <p:ph type="pic" sz="quarter" idx="23"/>
          </p:nvPr>
        </p:nvSpPr>
        <p:spPr>
          <a:xfrm>
            <a:off x="4189357" y="0"/>
            <a:ext cx="8002643" cy="5557204"/>
          </a:xfrm>
          <a:custGeom>
            <a:avLst/>
            <a:gdLst>
              <a:gd name="csX0" fmla="*/ 0 w 8002643"/>
              <a:gd name="csY0" fmla="*/ 0 h 5557204"/>
              <a:gd name="csX1" fmla="*/ 2926619 w 8002643"/>
              <a:gd name="csY1" fmla="*/ 0 h 5557204"/>
              <a:gd name="csX2" fmla="*/ 8002643 w 8002643"/>
              <a:gd name="csY2" fmla="*/ 0 h 5557204"/>
              <a:gd name="csX3" fmla="*/ 8002643 w 8002643"/>
              <a:gd name="csY3" fmla="*/ 3439068 h 5557204"/>
              <a:gd name="csX4" fmla="*/ 6006229 w 8002643"/>
              <a:gd name="csY4" fmla="*/ 5435481 h 5557204"/>
              <a:gd name="csX5" fmla="*/ 5418499 w 8002643"/>
              <a:gd name="csY5" fmla="*/ 5435481 h 5557204"/>
              <a:gd name="csX6" fmla="*/ 959332 w 8002643"/>
              <a:gd name="csY6" fmla="*/ 976313 h 5557204"/>
              <a:gd name="csX7" fmla="*/ 976312 w 8002643"/>
              <a:gd name="csY7" fmla="*/ 976313 h 5557204"/>
              <a:gd name="csX0" fmla="*/ 0 w 8002643"/>
              <a:gd name="csY0" fmla="*/ 0 h 5557204"/>
              <a:gd name="csX1" fmla="*/ 2926619 w 8002643"/>
              <a:gd name="csY1" fmla="*/ 0 h 5557204"/>
              <a:gd name="csX2" fmla="*/ 8002643 w 8002643"/>
              <a:gd name="csY2" fmla="*/ 0 h 5557204"/>
              <a:gd name="csX3" fmla="*/ 8002643 w 8002643"/>
              <a:gd name="csY3" fmla="*/ 3439068 h 5557204"/>
              <a:gd name="csX4" fmla="*/ 6006229 w 8002643"/>
              <a:gd name="csY4" fmla="*/ 5435481 h 5557204"/>
              <a:gd name="csX5" fmla="*/ 5418499 w 8002643"/>
              <a:gd name="csY5" fmla="*/ 5435481 h 5557204"/>
              <a:gd name="csX6" fmla="*/ 959332 w 8002643"/>
              <a:gd name="csY6" fmla="*/ 976313 h 5557204"/>
              <a:gd name="csX7" fmla="*/ 0 w 8002643"/>
              <a:gd name="csY7" fmla="*/ 0 h 5557204"/>
              <a:gd name="csX0" fmla="*/ 0 w 8002643"/>
              <a:gd name="csY0" fmla="*/ 0 h 5557204"/>
              <a:gd name="csX1" fmla="*/ 2926619 w 8002643"/>
              <a:gd name="csY1" fmla="*/ 0 h 5557204"/>
              <a:gd name="csX2" fmla="*/ 8002643 w 8002643"/>
              <a:gd name="csY2" fmla="*/ 0 h 5557204"/>
              <a:gd name="csX3" fmla="*/ 8002643 w 8002643"/>
              <a:gd name="csY3" fmla="*/ 3439068 h 5557204"/>
              <a:gd name="csX4" fmla="*/ 6006229 w 8002643"/>
              <a:gd name="csY4" fmla="*/ 5435481 h 5557204"/>
              <a:gd name="csX5" fmla="*/ 5418499 w 8002643"/>
              <a:gd name="csY5" fmla="*/ 5435481 h 5557204"/>
              <a:gd name="csX6" fmla="*/ 0 w 8002643"/>
              <a:gd name="csY6" fmla="*/ 0 h 5557204"/>
              <a:gd name="csX0" fmla="*/ 0 w 8002643"/>
              <a:gd name="csY0" fmla="*/ 0 h 5557204"/>
              <a:gd name="csX1" fmla="*/ 8002643 w 8002643"/>
              <a:gd name="csY1" fmla="*/ 0 h 5557204"/>
              <a:gd name="csX2" fmla="*/ 8002643 w 8002643"/>
              <a:gd name="csY2" fmla="*/ 3439068 h 5557204"/>
              <a:gd name="csX3" fmla="*/ 6006229 w 8002643"/>
              <a:gd name="csY3" fmla="*/ 5435481 h 5557204"/>
              <a:gd name="csX4" fmla="*/ 5418499 w 8002643"/>
              <a:gd name="csY4" fmla="*/ 5435481 h 5557204"/>
              <a:gd name="csX5" fmla="*/ 0 w 8002643"/>
              <a:gd name="csY5" fmla="*/ 0 h 5557204"/>
            </a:gdLst>
            <a:ahLst/>
            <a:cxnLst>
              <a:cxn ang="0">
                <a:pos x="csX0" y="csY0"/>
              </a:cxn>
              <a:cxn ang="0">
                <a:pos x="csX1" y="csY1"/>
              </a:cxn>
              <a:cxn ang="0">
                <a:pos x="csX2" y="csY2"/>
              </a:cxn>
              <a:cxn ang="0">
                <a:pos x="csX3" y="csY3"/>
              </a:cxn>
              <a:cxn ang="0">
                <a:pos x="csX4" y="csY4"/>
              </a:cxn>
              <a:cxn ang="0">
                <a:pos x="csX5" y="csY5"/>
              </a:cxn>
            </a:cxnLst>
            <a:rect l="l" t="t" r="r" b="b"/>
            <a:pathLst>
              <a:path w="8002643" h="5557204">
                <a:moveTo>
                  <a:pt x="0" y="0"/>
                </a:moveTo>
                <a:lnTo>
                  <a:pt x="8002643" y="0"/>
                </a:lnTo>
                <a:lnTo>
                  <a:pt x="8002643" y="3439068"/>
                </a:lnTo>
                <a:lnTo>
                  <a:pt x="6006229" y="5435481"/>
                </a:lnTo>
                <a:cubicBezTo>
                  <a:pt x="5843933" y="5597779"/>
                  <a:pt x="5580797" y="5597779"/>
                  <a:pt x="5418499" y="5435481"/>
                </a:cubicBezTo>
                <a:lnTo>
                  <a:pt x="0" y="0"/>
                </a:lnTo>
                <a:close/>
              </a:path>
            </a:pathLst>
          </a:custGeom>
          <a:solidFill>
            <a:schemeClr val="bg1">
              <a:lumMod val="95000"/>
            </a:schemeClr>
          </a:solidFill>
        </p:spPr>
        <p:txBody>
          <a:bodyPr wrap="square">
            <a:noAutofit/>
          </a:bodyPr>
          <a:lstStyle/>
          <a:p>
            <a:endParaRPr lang="en-RO"/>
          </a:p>
        </p:txBody>
      </p:sp>
      <p:sp>
        <p:nvSpPr>
          <p:cNvPr id="6" name="Title 1">
            <a:extLst>
              <a:ext uri="{FF2B5EF4-FFF2-40B4-BE49-F238E27FC236}">
                <a16:creationId xmlns:a16="http://schemas.microsoft.com/office/drawing/2014/main" id="{965AF8F1-72AC-8700-B067-742B4267CCFD}"/>
              </a:ext>
            </a:extLst>
          </p:cNvPr>
          <p:cNvSpPr>
            <a:spLocks noGrp="1"/>
          </p:cNvSpPr>
          <p:nvPr>
            <p:ph type="ctrTitle" hasCustomPrompt="1"/>
          </p:nvPr>
        </p:nvSpPr>
        <p:spPr>
          <a:xfrm>
            <a:off x="793751" y="1794329"/>
            <a:ext cx="8502649" cy="1866122"/>
          </a:xfrm>
        </p:spPr>
        <p:txBody>
          <a:bodyPr anchor="b">
            <a:normAutofit/>
          </a:bodyPr>
          <a:lstStyle>
            <a:lvl1pPr algn="l">
              <a:lnSpc>
                <a:spcPct val="85000"/>
              </a:lnSpc>
              <a:defRPr lang="en-US" sz="6600" b="1" i="0" kern="1200" spc="0" baseline="0" dirty="0">
                <a:solidFill>
                  <a:srgbClr val="002060"/>
                </a:solidFill>
                <a:latin typeface="ES Build" pitchFamily="2" charset="77"/>
                <a:ea typeface="ES Build" pitchFamily="2" charset="77"/>
                <a:cs typeface="+mj-cs"/>
              </a:defRPr>
            </a:lvl1pPr>
          </a:lstStyle>
          <a:p>
            <a:r>
              <a:rPr lang="en-US" dirty="0"/>
              <a:t>Click To Edit </a:t>
            </a:r>
            <a:br>
              <a:rPr lang="en-US" dirty="0"/>
            </a:br>
            <a:r>
              <a:rPr lang="en-US" dirty="0"/>
              <a:t>Master Title Style</a:t>
            </a:r>
          </a:p>
        </p:txBody>
      </p:sp>
      <p:sp>
        <p:nvSpPr>
          <p:cNvPr id="8" name="Subtitle 2">
            <a:extLst>
              <a:ext uri="{FF2B5EF4-FFF2-40B4-BE49-F238E27FC236}">
                <a16:creationId xmlns:a16="http://schemas.microsoft.com/office/drawing/2014/main" id="{F746095E-1EE5-435C-A26A-8A9CF14C899F}"/>
              </a:ext>
            </a:extLst>
          </p:cNvPr>
          <p:cNvSpPr>
            <a:spLocks noGrp="1"/>
          </p:cNvSpPr>
          <p:nvPr>
            <p:ph type="subTitle" idx="1" hasCustomPrompt="1"/>
          </p:nvPr>
        </p:nvSpPr>
        <p:spPr>
          <a:xfrm>
            <a:off x="793751" y="3722881"/>
            <a:ext cx="8502649" cy="487705"/>
          </a:xfrm>
        </p:spPr>
        <p:txBody>
          <a:bodyPr/>
          <a:lstStyle>
            <a:lvl1pPr marL="0" indent="0" algn="l">
              <a:buNone/>
              <a:defRPr sz="2400" b="0" i="0">
                <a:solidFill>
                  <a:srgbClr val="002060"/>
                </a:solidFill>
                <a:latin typeface="ES Build Neutral" pitchFamily="2" charset="77"/>
                <a:ea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 </a:t>
            </a:r>
          </a:p>
        </p:txBody>
      </p:sp>
      <p:grpSp>
        <p:nvGrpSpPr>
          <p:cNvPr id="15" name="Graphic 8">
            <a:extLst>
              <a:ext uri="{FF2B5EF4-FFF2-40B4-BE49-F238E27FC236}">
                <a16:creationId xmlns:a16="http://schemas.microsoft.com/office/drawing/2014/main" id="{2BECE6B6-95ED-558C-955F-BFD7BEF7BEB9}"/>
              </a:ext>
            </a:extLst>
          </p:cNvPr>
          <p:cNvGrpSpPr/>
          <p:nvPr userDrawn="1"/>
        </p:nvGrpSpPr>
        <p:grpSpPr>
          <a:xfrm>
            <a:off x="782097" y="517392"/>
            <a:ext cx="1325503" cy="396622"/>
            <a:chOff x="689187" y="517392"/>
            <a:chExt cx="1325503" cy="396622"/>
          </a:xfrm>
        </p:grpSpPr>
        <p:sp>
          <p:nvSpPr>
            <p:cNvPr id="16" name="Freeform 15">
              <a:extLst>
                <a:ext uri="{FF2B5EF4-FFF2-40B4-BE49-F238E27FC236}">
                  <a16:creationId xmlns:a16="http://schemas.microsoft.com/office/drawing/2014/main" id="{E2C38BCE-66F7-E555-CFE0-55996C7DC2D4}"/>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17" name="Graphic 8">
              <a:extLst>
                <a:ext uri="{FF2B5EF4-FFF2-40B4-BE49-F238E27FC236}">
                  <a16:creationId xmlns:a16="http://schemas.microsoft.com/office/drawing/2014/main" id="{3CA0275F-7A87-F400-71D7-8D12432554CF}"/>
                </a:ext>
              </a:extLst>
            </p:cNvPr>
            <p:cNvGrpSpPr/>
            <p:nvPr/>
          </p:nvGrpSpPr>
          <p:grpSpPr>
            <a:xfrm>
              <a:off x="783659" y="616135"/>
              <a:ext cx="1112528" cy="199137"/>
              <a:chOff x="783659" y="616135"/>
              <a:chExt cx="1112528" cy="199137"/>
            </a:xfrm>
            <a:solidFill>
              <a:srgbClr val="FFFFFF"/>
            </a:solidFill>
          </p:grpSpPr>
          <p:sp>
            <p:nvSpPr>
              <p:cNvPr id="19" name="Freeform 18">
                <a:extLst>
                  <a:ext uri="{FF2B5EF4-FFF2-40B4-BE49-F238E27FC236}">
                    <a16:creationId xmlns:a16="http://schemas.microsoft.com/office/drawing/2014/main" id="{70A63C8B-914E-A40C-3CD9-F7ADA8FF1F89}"/>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20" name="Freeform 19">
                <a:extLst>
                  <a:ext uri="{FF2B5EF4-FFF2-40B4-BE49-F238E27FC236}">
                    <a16:creationId xmlns:a16="http://schemas.microsoft.com/office/drawing/2014/main" id="{203C107F-E0CF-887D-0935-4BBFAB118543}"/>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1" name="Freeform 20">
                <a:extLst>
                  <a:ext uri="{FF2B5EF4-FFF2-40B4-BE49-F238E27FC236}">
                    <a16:creationId xmlns:a16="http://schemas.microsoft.com/office/drawing/2014/main" id="{7BA046A4-C19C-D7B8-B796-1B2CF3D85709}"/>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22" name="Freeform 21">
                <a:extLst>
                  <a:ext uri="{FF2B5EF4-FFF2-40B4-BE49-F238E27FC236}">
                    <a16:creationId xmlns:a16="http://schemas.microsoft.com/office/drawing/2014/main" id="{2F741156-8C9E-D97E-B9C6-82FEC1E552DC}"/>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23" name="Freeform 22">
                <a:extLst>
                  <a:ext uri="{FF2B5EF4-FFF2-40B4-BE49-F238E27FC236}">
                    <a16:creationId xmlns:a16="http://schemas.microsoft.com/office/drawing/2014/main" id="{6F01A004-FC38-6A86-9FDE-C3531C86F551}"/>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2" name="Text Placeholder 16">
            <a:extLst>
              <a:ext uri="{FF2B5EF4-FFF2-40B4-BE49-F238E27FC236}">
                <a16:creationId xmlns:a16="http://schemas.microsoft.com/office/drawing/2014/main" id="{6AD7B1CE-1D3E-A89E-9786-FBD6738B6726}"/>
              </a:ext>
            </a:extLst>
          </p:cNvPr>
          <p:cNvSpPr>
            <a:spLocks noGrp="1"/>
          </p:cNvSpPr>
          <p:nvPr>
            <p:ph type="body" sz="quarter" idx="14" hasCustomPrompt="1"/>
          </p:nvPr>
        </p:nvSpPr>
        <p:spPr>
          <a:xfrm>
            <a:off x="1766493"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4" name="Picture Placeholder 22">
            <a:extLst>
              <a:ext uri="{FF2B5EF4-FFF2-40B4-BE49-F238E27FC236}">
                <a16:creationId xmlns:a16="http://schemas.microsoft.com/office/drawing/2014/main" id="{45C593E2-1683-0C5B-3E45-3D99497C2E7F}"/>
              </a:ext>
            </a:extLst>
          </p:cNvPr>
          <p:cNvSpPr>
            <a:spLocks noGrp="1"/>
          </p:cNvSpPr>
          <p:nvPr>
            <p:ph type="pic" sz="quarter" idx="15"/>
          </p:nvPr>
        </p:nvSpPr>
        <p:spPr>
          <a:xfrm>
            <a:off x="782097"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7" name="Text Placeholder 16">
            <a:extLst>
              <a:ext uri="{FF2B5EF4-FFF2-40B4-BE49-F238E27FC236}">
                <a16:creationId xmlns:a16="http://schemas.microsoft.com/office/drawing/2014/main" id="{6B88A0A1-4985-9251-AD99-53AE5031E0B5}"/>
              </a:ext>
            </a:extLst>
          </p:cNvPr>
          <p:cNvSpPr>
            <a:spLocks noGrp="1"/>
          </p:cNvSpPr>
          <p:nvPr>
            <p:ph type="body" sz="quarter" idx="20" hasCustomPrompt="1"/>
          </p:nvPr>
        </p:nvSpPr>
        <p:spPr>
          <a:xfrm>
            <a:off x="5637631" y="5140383"/>
            <a:ext cx="2287857" cy="346017"/>
          </a:xfrm>
        </p:spPr>
        <p:txBody>
          <a:bodyPr>
            <a:noAutofit/>
          </a:bodyPr>
          <a:lstStyle>
            <a:lvl1pPr marL="0" indent="0">
              <a:lnSpc>
                <a:spcPct val="80000"/>
              </a:lnSpc>
              <a:buNone/>
              <a:defRPr sz="2400" b="0" i="0">
                <a:solidFill>
                  <a:srgbClr val="002060"/>
                </a:solidFill>
                <a:latin typeface="ES Build Neutral" pitchFamily="2" charset="77"/>
                <a:ea typeface="ES Build Neutral" pitchFamily="2" charset="77"/>
              </a:defRPr>
            </a:lvl1pPr>
            <a:lvl2pPr marL="0" indent="0">
              <a:lnSpc>
                <a:spcPct val="80000"/>
              </a:lnSpc>
              <a:buNone/>
              <a:defRPr sz="1600" b="0" i="0">
                <a:solidFill>
                  <a:schemeClr val="accent2">
                    <a:lumMod val="60000"/>
                    <a:lumOff val="40000"/>
                  </a:schemeClr>
                </a:solidFill>
                <a:latin typeface="ES Build Neutral" pitchFamily="2" charset="77"/>
                <a:ea typeface="ES Build Neutral" pitchFamily="2" charset="77"/>
              </a:defRPr>
            </a:lvl2pPr>
          </a:lstStyle>
          <a:p>
            <a:pPr lvl="0"/>
            <a:r>
              <a:rPr lang="en-US"/>
              <a:t>Speaker name</a:t>
            </a:r>
          </a:p>
        </p:txBody>
      </p:sp>
      <p:sp>
        <p:nvSpPr>
          <p:cNvPr id="9" name="Picture Placeholder 22">
            <a:extLst>
              <a:ext uri="{FF2B5EF4-FFF2-40B4-BE49-F238E27FC236}">
                <a16:creationId xmlns:a16="http://schemas.microsoft.com/office/drawing/2014/main" id="{373227E0-2066-5763-2BA5-EAAAB1D55E2C}"/>
              </a:ext>
            </a:extLst>
          </p:cNvPr>
          <p:cNvSpPr>
            <a:spLocks noGrp="1"/>
          </p:cNvSpPr>
          <p:nvPr>
            <p:ph type="pic" sz="quarter" idx="21"/>
          </p:nvPr>
        </p:nvSpPr>
        <p:spPr>
          <a:xfrm>
            <a:off x="4653235" y="5081588"/>
            <a:ext cx="800100" cy="800100"/>
          </a:xfrm>
          <a:prstGeom prst="ellipse">
            <a:avLst/>
          </a:prstGeom>
          <a:noFill/>
          <a:ln w="6350">
            <a:noFill/>
          </a:ln>
        </p:spPr>
        <p:txBody>
          <a:bodyPr anchor="ctr"/>
          <a:lstStyle>
            <a:lvl1pPr marL="0" indent="0" algn="ctr">
              <a:buNone/>
              <a:defRPr sz="800"/>
            </a:lvl1pPr>
          </a:lstStyle>
          <a:p>
            <a:endParaRPr lang="en-US"/>
          </a:p>
        </p:txBody>
      </p:sp>
      <p:sp>
        <p:nvSpPr>
          <p:cNvPr id="3" name="Text Placeholder 3">
            <a:extLst>
              <a:ext uri="{FF2B5EF4-FFF2-40B4-BE49-F238E27FC236}">
                <a16:creationId xmlns:a16="http://schemas.microsoft.com/office/drawing/2014/main" id="{C8C6DFC5-12E0-A68B-50D9-91DC2FF54D35}"/>
              </a:ext>
            </a:extLst>
          </p:cNvPr>
          <p:cNvSpPr>
            <a:spLocks noGrp="1"/>
          </p:cNvSpPr>
          <p:nvPr>
            <p:ph type="body" sz="quarter" idx="22" hasCustomPrompt="1"/>
          </p:nvPr>
        </p:nvSpPr>
        <p:spPr>
          <a:xfrm>
            <a:off x="1766888" y="5616575"/>
            <a:ext cx="2287587" cy="265113"/>
          </a:xfrm>
        </p:spPr>
        <p:txBody>
          <a:bodyPr/>
          <a:lstStyle>
            <a:lvl1pPr>
              <a:defRPr sz="1600">
                <a:solidFill>
                  <a:srgbClr val="002060"/>
                </a:solidFill>
              </a:defRPr>
            </a:lvl1pPr>
          </a:lstStyle>
          <a:p>
            <a:pPr lvl="0"/>
            <a:r>
              <a:rPr lang="en-US"/>
              <a:t>Title</a:t>
            </a:r>
            <a:endParaRPr lang="en-RO"/>
          </a:p>
        </p:txBody>
      </p:sp>
      <p:sp>
        <p:nvSpPr>
          <p:cNvPr id="10" name="Text Placeholder 3">
            <a:extLst>
              <a:ext uri="{FF2B5EF4-FFF2-40B4-BE49-F238E27FC236}">
                <a16:creationId xmlns:a16="http://schemas.microsoft.com/office/drawing/2014/main" id="{7D6CE539-C48F-E399-3435-E10E9F579DFE}"/>
              </a:ext>
            </a:extLst>
          </p:cNvPr>
          <p:cNvSpPr>
            <a:spLocks noGrp="1"/>
          </p:cNvSpPr>
          <p:nvPr>
            <p:ph type="body" sz="quarter" idx="24" hasCustomPrompt="1"/>
          </p:nvPr>
        </p:nvSpPr>
        <p:spPr>
          <a:xfrm>
            <a:off x="5637901" y="5616575"/>
            <a:ext cx="2287587" cy="265113"/>
          </a:xfrm>
        </p:spPr>
        <p:txBody>
          <a:bodyPr/>
          <a:lstStyle>
            <a:lvl1pPr>
              <a:defRPr sz="1600">
                <a:solidFill>
                  <a:srgbClr val="002060"/>
                </a:solidFill>
              </a:defRPr>
            </a:lvl1pPr>
          </a:lstStyle>
          <a:p>
            <a:pPr lvl="0"/>
            <a:r>
              <a:rPr lang="en-US"/>
              <a:t>Title</a:t>
            </a:r>
            <a:endParaRPr lang="en-RO"/>
          </a:p>
        </p:txBody>
      </p:sp>
    </p:spTree>
    <p:extLst>
      <p:ext uri="{BB962C8B-B14F-4D97-AF65-F5344CB8AC3E}">
        <p14:creationId xmlns:p14="http://schemas.microsoft.com/office/powerpoint/2010/main" val="2945991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1">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70E2C7-164E-8DBA-3425-CAA43D8725F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9" name="Title 1">
            <a:extLst>
              <a:ext uri="{FF2B5EF4-FFF2-40B4-BE49-F238E27FC236}">
                <a16:creationId xmlns:a16="http://schemas.microsoft.com/office/drawing/2014/main" id="{A6782F98-B42B-6943-A135-A0045ECEB48C}"/>
              </a:ext>
            </a:extLst>
          </p:cNvPr>
          <p:cNvSpPr>
            <a:spLocks noGrp="1"/>
          </p:cNvSpPr>
          <p:nvPr>
            <p:ph type="title" hasCustomPrompt="1"/>
          </p:nvPr>
        </p:nvSpPr>
        <p:spPr>
          <a:xfrm>
            <a:off x="916599" y="2587371"/>
            <a:ext cx="8940800" cy="1721393"/>
          </a:xfrm>
        </p:spPr>
        <p:txBody>
          <a:bodyPr anchor="t">
            <a:noAutofit/>
          </a:bodyPr>
          <a:lstStyle>
            <a:lvl1pPr>
              <a:lnSpc>
                <a:spcPct val="84000"/>
              </a:lnSpc>
              <a:defRPr sz="6600" b="1">
                <a:solidFill>
                  <a:schemeClr val="bg1"/>
                </a:solidFill>
              </a:defRPr>
            </a:lvl1pPr>
          </a:lstStyle>
          <a:p>
            <a:r>
              <a:rPr lang="en-US" dirty="0"/>
              <a:t>Click To Edit Section Divider Title Style</a:t>
            </a:r>
          </a:p>
        </p:txBody>
      </p:sp>
      <p:sp>
        <p:nvSpPr>
          <p:cNvPr id="41" name="Subtitle 2">
            <a:extLst>
              <a:ext uri="{FF2B5EF4-FFF2-40B4-BE49-F238E27FC236}">
                <a16:creationId xmlns:a16="http://schemas.microsoft.com/office/drawing/2014/main" id="{DE0E6A78-172A-4A20-FD3B-613625FC4407}"/>
              </a:ext>
            </a:extLst>
          </p:cNvPr>
          <p:cNvSpPr>
            <a:spLocks noGrp="1"/>
          </p:cNvSpPr>
          <p:nvPr>
            <p:ph type="subTitle" idx="1"/>
          </p:nvPr>
        </p:nvSpPr>
        <p:spPr>
          <a:xfrm>
            <a:off x="916599" y="4484713"/>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Freeform 2">
            <a:extLst>
              <a:ext uri="{FF2B5EF4-FFF2-40B4-BE49-F238E27FC236}">
                <a16:creationId xmlns:a16="http://schemas.microsoft.com/office/drawing/2014/main" id="{9721EC86-11E1-3ADB-4FB0-E4DE3AEA63C4}"/>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4" name="Freeform 3">
            <a:extLst>
              <a:ext uri="{FF2B5EF4-FFF2-40B4-BE49-F238E27FC236}">
                <a16:creationId xmlns:a16="http://schemas.microsoft.com/office/drawing/2014/main" id="{66C496D8-3F4B-D43D-A2F0-75EB82AB354D}"/>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5" name="Graphic 3">
            <a:extLst>
              <a:ext uri="{FF2B5EF4-FFF2-40B4-BE49-F238E27FC236}">
                <a16:creationId xmlns:a16="http://schemas.microsoft.com/office/drawing/2014/main" id="{0200E3D5-035D-031E-CD11-76E8A0EF28DC}"/>
              </a:ext>
            </a:extLst>
          </p:cNvPr>
          <p:cNvGrpSpPr/>
          <p:nvPr userDrawn="1"/>
        </p:nvGrpSpPr>
        <p:grpSpPr>
          <a:xfrm>
            <a:off x="11217977" y="6552879"/>
            <a:ext cx="432093" cy="77405"/>
            <a:chOff x="11217977" y="6552879"/>
            <a:chExt cx="432093" cy="77405"/>
          </a:xfrm>
          <a:solidFill>
            <a:srgbClr val="FFFFFF"/>
          </a:solidFill>
        </p:grpSpPr>
        <p:sp>
          <p:nvSpPr>
            <p:cNvPr id="6" name="Freeform 5">
              <a:extLst>
                <a:ext uri="{FF2B5EF4-FFF2-40B4-BE49-F238E27FC236}">
                  <a16:creationId xmlns:a16="http://schemas.microsoft.com/office/drawing/2014/main" id="{1BD497B6-E981-8FEB-1FDE-F6E41563A35F}"/>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645F5D5B-421D-5C96-040C-8453577F4182}"/>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0E9E99B9-3C0A-22F8-A5E2-4706862B7BE2}"/>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9" name="Freeform 8">
              <a:extLst>
                <a:ext uri="{FF2B5EF4-FFF2-40B4-BE49-F238E27FC236}">
                  <a16:creationId xmlns:a16="http://schemas.microsoft.com/office/drawing/2014/main" id="{AB5E0273-0EB3-82FF-AABF-F156CA60D79B}"/>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816FBB9A-61F7-66B2-7714-E1D8CE91BE3F}"/>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pic>
        <p:nvPicPr>
          <p:cNvPr id="11" name="Graphic 10">
            <a:extLst>
              <a:ext uri="{FF2B5EF4-FFF2-40B4-BE49-F238E27FC236}">
                <a16:creationId xmlns:a16="http://schemas.microsoft.com/office/drawing/2014/main" id="{B31A21E1-F23A-F1A9-F7FB-AF678975E1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9346" y="2095618"/>
            <a:ext cx="669737" cy="278430"/>
          </a:xfrm>
          <a:prstGeom prst="rect">
            <a:avLst/>
          </a:prstGeom>
        </p:spPr>
      </p:pic>
    </p:spTree>
    <p:extLst>
      <p:ext uri="{BB962C8B-B14F-4D97-AF65-F5344CB8AC3E}">
        <p14:creationId xmlns:p14="http://schemas.microsoft.com/office/powerpoint/2010/main" val="244471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B9B161-5874-3FC5-F63A-D377B7216C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39"/>
          <a:stretch>
            <a:fillRect/>
          </a:stretch>
        </p:blipFill>
        <p:spPr>
          <a:xfrm>
            <a:off x="-66502" y="-37408"/>
            <a:ext cx="12258502" cy="6932815"/>
          </a:xfrm>
          <a:prstGeom prst="rect">
            <a:avLst/>
          </a:prstGeom>
        </p:spPr>
      </p:pic>
      <p:sp>
        <p:nvSpPr>
          <p:cNvPr id="11" name="Freeform 10">
            <a:extLst>
              <a:ext uri="{FF2B5EF4-FFF2-40B4-BE49-F238E27FC236}">
                <a16:creationId xmlns:a16="http://schemas.microsoft.com/office/drawing/2014/main" id="{29E9833C-3106-DD2C-C0E4-723BF2D02159}"/>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50230BC2-50D4-7450-69FA-74121CE87774}"/>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3" name="Graphic 3">
            <a:extLst>
              <a:ext uri="{FF2B5EF4-FFF2-40B4-BE49-F238E27FC236}">
                <a16:creationId xmlns:a16="http://schemas.microsoft.com/office/drawing/2014/main" id="{52BBB6B9-F947-ED7C-76CB-E7F9BC256746}"/>
              </a:ext>
            </a:extLst>
          </p:cNvPr>
          <p:cNvGrpSpPr/>
          <p:nvPr userDrawn="1"/>
        </p:nvGrpSpPr>
        <p:grpSpPr>
          <a:xfrm>
            <a:off x="11217977" y="6552879"/>
            <a:ext cx="432093" cy="77405"/>
            <a:chOff x="11217977" y="6552879"/>
            <a:chExt cx="432093" cy="77405"/>
          </a:xfrm>
          <a:solidFill>
            <a:srgbClr val="FFFFFF"/>
          </a:solidFill>
        </p:grpSpPr>
        <p:sp>
          <p:nvSpPr>
            <p:cNvPr id="14" name="Freeform 13">
              <a:extLst>
                <a:ext uri="{FF2B5EF4-FFF2-40B4-BE49-F238E27FC236}">
                  <a16:creationId xmlns:a16="http://schemas.microsoft.com/office/drawing/2014/main" id="{6EFCC233-F3F9-C2D3-3431-F03F5724AD5C}"/>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15" name="Freeform 14">
              <a:extLst>
                <a:ext uri="{FF2B5EF4-FFF2-40B4-BE49-F238E27FC236}">
                  <a16:creationId xmlns:a16="http://schemas.microsoft.com/office/drawing/2014/main" id="{1AC1ECF1-D58D-5FBE-58A8-8702900F52B9}"/>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6" name="Freeform 15">
              <a:extLst>
                <a:ext uri="{FF2B5EF4-FFF2-40B4-BE49-F238E27FC236}">
                  <a16:creationId xmlns:a16="http://schemas.microsoft.com/office/drawing/2014/main" id="{D1D6F9DF-CBEF-8B15-6FAC-B26C41A02A7B}"/>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7" name="Freeform 16">
              <a:extLst>
                <a:ext uri="{FF2B5EF4-FFF2-40B4-BE49-F238E27FC236}">
                  <a16:creationId xmlns:a16="http://schemas.microsoft.com/office/drawing/2014/main" id="{839D29D5-04E3-969C-7FA6-5A6E449F7799}"/>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0377EF91-0EFF-F819-D621-F746EB109983}"/>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sp>
        <p:nvSpPr>
          <p:cNvPr id="6" name="Title 1">
            <a:extLst>
              <a:ext uri="{FF2B5EF4-FFF2-40B4-BE49-F238E27FC236}">
                <a16:creationId xmlns:a16="http://schemas.microsoft.com/office/drawing/2014/main" id="{F698B06A-426B-71A5-D6FC-78180EEA8E6A}"/>
              </a:ext>
            </a:extLst>
          </p:cNvPr>
          <p:cNvSpPr>
            <a:spLocks noGrp="1"/>
          </p:cNvSpPr>
          <p:nvPr>
            <p:ph type="title" hasCustomPrompt="1"/>
          </p:nvPr>
        </p:nvSpPr>
        <p:spPr>
          <a:xfrm>
            <a:off x="916599" y="2587371"/>
            <a:ext cx="8940800" cy="1721393"/>
          </a:xfrm>
        </p:spPr>
        <p:txBody>
          <a:bodyPr anchor="t">
            <a:noAutofit/>
          </a:bodyPr>
          <a:lstStyle>
            <a:lvl1pPr>
              <a:lnSpc>
                <a:spcPct val="84000"/>
              </a:lnSpc>
              <a:defRPr sz="6600" b="1">
                <a:solidFill>
                  <a:schemeClr val="bg1"/>
                </a:solidFill>
              </a:defRPr>
            </a:lvl1pPr>
          </a:lstStyle>
          <a:p>
            <a:r>
              <a:rPr lang="en-US" dirty="0"/>
              <a:t>Click To Edit Section Divider Title Style</a:t>
            </a:r>
          </a:p>
        </p:txBody>
      </p:sp>
      <p:sp>
        <p:nvSpPr>
          <p:cNvPr id="7" name="Subtitle 2">
            <a:extLst>
              <a:ext uri="{FF2B5EF4-FFF2-40B4-BE49-F238E27FC236}">
                <a16:creationId xmlns:a16="http://schemas.microsoft.com/office/drawing/2014/main" id="{04901C3D-87FA-75CB-AE0B-DD71BF369688}"/>
              </a:ext>
            </a:extLst>
          </p:cNvPr>
          <p:cNvSpPr>
            <a:spLocks noGrp="1"/>
          </p:cNvSpPr>
          <p:nvPr>
            <p:ph type="subTitle" idx="1"/>
          </p:nvPr>
        </p:nvSpPr>
        <p:spPr>
          <a:xfrm>
            <a:off x="916599" y="4484713"/>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F0EC10F4-4B6D-DA1F-8FD1-BA6EAF08A85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9346" y="2095618"/>
            <a:ext cx="669737" cy="278430"/>
          </a:xfrm>
          <a:prstGeom prst="rect">
            <a:avLst/>
          </a:prstGeom>
        </p:spPr>
      </p:pic>
    </p:spTree>
    <p:extLst>
      <p:ext uri="{BB962C8B-B14F-4D97-AF65-F5344CB8AC3E}">
        <p14:creationId xmlns:p14="http://schemas.microsoft.com/office/powerpoint/2010/main" val="2133900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3">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59D0FB-989A-4442-F784-2F9FFC4658D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Freeform 10">
            <a:extLst>
              <a:ext uri="{FF2B5EF4-FFF2-40B4-BE49-F238E27FC236}">
                <a16:creationId xmlns:a16="http://schemas.microsoft.com/office/drawing/2014/main" id="{F9E258C3-7754-70C8-8C9E-40569AD14B72}"/>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77E087EA-A98F-6897-68D0-98121B00E14A}"/>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3" name="Graphic 3">
            <a:extLst>
              <a:ext uri="{FF2B5EF4-FFF2-40B4-BE49-F238E27FC236}">
                <a16:creationId xmlns:a16="http://schemas.microsoft.com/office/drawing/2014/main" id="{697853AB-73EF-D071-908F-7BE086169988}"/>
              </a:ext>
            </a:extLst>
          </p:cNvPr>
          <p:cNvGrpSpPr/>
          <p:nvPr userDrawn="1"/>
        </p:nvGrpSpPr>
        <p:grpSpPr>
          <a:xfrm>
            <a:off x="11217977" y="6552879"/>
            <a:ext cx="432093" cy="77405"/>
            <a:chOff x="11217977" y="6552879"/>
            <a:chExt cx="432093" cy="77405"/>
          </a:xfrm>
          <a:solidFill>
            <a:srgbClr val="FFFFFF"/>
          </a:solidFill>
        </p:grpSpPr>
        <p:sp>
          <p:nvSpPr>
            <p:cNvPr id="14" name="Freeform 13">
              <a:extLst>
                <a:ext uri="{FF2B5EF4-FFF2-40B4-BE49-F238E27FC236}">
                  <a16:creationId xmlns:a16="http://schemas.microsoft.com/office/drawing/2014/main" id="{54523985-1C2A-98B1-7AB2-4B57C80AE49B}"/>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15" name="Freeform 14">
              <a:extLst>
                <a:ext uri="{FF2B5EF4-FFF2-40B4-BE49-F238E27FC236}">
                  <a16:creationId xmlns:a16="http://schemas.microsoft.com/office/drawing/2014/main" id="{2CC2457C-6A96-24E9-5601-EB7C4FEA433E}"/>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6" name="Freeform 15">
              <a:extLst>
                <a:ext uri="{FF2B5EF4-FFF2-40B4-BE49-F238E27FC236}">
                  <a16:creationId xmlns:a16="http://schemas.microsoft.com/office/drawing/2014/main" id="{4078F429-04E8-96D3-1CAA-07E8C2667149}"/>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7" name="Freeform 16">
              <a:extLst>
                <a:ext uri="{FF2B5EF4-FFF2-40B4-BE49-F238E27FC236}">
                  <a16:creationId xmlns:a16="http://schemas.microsoft.com/office/drawing/2014/main" id="{D0F13B91-2AD0-C060-4B2D-9A93DFF2EB9E}"/>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6F78F35A-02B9-35A3-7A7C-1C830C3D226C}"/>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sp>
        <p:nvSpPr>
          <p:cNvPr id="6" name="Title 1">
            <a:extLst>
              <a:ext uri="{FF2B5EF4-FFF2-40B4-BE49-F238E27FC236}">
                <a16:creationId xmlns:a16="http://schemas.microsoft.com/office/drawing/2014/main" id="{4116AFB5-37BF-8E0D-63D3-D8AB2A35C61D}"/>
              </a:ext>
            </a:extLst>
          </p:cNvPr>
          <p:cNvSpPr>
            <a:spLocks noGrp="1"/>
          </p:cNvSpPr>
          <p:nvPr>
            <p:ph type="title" hasCustomPrompt="1"/>
          </p:nvPr>
        </p:nvSpPr>
        <p:spPr>
          <a:xfrm>
            <a:off x="916599" y="2587371"/>
            <a:ext cx="8940800" cy="1721393"/>
          </a:xfrm>
        </p:spPr>
        <p:txBody>
          <a:bodyPr anchor="t">
            <a:noAutofit/>
          </a:bodyPr>
          <a:lstStyle>
            <a:lvl1pPr>
              <a:lnSpc>
                <a:spcPct val="84000"/>
              </a:lnSpc>
              <a:defRPr sz="6600" b="1">
                <a:solidFill>
                  <a:schemeClr val="bg1"/>
                </a:solidFill>
              </a:defRPr>
            </a:lvl1pPr>
          </a:lstStyle>
          <a:p>
            <a:r>
              <a:rPr lang="en-US" dirty="0"/>
              <a:t>Click To Edit Section Divider Title Style</a:t>
            </a:r>
          </a:p>
        </p:txBody>
      </p:sp>
      <p:sp>
        <p:nvSpPr>
          <p:cNvPr id="7" name="Subtitle 2">
            <a:extLst>
              <a:ext uri="{FF2B5EF4-FFF2-40B4-BE49-F238E27FC236}">
                <a16:creationId xmlns:a16="http://schemas.microsoft.com/office/drawing/2014/main" id="{3DB4C2EE-73C2-4B85-F456-9D609383D2C9}"/>
              </a:ext>
            </a:extLst>
          </p:cNvPr>
          <p:cNvSpPr>
            <a:spLocks noGrp="1"/>
          </p:cNvSpPr>
          <p:nvPr>
            <p:ph type="subTitle" idx="1"/>
          </p:nvPr>
        </p:nvSpPr>
        <p:spPr>
          <a:xfrm>
            <a:off x="916599" y="4484713"/>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5A478E68-E0C8-D957-B046-5B33CE3F75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9346" y="2095618"/>
            <a:ext cx="669737" cy="278430"/>
          </a:xfrm>
          <a:prstGeom prst="rect">
            <a:avLst/>
          </a:prstGeom>
        </p:spPr>
      </p:pic>
    </p:spTree>
    <p:extLst>
      <p:ext uri="{BB962C8B-B14F-4D97-AF65-F5344CB8AC3E}">
        <p14:creationId xmlns:p14="http://schemas.microsoft.com/office/powerpoint/2010/main" val="4210140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4">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D632B6-0884-D143-EA36-A6C7D0FCFE6B}"/>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D59F13F6-4E60-44A9-6CB1-BC5E5823B6B6}"/>
              </a:ext>
            </a:extLst>
          </p:cNvPr>
          <p:cNvGrpSpPr/>
          <p:nvPr userDrawn="1"/>
        </p:nvGrpSpPr>
        <p:grpSpPr>
          <a:xfrm>
            <a:off x="11180146" y="6513177"/>
            <a:ext cx="516913" cy="156999"/>
            <a:chOff x="11180146" y="6513177"/>
            <a:chExt cx="516913" cy="156999"/>
          </a:xfrm>
        </p:grpSpPr>
        <p:sp>
          <p:nvSpPr>
            <p:cNvPr id="11" name="Freeform 10">
              <a:extLst>
                <a:ext uri="{FF2B5EF4-FFF2-40B4-BE49-F238E27FC236}">
                  <a16:creationId xmlns:a16="http://schemas.microsoft.com/office/drawing/2014/main" id="{D8A5DE33-3CC4-DC68-3EE3-1D67D95E8B26}"/>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13A63FF0-EC27-E32D-8BAF-D8FCE9C15340}"/>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3" name="Graphic 3">
              <a:extLst>
                <a:ext uri="{FF2B5EF4-FFF2-40B4-BE49-F238E27FC236}">
                  <a16:creationId xmlns:a16="http://schemas.microsoft.com/office/drawing/2014/main" id="{AF8AD337-53CF-1175-D221-CDDD7D2F6649}"/>
                </a:ext>
              </a:extLst>
            </p:cNvPr>
            <p:cNvGrpSpPr/>
            <p:nvPr userDrawn="1"/>
          </p:nvGrpSpPr>
          <p:grpSpPr>
            <a:xfrm>
              <a:off x="11217977" y="6552879"/>
              <a:ext cx="432093" cy="77405"/>
              <a:chOff x="11217977" y="6552879"/>
              <a:chExt cx="432093" cy="77405"/>
            </a:xfrm>
            <a:solidFill>
              <a:srgbClr val="FFFFFF"/>
            </a:solidFill>
          </p:grpSpPr>
          <p:sp>
            <p:nvSpPr>
              <p:cNvPr id="14" name="Freeform 13">
                <a:extLst>
                  <a:ext uri="{FF2B5EF4-FFF2-40B4-BE49-F238E27FC236}">
                    <a16:creationId xmlns:a16="http://schemas.microsoft.com/office/drawing/2014/main" id="{B5582378-2160-7184-FEED-C20F09C165F6}"/>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15" name="Freeform 14">
                <a:extLst>
                  <a:ext uri="{FF2B5EF4-FFF2-40B4-BE49-F238E27FC236}">
                    <a16:creationId xmlns:a16="http://schemas.microsoft.com/office/drawing/2014/main" id="{E7394BA0-9981-BC7B-2FE1-FE644F897F0B}"/>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6" name="Freeform 15">
                <a:extLst>
                  <a:ext uri="{FF2B5EF4-FFF2-40B4-BE49-F238E27FC236}">
                    <a16:creationId xmlns:a16="http://schemas.microsoft.com/office/drawing/2014/main" id="{4F88356D-F4FA-72F0-1579-1CBB309ADBD0}"/>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7" name="Freeform 16">
                <a:extLst>
                  <a:ext uri="{FF2B5EF4-FFF2-40B4-BE49-F238E27FC236}">
                    <a16:creationId xmlns:a16="http://schemas.microsoft.com/office/drawing/2014/main" id="{5CDF775C-EE73-DEBF-3A1C-32C613564A83}"/>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0DE0A214-22D2-DEB4-578D-28B4C6302487}"/>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grpSp>
      <p:sp>
        <p:nvSpPr>
          <p:cNvPr id="7" name="Title 1">
            <a:extLst>
              <a:ext uri="{FF2B5EF4-FFF2-40B4-BE49-F238E27FC236}">
                <a16:creationId xmlns:a16="http://schemas.microsoft.com/office/drawing/2014/main" id="{DAC607C4-0118-16C0-8DEC-1B050E9C2599}"/>
              </a:ext>
            </a:extLst>
          </p:cNvPr>
          <p:cNvSpPr>
            <a:spLocks noGrp="1"/>
          </p:cNvSpPr>
          <p:nvPr>
            <p:ph type="title" hasCustomPrompt="1"/>
          </p:nvPr>
        </p:nvSpPr>
        <p:spPr>
          <a:xfrm>
            <a:off x="916599" y="2587371"/>
            <a:ext cx="8940800" cy="1721393"/>
          </a:xfrm>
        </p:spPr>
        <p:txBody>
          <a:bodyPr anchor="t">
            <a:noAutofit/>
          </a:bodyPr>
          <a:lstStyle>
            <a:lvl1pPr>
              <a:lnSpc>
                <a:spcPct val="84000"/>
              </a:lnSpc>
              <a:defRPr sz="6600" b="1">
                <a:solidFill>
                  <a:schemeClr val="bg1"/>
                </a:solidFill>
              </a:defRPr>
            </a:lvl1pPr>
          </a:lstStyle>
          <a:p>
            <a:r>
              <a:rPr lang="en-US" dirty="0"/>
              <a:t>Click To Edit Section Divider Title Style</a:t>
            </a:r>
          </a:p>
        </p:txBody>
      </p:sp>
      <p:sp>
        <p:nvSpPr>
          <p:cNvPr id="8" name="Subtitle 2">
            <a:extLst>
              <a:ext uri="{FF2B5EF4-FFF2-40B4-BE49-F238E27FC236}">
                <a16:creationId xmlns:a16="http://schemas.microsoft.com/office/drawing/2014/main" id="{D749EB9B-07C1-5A79-0F2F-EEC9C867F432}"/>
              </a:ext>
            </a:extLst>
          </p:cNvPr>
          <p:cNvSpPr>
            <a:spLocks noGrp="1"/>
          </p:cNvSpPr>
          <p:nvPr>
            <p:ph type="subTitle" idx="1"/>
          </p:nvPr>
        </p:nvSpPr>
        <p:spPr>
          <a:xfrm>
            <a:off x="916599" y="4484713"/>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Graphic 8">
            <a:extLst>
              <a:ext uri="{FF2B5EF4-FFF2-40B4-BE49-F238E27FC236}">
                <a16:creationId xmlns:a16="http://schemas.microsoft.com/office/drawing/2014/main" id="{AF7A30F1-86D3-58C7-893E-A3AD0C75C26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9346" y="2095618"/>
            <a:ext cx="669737" cy="278430"/>
          </a:xfrm>
          <a:prstGeom prst="rect">
            <a:avLst/>
          </a:prstGeom>
        </p:spPr>
      </p:pic>
    </p:spTree>
    <p:extLst>
      <p:ext uri="{BB962C8B-B14F-4D97-AF65-F5344CB8AC3E}">
        <p14:creationId xmlns:p14="http://schemas.microsoft.com/office/powerpoint/2010/main" val="641901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5">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B8A751-6117-465C-F260-16EEE7976B71}"/>
              </a:ext>
            </a:extLst>
          </p:cNvPr>
          <p:cNvPicPr>
            <a:picLocks noChangeAspect="1"/>
          </p:cNvPicPr>
          <p:nvPr userDrawn="1"/>
        </p:nvPicPr>
        <p:blipFill>
          <a:blip r:embed="rId2"/>
          <a:stretch>
            <a:fillRect/>
          </a:stretch>
        </p:blipFill>
        <p:spPr>
          <a:xfrm>
            <a:off x="-1" y="0"/>
            <a:ext cx="12192001" cy="6858001"/>
          </a:xfrm>
          <a:prstGeom prst="rect">
            <a:avLst/>
          </a:prstGeom>
        </p:spPr>
      </p:pic>
      <p:sp>
        <p:nvSpPr>
          <p:cNvPr id="2" name="Freeform 1">
            <a:extLst>
              <a:ext uri="{FF2B5EF4-FFF2-40B4-BE49-F238E27FC236}">
                <a16:creationId xmlns:a16="http://schemas.microsoft.com/office/drawing/2014/main" id="{14CB23AC-3299-C1FD-FE91-1296408E6B13}"/>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3" name="Freeform 2">
            <a:extLst>
              <a:ext uri="{FF2B5EF4-FFF2-40B4-BE49-F238E27FC236}">
                <a16:creationId xmlns:a16="http://schemas.microsoft.com/office/drawing/2014/main" id="{08482317-6315-6B46-4CDA-EAE096180397}"/>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5" name="Graphic 3">
            <a:extLst>
              <a:ext uri="{FF2B5EF4-FFF2-40B4-BE49-F238E27FC236}">
                <a16:creationId xmlns:a16="http://schemas.microsoft.com/office/drawing/2014/main" id="{65643DC2-D568-FFFA-BFCD-3EA4688C5702}"/>
              </a:ext>
            </a:extLst>
          </p:cNvPr>
          <p:cNvGrpSpPr/>
          <p:nvPr userDrawn="1"/>
        </p:nvGrpSpPr>
        <p:grpSpPr>
          <a:xfrm>
            <a:off x="11217977" y="6552879"/>
            <a:ext cx="432093" cy="77405"/>
            <a:chOff x="11217977" y="6552879"/>
            <a:chExt cx="432093" cy="77405"/>
          </a:xfrm>
          <a:solidFill>
            <a:srgbClr val="FFFFFF"/>
          </a:solidFill>
        </p:grpSpPr>
        <p:sp>
          <p:nvSpPr>
            <p:cNvPr id="6" name="Freeform 5">
              <a:extLst>
                <a:ext uri="{FF2B5EF4-FFF2-40B4-BE49-F238E27FC236}">
                  <a16:creationId xmlns:a16="http://schemas.microsoft.com/office/drawing/2014/main" id="{59EAC7DE-01FD-3A3D-5F70-2074BF00F95C}"/>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DE237E85-C4D3-C9E8-8366-61A4E00CA526}"/>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DFDC6104-BB4E-09E2-4C94-574A8A2066BB}"/>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9" name="Freeform 8">
              <a:extLst>
                <a:ext uri="{FF2B5EF4-FFF2-40B4-BE49-F238E27FC236}">
                  <a16:creationId xmlns:a16="http://schemas.microsoft.com/office/drawing/2014/main" id="{5FBB34B7-55AB-8AE6-877C-67E42106A99D}"/>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879C58A9-B6E3-731B-CE9E-B84E10E08D30}"/>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
        <p:nvSpPr>
          <p:cNvPr id="14" name="Title 1">
            <a:extLst>
              <a:ext uri="{FF2B5EF4-FFF2-40B4-BE49-F238E27FC236}">
                <a16:creationId xmlns:a16="http://schemas.microsoft.com/office/drawing/2014/main" id="{A2ED2262-ED0D-CCA8-6B6C-B5C004A2CCFA}"/>
              </a:ext>
            </a:extLst>
          </p:cNvPr>
          <p:cNvSpPr>
            <a:spLocks noGrp="1"/>
          </p:cNvSpPr>
          <p:nvPr>
            <p:ph type="title" hasCustomPrompt="1"/>
          </p:nvPr>
        </p:nvSpPr>
        <p:spPr>
          <a:xfrm>
            <a:off x="916599" y="1518189"/>
            <a:ext cx="8940800" cy="2492830"/>
          </a:xfrm>
        </p:spPr>
        <p:txBody>
          <a:bodyPr anchor="b">
            <a:noAutofit/>
          </a:bodyPr>
          <a:lstStyle>
            <a:lvl1pPr>
              <a:lnSpc>
                <a:spcPct val="84000"/>
              </a:lnSpc>
              <a:defRPr sz="6600" b="1">
                <a:solidFill>
                  <a:schemeClr val="bg1"/>
                </a:solidFill>
              </a:defRPr>
            </a:lvl1pPr>
          </a:lstStyle>
          <a:p>
            <a:r>
              <a:rPr lang="en-US" dirty="0"/>
              <a:t>Click To Edit Section Divider Title Style</a:t>
            </a:r>
          </a:p>
        </p:txBody>
      </p:sp>
      <p:sp>
        <p:nvSpPr>
          <p:cNvPr id="15" name="Subtitle 2">
            <a:extLst>
              <a:ext uri="{FF2B5EF4-FFF2-40B4-BE49-F238E27FC236}">
                <a16:creationId xmlns:a16="http://schemas.microsoft.com/office/drawing/2014/main" id="{BEBE32CB-83A8-F1C3-95AE-A96995AF090C}"/>
              </a:ext>
            </a:extLst>
          </p:cNvPr>
          <p:cNvSpPr>
            <a:spLocks noGrp="1"/>
          </p:cNvSpPr>
          <p:nvPr>
            <p:ph type="subTitle" idx="1"/>
          </p:nvPr>
        </p:nvSpPr>
        <p:spPr>
          <a:xfrm>
            <a:off x="916599" y="4207622"/>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523319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6">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0AEB4-674D-E808-0ABF-2A2F6751924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9" name="Title 1">
            <a:extLst>
              <a:ext uri="{FF2B5EF4-FFF2-40B4-BE49-F238E27FC236}">
                <a16:creationId xmlns:a16="http://schemas.microsoft.com/office/drawing/2014/main" id="{A6782F98-B42B-6943-A135-A0045ECEB48C}"/>
              </a:ext>
            </a:extLst>
          </p:cNvPr>
          <p:cNvSpPr>
            <a:spLocks noGrp="1"/>
          </p:cNvSpPr>
          <p:nvPr>
            <p:ph type="title" hasCustomPrompt="1"/>
          </p:nvPr>
        </p:nvSpPr>
        <p:spPr>
          <a:xfrm>
            <a:off x="916599" y="1518189"/>
            <a:ext cx="8940800" cy="2492830"/>
          </a:xfrm>
        </p:spPr>
        <p:txBody>
          <a:bodyPr anchor="b">
            <a:noAutofit/>
          </a:bodyPr>
          <a:lstStyle>
            <a:lvl1pPr>
              <a:lnSpc>
                <a:spcPct val="84000"/>
              </a:lnSpc>
              <a:defRPr sz="6600" b="1">
                <a:solidFill>
                  <a:schemeClr val="bg1"/>
                </a:solidFill>
              </a:defRPr>
            </a:lvl1pPr>
          </a:lstStyle>
          <a:p>
            <a:r>
              <a:rPr lang="en-US" dirty="0"/>
              <a:t>Click To Edit Section Divider Title Style</a:t>
            </a:r>
          </a:p>
        </p:txBody>
      </p:sp>
      <p:sp>
        <p:nvSpPr>
          <p:cNvPr id="41" name="Subtitle 2">
            <a:extLst>
              <a:ext uri="{FF2B5EF4-FFF2-40B4-BE49-F238E27FC236}">
                <a16:creationId xmlns:a16="http://schemas.microsoft.com/office/drawing/2014/main" id="{DE0E6A78-172A-4A20-FD3B-613625FC4407}"/>
              </a:ext>
            </a:extLst>
          </p:cNvPr>
          <p:cNvSpPr>
            <a:spLocks noGrp="1"/>
          </p:cNvSpPr>
          <p:nvPr>
            <p:ph type="subTitle" idx="1"/>
          </p:nvPr>
        </p:nvSpPr>
        <p:spPr>
          <a:xfrm>
            <a:off x="916599" y="4207622"/>
            <a:ext cx="8940800" cy="941596"/>
          </a:xfrm>
        </p:spPr>
        <p:txBody>
          <a:bodyPr/>
          <a:lstStyle>
            <a:lvl1pPr marL="0" indent="0" algn="l">
              <a:buNone/>
              <a:defRPr sz="24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Freeform 10">
            <a:extLst>
              <a:ext uri="{FF2B5EF4-FFF2-40B4-BE49-F238E27FC236}">
                <a16:creationId xmlns:a16="http://schemas.microsoft.com/office/drawing/2014/main" id="{ECD741A6-8249-0D06-7905-9752015BBD02}"/>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69FBF012-5ED4-0AC9-7A1C-C5B8D8774C7C}"/>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3" name="Graphic 3">
            <a:extLst>
              <a:ext uri="{FF2B5EF4-FFF2-40B4-BE49-F238E27FC236}">
                <a16:creationId xmlns:a16="http://schemas.microsoft.com/office/drawing/2014/main" id="{E6581B8C-D7B8-6C2A-BE36-391928704D0F}"/>
              </a:ext>
            </a:extLst>
          </p:cNvPr>
          <p:cNvGrpSpPr/>
          <p:nvPr userDrawn="1"/>
        </p:nvGrpSpPr>
        <p:grpSpPr>
          <a:xfrm>
            <a:off x="11217977" y="6552879"/>
            <a:ext cx="432093" cy="77405"/>
            <a:chOff x="11217977" y="6552879"/>
            <a:chExt cx="432093" cy="77405"/>
          </a:xfrm>
          <a:solidFill>
            <a:srgbClr val="FFFFFF"/>
          </a:solidFill>
        </p:grpSpPr>
        <p:sp>
          <p:nvSpPr>
            <p:cNvPr id="14" name="Freeform 13">
              <a:extLst>
                <a:ext uri="{FF2B5EF4-FFF2-40B4-BE49-F238E27FC236}">
                  <a16:creationId xmlns:a16="http://schemas.microsoft.com/office/drawing/2014/main" id="{93AF4DF7-B284-BB30-5DD2-7F572B5E97BE}"/>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15" name="Freeform 14">
              <a:extLst>
                <a:ext uri="{FF2B5EF4-FFF2-40B4-BE49-F238E27FC236}">
                  <a16:creationId xmlns:a16="http://schemas.microsoft.com/office/drawing/2014/main" id="{473AD12A-D6B7-54F4-8C88-B070BE2270F7}"/>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6" name="Freeform 15">
              <a:extLst>
                <a:ext uri="{FF2B5EF4-FFF2-40B4-BE49-F238E27FC236}">
                  <a16:creationId xmlns:a16="http://schemas.microsoft.com/office/drawing/2014/main" id="{4C9FCCEC-F0A8-637B-0FFC-2933C3D363BB}"/>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7" name="Freeform 16">
              <a:extLst>
                <a:ext uri="{FF2B5EF4-FFF2-40B4-BE49-F238E27FC236}">
                  <a16:creationId xmlns:a16="http://schemas.microsoft.com/office/drawing/2014/main" id="{B557450D-E4E1-8CF5-6E92-504F5B59914B}"/>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C4D43E1B-1AD5-42C7-9037-30D11D7814F9}"/>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spTree>
    <p:extLst>
      <p:ext uri="{BB962C8B-B14F-4D97-AF65-F5344CB8AC3E}">
        <p14:creationId xmlns:p14="http://schemas.microsoft.com/office/powerpoint/2010/main" val="2773135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Light 1">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AF3A1-FDF5-7911-0265-0BD087C8E6D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9" name="Title 1">
            <a:extLst>
              <a:ext uri="{FF2B5EF4-FFF2-40B4-BE49-F238E27FC236}">
                <a16:creationId xmlns:a16="http://schemas.microsoft.com/office/drawing/2014/main" id="{A6782F98-B42B-6943-A135-A0045ECEB48C}"/>
              </a:ext>
            </a:extLst>
          </p:cNvPr>
          <p:cNvSpPr>
            <a:spLocks noGrp="1"/>
          </p:cNvSpPr>
          <p:nvPr>
            <p:ph type="title" hasCustomPrompt="1"/>
          </p:nvPr>
        </p:nvSpPr>
        <p:spPr>
          <a:xfrm>
            <a:off x="916599" y="2669656"/>
            <a:ext cx="8940800" cy="2492830"/>
          </a:xfrm>
        </p:spPr>
        <p:txBody>
          <a:bodyPr anchor="b">
            <a:noAutofit/>
          </a:bodyPr>
          <a:lstStyle>
            <a:lvl1pPr>
              <a:lnSpc>
                <a:spcPct val="84000"/>
              </a:lnSpc>
              <a:defRPr sz="6600" b="1">
                <a:solidFill>
                  <a:srgbClr val="002060"/>
                </a:solidFill>
              </a:defRPr>
            </a:lvl1pPr>
          </a:lstStyle>
          <a:p>
            <a:r>
              <a:rPr lang="en-US" dirty="0"/>
              <a:t>Click To Edit Section Divider Title Style</a:t>
            </a:r>
          </a:p>
        </p:txBody>
      </p:sp>
      <p:sp>
        <p:nvSpPr>
          <p:cNvPr id="41" name="Subtitle 2">
            <a:extLst>
              <a:ext uri="{FF2B5EF4-FFF2-40B4-BE49-F238E27FC236}">
                <a16:creationId xmlns:a16="http://schemas.microsoft.com/office/drawing/2014/main" id="{DE0E6A78-172A-4A20-FD3B-613625FC4407}"/>
              </a:ext>
            </a:extLst>
          </p:cNvPr>
          <p:cNvSpPr>
            <a:spLocks noGrp="1"/>
          </p:cNvSpPr>
          <p:nvPr>
            <p:ph type="subTitle" idx="1"/>
          </p:nvPr>
        </p:nvSpPr>
        <p:spPr>
          <a:xfrm>
            <a:off x="916599" y="5359089"/>
            <a:ext cx="8940800" cy="941596"/>
          </a:xfrm>
        </p:spPr>
        <p:txBody>
          <a:bodyPr/>
          <a:lstStyle>
            <a:lvl1pPr marL="0" indent="0" algn="l">
              <a:buNone/>
              <a:defRPr sz="2400" b="0" i="0">
                <a:solidFill>
                  <a:schemeClr val="accent2"/>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Freeform 1">
            <a:extLst>
              <a:ext uri="{FF2B5EF4-FFF2-40B4-BE49-F238E27FC236}">
                <a16:creationId xmlns:a16="http://schemas.microsoft.com/office/drawing/2014/main" id="{17358B0B-704E-69C2-BA53-0D43D6102A10}"/>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4" name="Freeform 3">
            <a:extLst>
              <a:ext uri="{FF2B5EF4-FFF2-40B4-BE49-F238E27FC236}">
                <a16:creationId xmlns:a16="http://schemas.microsoft.com/office/drawing/2014/main" id="{8D13AA80-3E45-2678-D500-D362BAB00A08}"/>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5" name="Graphic 3">
            <a:extLst>
              <a:ext uri="{FF2B5EF4-FFF2-40B4-BE49-F238E27FC236}">
                <a16:creationId xmlns:a16="http://schemas.microsoft.com/office/drawing/2014/main" id="{9D7212ED-AAC1-BEA2-AD37-5E53ED919D4C}"/>
              </a:ext>
            </a:extLst>
          </p:cNvPr>
          <p:cNvGrpSpPr/>
          <p:nvPr userDrawn="1"/>
        </p:nvGrpSpPr>
        <p:grpSpPr>
          <a:xfrm>
            <a:off x="11217977" y="6552879"/>
            <a:ext cx="432093" cy="77405"/>
            <a:chOff x="11217977" y="6552879"/>
            <a:chExt cx="432093" cy="77405"/>
          </a:xfrm>
          <a:solidFill>
            <a:srgbClr val="FFFFFF"/>
          </a:solidFill>
        </p:grpSpPr>
        <p:sp>
          <p:nvSpPr>
            <p:cNvPr id="6" name="Freeform 5">
              <a:extLst>
                <a:ext uri="{FF2B5EF4-FFF2-40B4-BE49-F238E27FC236}">
                  <a16:creationId xmlns:a16="http://schemas.microsoft.com/office/drawing/2014/main" id="{0D7050B6-6C3A-F58B-BF25-50AFA5406A45}"/>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8E73856E-C5CC-2400-7A72-A63AD60AA987}"/>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7F319E36-850F-EA18-E5FE-A90DE55F6BC3}"/>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9" name="Freeform 8">
              <a:extLst>
                <a:ext uri="{FF2B5EF4-FFF2-40B4-BE49-F238E27FC236}">
                  <a16:creationId xmlns:a16="http://schemas.microsoft.com/office/drawing/2014/main" id="{09AF204C-9740-064D-56D1-622800A9CCE4}"/>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37D8B2CD-C1AB-3C32-A5B8-986A097A02C1}"/>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Tree>
    <p:extLst>
      <p:ext uri="{BB962C8B-B14F-4D97-AF65-F5344CB8AC3E}">
        <p14:creationId xmlns:p14="http://schemas.microsoft.com/office/powerpoint/2010/main" val="398064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Light 2">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F3CD6F-097A-C3F1-1A51-5CAF36C09880}"/>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12" name="Group 11">
            <a:extLst>
              <a:ext uri="{FF2B5EF4-FFF2-40B4-BE49-F238E27FC236}">
                <a16:creationId xmlns:a16="http://schemas.microsoft.com/office/drawing/2014/main" id="{5F8AE6DE-7D30-4D76-53F2-DA9C3AF397A6}"/>
              </a:ext>
            </a:extLst>
          </p:cNvPr>
          <p:cNvGrpSpPr/>
          <p:nvPr userDrawn="1"/>
        </p:nvGrpSpPr>
        <p:grpSpPr>
          <a:xfrm>
            <a:off x="11180146" y="6513177"/>
            <a:ext cx="516913" cy="156999"/>
            <a:chOff x="11180146" y="6513177"/>
            <a:chExt cx="516913" cy="156999"/>
          </a:xfrm>
        </p:grpSpPr>
        <p:sp>
          <p:nvSpPr>
            <p:cNvPr id="2" name="Freeform 1">
              <a:extLst>
                <a:ext uri="{FF2B5EF4-FFF2-40B4-BE49-F238E27FC236}">
                  <a16:creationId xmlns:a16="http://schemas.microsoft.com/office/drawing/2014/main" id="{F0E7B79C-B216-01F8-087A-CB032A0F2D55}"/>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3" name="Freeform 2">
              <a:extLst>
                <a:ext uri="{FF2B5EF4-FFF2-40B4-BE49-F238E27FC236}">
                  <a16:creationId xmlns:a16="http://schemas.microsoft.com/office/drawing/2014/main" id="{5DBE1C10-3E28-CE10-1D95-7C6A553815E3}"/>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4" name="Graphic 3">
              <a:extLst>
                <a:ext uri="{FF2B5EF4-FFF2-40B4-BE49-F238E27FC236}">
                  <a16:creationId xmlns:a16="http://schemas.microsoft.com/office/drawing/2014/main" id="{6881E2E9-0384-ADEC-19D2-B9D617A295C2}"/>
                </a:ext>
              </a:extLst>
            </p:cNvPr>
            <p:cNvGrpSpPr/>
            <p:nvPr userDrawn="1"/>
          </p:nvGrpSpPr>
          <p:grpSpPr>
            <a:xfrm>
              <a:off x="11217977" y="6552879"/>
              <a:ext cx="432093" cy="77405"/>
              <a:chOff x="11217977" y="6552879"/>
              <a:chExt cx="432093" cy="77405"/>
            </a:xfrm>
            <a:solidFill>
              <a:srgbClr val="FFFFFF"/>
            </a:solidFill>
          </p:grpSpPr>
          <p:sp>
            <p:nvSpPr>
              <p:cNvPr id="5" name="Freeform 4">
                <a:extLst>
                  <a:ext uri="{FF2B5EF4-FFF2-40B4-BE49-F238E27FC236}">
                    <a16:creationId xmlns:a16="http://schemas.microsoft.com/office/drawing/2014/main" id="{F000C670-4A1A-1ACA-D2B8-DEE4DA91D7DE}"/>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F2CC61A4-9C00-A3BA-E761-950A9EB6FEE5}"/>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79FB00FA-17A7-CAD5-4583-0EB4735E3057}"/>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9" name="Freeform 8">
                <a:extLst>
                  <a:ext uri="{FF2B5EF4-FFF2-40B4-BE49-F238E27FC236}">
                    <a16:creationId xmlns:a16="http://schemas.microsoft.com/office/drawing/2014/main" id="{0868B27E-6BE4-60C9-DDA0-769C35046E75}"/>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FCA05A2C-3E40-50C4-F3E1-5F3C896AD9E5}"/>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grpSp>
      <p:sp>
        <p:nvSpPr>
          <p:cNvPr id="13" name="Title 1">
            <a:extLst>
              <a:ext uri="{FF2B5EF4-FFF2-40B4-BE49-F238E27FC236}">
                <a16:creationId xmlns:a16="http://schemas.microsoft.com/office/drawing/2014/main" id="{6627E348-94B3-BD2E-E135-9CDABCB22B74}"/>
              </a:ext>
            </a:extLst>
          </p:cNvPr>
          <p:cNvSpPr>
            <a:spLocks noGrp="1"/>
          </p:cNvSpPr>
          <p:nvPr>
            <p:ph type="title" hasCustomPrompt="1"/>
          </p:nvPr>
        </p:nvSpPr>
        <p:spPr>
          <a:xfrm>
            <a:off x="916599" y="2587371"/>
            <a:ext cx="8940800" cy="1721393"/>
          </a:xfrm>
        </p:spPr>
        <p:txBody>
          <a:bodyPr anchor="t">
            <a:noAutofit/>
          </a:bodyPr>
          <a:lstStyle>
            <a:lvl1pPr>
              <a:lnSpc>
                <a:spcPct val="84000"/>
              </a:lnSpc>
              <a:defRPr sz="6600" b="1">
                <a:solidFill>
                  <a:srgbClr val="002060"/>
                </a:solidFill>
              </a:defRPr>
            </a:lvl1pPr>
          </a:lstStyle>
          <a:p>
            <a:r>
              <a:rPr lang="en-US" dirty="0"/>
              <a:t>Click To Edit Section Divider Title Style</a:t>
            </a:r>
          </a:p>
        </p:txBody>
      </p:sp>
      <p:sp>
        <p:nvSpPr>
          <p:cNvPr id="14" name="Subtitle 2">
            <a:extLst>
              <a:ext uri="{FF2B5EF4-FFF2-40B4-BE49-F238E27FC236}">
                <a16:creationId xmlns:a16="http://schemas.microsoft.com/office/drawing/2014/main" id="{BB5CBC24-448E-3059-67DC-7394BC4EDAC5}"/>
              </a:ext>
            </a:extLst>
          </p:cNvPr>
          <p:cNvSpPr>
            <a:spLocks noGrp="1"/>
          </p:cNvSpPr>
          <p:nvPr>
            <p:ph type="subTitle" idx="1"/>
          </p:nvPr>
        </p:nvSpPr>
        <p:spPr>
          <a:xfrm>
            <a:off x="916599" y="4484713"/>
            <a:ext cx="8940800" cy="941596"/>
          </a:xfrm>
        </p:spPr>
        <p:txBody>
          <a:bodyPr/>
          <a:lstStyle>
            <a:lvl1pPr marL="0" indent="0" algn="l">
              <a:buNone/>
              <a:defRPr sz="2400" b="0" i="0">
                <a:solidFill>
                  <a:srgbClr val="002060"/>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5" name="Graphic 14">
            <a:extLst>
              <a:ext uri="{FF2B5EF4-FFF2-40B4-BE49-F238E27FC236}">
                <a16:creationId xmlns:a16="http://schemas.microsoft.com/office/drawing/2014/main" id="{036A83C9-8FB7-7B16-C735-7DED4F3E8B7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9346" y="2095618"/>
            <a:ext cx="669737" cy="278430"/>
          </a:xfrm>
          <a:prstGeom prst="rect">
            <a:avLst/>
          </a:prstGeom>
        </p:spPr>
      </p:pic>
    </p:spTree>
    <p:extLst>
      <p:ext uri="{BB962C8B-B14F-4D97-AF65-F5344CB8AC3E}">
        <p14:creationId xmlns:p14="http://schemas.microsoft.com/office/powerpoint/2010/main" val="13669204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Slide Dark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B6190-AA75-02A1-3DC5-DF523E0BF7A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8861AD86-A9D9-99CC-7BBD-968A3537478E}"/>
              </a:ext>
            </a:extLst>
          </p:cNvPr>
          <p:cNvSpPr>
            <a:spLocks noGrp="1"/>
          </p:cNvSpPr>
          <p:nvPr>
            <p:ph type="title" hasCustomPrompt="1"/>
          </p:nvPr>
        </p:nvSpPr>
        <p:spPr>
          <a:xfrm>
            <a:off x="916599" y="2286673"/>
            <a:ext cx="8940800" cy="2492830"/>
          </a:xfrm>
        </p:spPr>
        <p:txBody>
          <a:bodyPr anchor="t">
            <a:noAutofit/>
          </a:bodyPr>
          <a:lstStyle>
            <a:lvl1pPr>
              <a:lnSpc>
                <a:spcPct val="84000"/>
              </a:lnSpc>
              <a:defRPr sz="5400" b="1">
                <a:solidFill>
                  <a:schemeClr val="bg1"/>
                </a:solidFill>
                <a:effectLst>
                  <a:outerShdw blurRad="127000" algn="ctr" rotWithShape="0">
                    <a:prstClr val="black">
                      <a:alpha val="8000"/>
                    </a:prstClr>
                  </a:outerShdw>
                </a:effectLst>
              </a:defRPr>
            </a:lvl1pPr>
          </a:lstStyle>
          <a:p>
            <a:r>
              <a:rPr lang="en-US"/>
              <a:t>Click to edit quote </a:t>
            </a:r>
            <a:br>
              <a:rPr lang="ru-RU"/>
            </a:br>
            <a:r>
              <a:rPr lang="en-US"/>
              <a:t>or call-out title style</a:t>
            </a:r>
          </a:p>
        </p:txBody>
      </p:sp>
      <p:sp>
        <p:nvSpPr>
          <p:cNvPr id="4" name="object 2">
            <a:extLst>
              <a:ext uri="{FF2B5EF4-FFF2-40B4-BE49-F238E27FC236}">
                <a16:creationId xmlns:a16="http://schemas.microsoft.com/office/drawing/2014/main" id="{4A3F2B53-0FB8-5AC7-9C50-AA54EBC56314}"/>
              </a:ext>
            </a:extLst>
          </p:cNvPr>
          <p:cNvSpPr/>
          <p:nvPr userDrawn="1"/>
        </p:nvSpPr>
        <p:spPr>
          <a:xfrm>
            <a:off x="526128" y="1947004"/>
            <a:ext cx="543873" cy="543873"/>
          </a:xfrm>
          <a:custGeom>
            <a:avLst/>
            <a:gdLst/>
            <a:ahLst/>
            <a:cxnLst/>
            <a:rect l="l" t="t" r="r" b="b"/>
            <a:pathLst>
              <a:path w="828675" h="828675">
                <a:moveTo>
                  <a:pt x="828121" y="0"/>
                </a:moveTo>
                <a:lnTo>
                  <a:pt x="511712" y="565"/>
                </a:lnTo>
                <a:lnTo>
                  <a:pt x="468206" y="4936"/>
                </a:lnTo>
                <a:lnTo>
                  <a:pt x="426776" y="17574"/>
                </a:lnTo>
                <a:lnTo>
                  <a:pt x="388579" y="37999"/>
                </a:lnTo>
                <a:lnTo>
                  <a:pt x="354774" y="65736"/>
                </a:lnTo>
                <a:lnTo>
                  <a:pt x="65736" y="354774"/>
                </a:lnTo>
                <a:lnTo>
                  <a:pt x="38004" y="388579"/>
                </a:lnTo>
                <a:lnTo>
                  <a:pt x="17577" y="426774"/>
                </a:lnTo>
                <a:lnTo>
                  <a:pt x="4938" y="468201"/>
                </a:lnTo>
                <a:lnTo>
                  <a:pt x="565" y="511701"/>
                </a:lnTo>
                <a:lnTo>
                  <a:pt x="0" y="828110"/>
                </a:lnTo>
                <a:lnTo>
                  <a:pt x="235553" y="828110"/>
                </a:lnTo>
                <a:lnTo>
                  <a:pt x="236087" y="280776"/>
                </a:lnTo>
                <a:lnTo>
                  <a:pt x="239616" y="263356"/>
                </a:lnTo>
                <a:lnTo>
                  <a:pt x="249213" y="249132"/>
                </a:lnTo>
                <a:lnTo>
                  <a:pt x="263438" y="239540"/>
                </a:lnTo>
                <a:lnTo>
                  <a:pt x="280850" y="236013"/>
                </a:lnTo>
                <a:lnTo>
                  <a:pt x="828121" y="235553"/>
                </a:lnTo>
                <a:lnTo>
                  <a:pt x="828121" y="0"/>
                </a:lnTo>
                <a:close/>
              </a:path>
            </a:pathLst>
          </a:custGeom>
          <a:solidFill>
            <a:schemeClr val="bg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4F5860"/>
              </a:solidFill>
              <a:effectLst/>
              <a:uLnTx/>
              <a:uFillTx/>
            </a:endParaRPr>
          </a:p>
        </p:txBody>
      </p:sp>
      <p:grpSp>
        <p:nvGrpSpPr>
          <p:cNvPr id="11" name="Group 10">
            <a:extLst>
              <a:ext uri="{FF2B5EF4-FFF2-40B4-BE49-F238E27FC236}">
                <a16:creationId xmlns:a16="http://schemas.microsoft.com/office/drawing/2014/main" id="{BE877CDC-9F61-CF2A-EEE2-EAC796A8BE38}"/>
              </a:ext>
            </a:extLst>
          </p:cNvPr>
          <p:cNvGrpSpPr/>
          <p:nvPr userDrawn="1"/>
        </p:nvGrpSpPr>
        <p:grpSpPr>
          <a:xfrm>
            <a:off x="11180146" y="6513177"/>
            <a:ext cx="516913" cy="156999"/>
            <a:chOff x="11180146" y="6513177"/>
            <a:chExt cx="516913" cy="156999"/>
          </a:xfrm>
        </p:grpSpPr>
        <p:sp>
          <p:nvSpPr>
            <p:cNvPr id="12" name="Freeform 11">
              <a:extLst>
                <a:ext uri="{FF2B5EF4-FFF2-40B4-BE49-F238E27FC236}">
                  <a16:creationId xmlns:a16="http://schemas.microsoft.com/office/drawing/2014/main" id="{7B7C99B9-2175-11B3-2E6D-175A47E3C819}"/>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13" name="Freeform 12">
              <a:extLst>
                <a:ext uri="{FF2B5EF4-FFF2-40B4-BE49-F238E27FC236}">
                  <a16:creationId xmlns:a16="http://schemas.microsoft.com/office/drawing/2014/main" id="{70A1A9E5-FDF1-FDEE-D28B-33E6C1ECE3E9}"/>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4" name="Graphic 3">
              <a:extLst>
                <a:ext uri="{FF2B5EF4-FFF2-40B4-BE49-F238E27FC236}">
                  <a16:creationId xmlns:a16="http://schemas.microsoft.com/office/drawing/2014/main" id="{D5915BA5-E4C9-0887-EBD8-8FD84356517B}"/>
                </a:ext>
              </a:extLst>
            </p:cNvPr>
            <p:cNvGrpSpPr/>
            <p:nvPr userDrawn="1"/>
          </p:nvGrpSpPr>
          <p:grpSpPr>
            <a:xfrm>
              <a:off x="11217977" y="6552879"/>
              <a:ext cx="432093" cy="77405"/>
              <a:chOff x="11217977" y="6552879"/>
              <a:chExt cx="432093" cy="77405"/>
            </a:xfrm>
            <a:solidFill>
              <a:srgbClr val="FFFFFF"/>
            </a:solidFill>
          </p:grpSpPr>
          <p:sp>
            <p:nvSpPr>
              <p:cNvPr id="15" name="Freeform 14">
                <a:extLst>
                  <a:ext uri="{FF2B5EF4-FFF2-40B4-BE49-F238E27FC236}">
                    <a16:creationId xmlns:a16="http://schemas.microsoft.com/office/drawing/2014/main" id="{049ED37F-714C-E0EE-7BCC-53659B30F527}"/>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16" name="Freeform 15">
                <a:extLst>
                  <a:ext uri="{FF2B5EF4-FFF2-40B4-BE49-F238E27FC236}">
                    <a16:creationId xmlns:a16="http://schemas.microsoft.com/office/drawing/2014/main" id="{0C744267-BB2E-1FAE-5423-86CB86D30D3C}"/>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7" name="Freeform 16">
                <a:extLst>
                  <a:ext uri="{FF2B5EF4-FFF2-40B4-BE49-F238E27FC236}">
                    <a16:creationId xmlns:a16="http://schemas.microsoft.com/office/drawing/2014/main" id="{40DD74C3-1082-FF23-379E-7B10005A1006}"/>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BEE5FA69-6540-B5A2-ACD7-AAE838829AD7}"/>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9" name="Freeform 18">
                <a:extLst>
                  <a:ext uri="{FF2B5EF4-FFF2-40B4-BE49-F238E27FC236}">
                    <a16:creationId xmlns:a16="http://schemas.microsoft.com/office/drawing/2014/main" id="{0E463D09-5EB9-241F-532C-2F96DB8E35B5}"/>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grpSp>
    </p:spTree>
    <p:extLst>
      <p:ext uri="{BB962C8B-B14F-4D97-AF65-F5344CB8AC3E}">
        <p14:creationId xmlns:p14="http://schemas.microsoft.com/office/powerpoint/2010/main" val="3701438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Slide Dark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88CB83-21CF-4C05-47D9-A33CF522EB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8861AD86-A9D9-99CC-7BBD-968A3537478E}"/>
              </a:ext>
            </a:extLst>
          </p:cNvPr>
          <p:cNvSpPr>
            <a:spLocks noGrp="1"/>
          </p:cNvSpPr>
          <p:nvPr>
            <p:ph type="title" hasCustomPrompt="1"/>
          </p:nvPr>
        </p:nvSpPr>
        <p:spPr>
          <a:xfrm>
            <a:off x="1625600" y="2302439"/>
            <a:ext cx="8940800" cy="2492830"/>
          </a:xfrm>
        </p:spPr>
        <p:txBody>
          <a:bodyPr anchor="t">
            <a:noAutofit/>
          </a:bodyPr>
          <a:lstStyle>
            <a:lvl1pPr algn="ctr">
              <a:lnSpc>
                <a:spcPct val="84000"/>
              </a:lnSpc>
              <a:defRPr sz="5400" b="1">
                <a:solidFill>
                  <a:schemeClr val="bg1"/>
                </a:solidFill>
                <a:effectLst>
                  <a:outerShdw blurRad="127000" algn="ctr" rotWithShape="0">
                    <a:prstClr val="black">
                      <a:alpha val="8000"/>
                    </a:prstClr>
                  </a:outerShdw>
                </a:effectLst>
              </a:defRPr>
            </a:lvl1pPr>
          </a:lstStyle>
          <a:p>
            <a:r>
              <a:rPr lang="en-US"/>
              <a:t>Click to edit quote </a:t>
            </a:r>
            <a:br>
              <a:rPr lang="ru-RU"/>
            </a:br>
            <a:r>
              <a:rPr lang="en-US"/>
              <a:t>or call-out title style</a:t>
            </a:r>
          </a:p>
        </p:txBody>
      </p:sp>
      <p:grpSp>
        <p:nvGrpSpPr>
          <p:cNvPr id="2" name="Group 1">
            <a:extLst>
              <a:ext uri="{FF2B5EF4-FFF2-40B4-BE49-F238E27FC236}">
                <a16:creationId xmlns:a16="http://schemas.microsoft.com/office/drawing/2014/main" id="{4E010D90-B395-0958-A5ED-F521BDDD1046}"/>
              </a:ext>
            </a:extLst>
          </p:cNvPr>
          <p:cNvGrpSpPr/>
          <p:nvPr userDrawn="1"/>
        </p:nvGrpSpPr>
        <p:grpSpPr>
          <a:xfrm>
            <a:off x="11180146" y="6513177"/>
            <a:ext cx="516913" cy="156999"/>
            <a:chOff x="11180146" y="6513177"/>
            <a:chExt cx="516913" cy="156999"/>
          </a:xfrm>
        </p:grpSpPr>
        <p:sp>
          <p:nvSpPr>
            <p:cNvPr id="4" name="Freeform 3">
              <a:extLst>
                <a:ext uri="{FF2B5EF4-FFF2-40B4-BE49-F238E27FC236}">
                  <a16:creationId xmlns:a16="http://schemas.microsoft.com/office/drawing/2014/main" id="{08034616-2F40-FAE5-CFF1-B9122A5AF8F9}"/>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chemeClr val="bg1"/>
            </a:solidFill>
            <a:ln w="854" cap="flat">
              <a:noFill/>
              <a:prstDash val="solid"/>
              <a:miter/>
            </a:ln>
          </p:spPr>
          <p:txBody>
            <a:bodyPr/>
            <a:lstStyle/>
            <a:p>
              <a:endParaRPr lang="en-RO"/>
            </a:p>
          </p:txBody>
        </p:sp>
        <p:sp>
          <p:nvSpPr>
            <p:cNvPr id="5" name="Freeform 4">
              <a:extLst>
                <a:ext uri="{FF2B5EF4-FFF2-40B4-BE49-F238E27FC236}">
                  <a16:creationId xmlns:a16="http://schemas.microsoft.com/office/drawing/2014/main" id="{C5BAB49C-6180-08D5-7412-D344C9BAAB8A}"/>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6" name="Graphic 3">
              <a:extLst>
                <a:ext uri="{FF2B5EF4-FFF2-40B4-BE49-F238E27FC236}">
                  <a16:creationId xmlns:a16="http://schemas.microsoft.com/office/drawing/2014/main" id="{9FBE3085-E1B3-1BAC-CFB2-3FEBC1E9203D}"/>
                </a:ext>
              </a:extLst>
            </p:cNvPr>
            <p:cNvGrpSpPr/>
            <p:nvPr userDrawn="1"/>
          </p:nvGrpSpPr>
          <p:grpSpPr>
            <a:xfrm>
              <a:off x="11217977" y="6552879"/>
              <a:ext cx="432093" cy="77405"/>
              <a:chOff x="11217977" y="6552879"/>
              <a:chExt cx="432093" cy="77405"/>
            </a:xfrm>
            <a:solidFill>
              <a:srgbClr val="FFFFFF"/>
            </a:solidFill>
          </p:grpSpPr>
          <p:sp>
            <p:nvSpPr>
              <p:cNvPr id="7" name="Freeform 6">
                <a:extLst>
                  <a:ext uri="{FF2B5EF4-FFF2-40B4-BE49-F238E27FC236}">
                    <a16:creationId xmlns:a16="http://schemas.microsoft.com/office/drawing/2014/main" id="{165F05D2-EDB2-F3B1-7877-B2DDA26A8526}"/>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chemeClr val="accent2"/>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A678C58E-EB2D-4F43-1A54-14A69C6285DD}"/>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chemeClr val="accent2"/>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FC37360D-9444-FB07-6184-E0531A0447D1}"/>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chemeClr val="accent2"/>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8D8AA9BC-EC07-39DF-2021-A92F31061644}"/>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chemeClr val="accent2"/>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E4F2988D-5BBC-93BC-A059-9B63BEC15498}"/>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chemeClr val="accent2"/>
              </a:solidFill>
              <a:ln w="854" cap="flat">
                <a:noFill/>
                <a:prstDash val="solid"/>
                <a:miter/>
              </a:ln>
            </p:spPr>
            <p:txBody>
              <a:bodyPr/>
              <a:lstStyle/>
              <a:p>
                <a:endParaRPr lang="en-RO"/>
              </a:p>
            </p:txBody>
          </p:sp>
        </p:grpSp>
      </p:grpSp>
    </p:spTree>
    <p:extLst>
      <p:ext uri="{BB962C8B-B14F-4D97-AF65-F5344CB8AC3E}">
        <p14:creationId xmlns:p14="http://schemas.microsoft.com/office/powerpoint/2010/main" val="3286199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Slide Light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2EA1C-D89A-4D66-B85E-9F258292F94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object 2">
            <a:extLst>
              <a:ext uri="{FF2B5EF4-FFF2-40B4-BE49-F238E27FC236}">
                <a16:creationId xmlns:a16="http://schemas.microsoft.com/office/drawing/2014/main" id="{4A3F2B53-0FB8-5AC7-9C50-AA54EBC56314}"/>
              </a:ext>
            </a:extLst>
          </p:cNvPr>
          <p:cNvSpPr/>
          <p:nvPr userDrawn="1"/>
        </p:nvSpPr>
        <p:spPr>
          <a:xfrm>
            <a:off x="526128" y="1947004"/>
            <a:ext cx="543873" cy="543873"/>
          </a:xfrm>
          <a:custGeom>
            <a:avLst/>
            <a:gdLst/>
            <a:ahLst/>
            <a:cxnLst/>
            <a:rect l="l" t="t" r="r" b="b"/>
            <a:pathLst>
              <a:path w="828675" h="828675">
                <a:moveTo>
                  <a:pt x="828121" y="0"/>
                </a:moveTo>
                <a:lnTo>
                  <a:pt x="511712" y="565"/>
                </a:lnTo>
                <a:lnTo>
                  <a:pt x="468206" y="4936"/>
                </a:lnTo>
                <a:lnTo>
                  <a:pt x="426776" y="17574"/>
                </a:lnTo>
                <a:lnTo>
                  <a:pt x="388579" y="37999"/>
                </a:lnTo>
                <a:lnTo>
                  <a:pt x="354774" y="65736"/>
                </a:lnTo>
                <a:lnTo>
                  <a:pt x="65736" y="354774"/>
                </a:lnTo>
                <a:lnTo>
                  <a:pt x="38004" y="388579"/>
                </a:lnTo>
                <a:lnTo>
                  <a:pt x="17577" y="426774"/>
                </a:lnTo>
                <a:lnTo>
                  <a:pt x="4938" y="468201"/>
                </a:lnTo>
                <a:lnTo>
                  <a:pt x="565" y="511701"/>
                </a:lnTo>
                <a:lnTo>
                  <a:pt x="0" y="828110"/>
                </a:lnTo>
                <a:lnTo>
                  <a:pt x="235553" y="828110"/>
                </a:lnTo>
                <a:lnTo>
                  <a:pt x="236087" y="280776"/>
                </a:lnTo>
                <a:lnTo>
                  <a:pt x="239616" y="263356"/>
                </a:lnTo>
                <a:lnTo>
                  <a:pt x="249213" y="249132"/>
                </a:lnTo>
                <a:lnTo>
                  <a:pt x="263438" y="239540"/>
                </a:lnTo>
                <a:lnTo>
                  <a:pt x="280850" y="236013"/>
                </a:lnTo>
                <a:lnTo>
                  <a:pt x="828121" y="235553"/>
                </a:lnTo>
                <a:lnTo>
                  <a:pt x="828121" y="0"/>
                </a:lnTo>
                <a:close/>
              </a:path>
            </a:pathLst>
          </a:custGeom>
          <a:solidFill>
            <a:srgbClr val="00D15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4F5860"/>
              </a:solidFill>
              <a:effectLst/>
              <a:uLnTx/>
              <a:uFillTx/>
            </a:endParaRPr>
          </a:p>
        </p:txBody>
      </p:sp>
      <p:sp>
        <p:nvSpPr>
          <p:cNvPr id="6" name="Title 1">
            <a:extLst>
              <a:ext uri="{FF2B5EF4-FFF2-40B4-BE49-F238E27FC236}">
                <a16:creationId xmlns:a16="http://schemas.microsoft.com/office/drawing/2014/main" id="{74A7BD86-C062-B7E3-645F-3323966F1537}"/>
              </a:ext>
            </a:extLst>
          </p:cNvPr>
          <p:cNvSpPr>
            <a:spLocks noGrp="1"/>
          </p:cNvSpPr>
          <p:nvPr>
            <p:ph type="title" hasCustomPrompt="1"/>
          </p:nvPr>
        </p:nvSpPr>
        <p:spPr>
          <a:xfrm>
            <a:off x="916599" y="2286673"/>
            <a:ext cx="8940800" cy="2492830"/>
          </a:xfrm>
        </p:spPr>
        <p:txBody>
          <a:bodyPr anchor="t">
            <a:noAutofit/>
          </a:bodyPr>
          <a:lstStyle>
            <a:lvl1pPr>
              <a:lnSpc>
                <a:spcPct val="84000"/>
              </a:lnSpc>
              <a:defRPr sz="5400" b="1">
                <a:solidFill>
                  <a:srgbClr val="002060"/>
                </a:solidFill>
                <a:effectLst/>
              </a:defRPr>
            </a:lvl1pPr>
          </a:lstStyle>
          <a:p>
            <a:r>
              <a:rPr lang="en-US"/>
              <a:t>Click to edit quote </a:t>
            </a:r>
            <a:br>
              <a:rPr lang="ru-RU"/>
            </a:br>
            <a:r>
              <a:rPr lang="en-US"/>
              <a:t>or call-out title style</a:t>
            </a:r>
          </a:p>
        </p:txBody>
      </p:sp>
      <p:grpSp>
        <p:nvGrpSpPr>
          <p:cNvPr id="2" name="Group 1">
            <a:extLst>
              <a:ext uri="{FF2B5EF4-FFF2-40B4-BE49-F238E27FC236}">
                <a16:creationId xmlns:a16="http://schemas.microsoft.com/office/drawing/2014/main" id="{2C169289-505B-2F65-3358-DBB98C7E68E3}"/>
              </a:ext>
            </a:extLst>
          </p:cNvPr>
          <p:cNvGrpSpPr/>
          <p:nvPr userDrawn="1"/>
        </p:nvGrpSpPr>
        <p:grpSpPr>
          <a:xfrm>
            <a:off x="11180146" y="6513177"/>
            <a:ext cx="516913" cy="156999"/>
            <a:chOff x="11180146" y="6513177"/>
            <a:chExt cx="516913" cy="156999"/>
          </a:xfrm>
        </p:grpSpPr>
        <p:sp>
          <p:nvSpPr>
            <p:cNvPr id="5" name="Freeform 4">
              <a:extLst>
                <a:ext uri="{FF2B5EF4-FFF2-40B4-BE49-F238E27FC236}">
                  <a16:creationId xmlns:a16="http://schemas.microsoft.com/office/drawing/2014/main" id="{40F9A10B-AFC7-217D-B995-06C7AA6899AE}"/>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EDE4D447-C77B-872C-C199-BC46663AEC92}"/>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8" name="Graphic 3">
              <a:extLst>
                <a:ext uri="{FF2B5EF4-FFF2-40B4-BE49-F238E27FC236}">
                  <a16:creationId xmlns:a16="http://schemas.microsoft.com/office/drawing/2014/main" id="{F1696B8F-04AE-B555-15F5-9BAA4F3EC0D8}"/>
                </a:ext>
              </a:extLst>
            </p:cNvPr>
            <p:cNvGrpSpPr/>
            <p:nvPr userDrawn="1"/>
          </p:nvGrpSpPr>
          <p:grpSpPr>
            <a:xfrm>
              <a:off x="11217977" y="6552879"/>
              <a:ext cx="432093" cy="77405"/>
              <a:chOff x="11217977" y="6552879"/>
              <a:chExt cx="432093" cy="77405"/>
            </a:xfrm>
            <a:solidFill>
              <a:srgbClr val="FFFFFF"/>
            </a:solidFill>
          </p:grpSpPr>
          <p:sp>
            <p:nvSpPr>
              <p:cNvPr id="9" name="Freeform 8">
                <a:extLst>
                  <a:ext uri="{FF2B5EF4-FFF2-40B4-BE49-F238E27FC236}">
                    <a16:creationId xmlns:a16="http://schemas.microsoft.com/office/drawing/2014/main" id="{67937ED1-9F4E-4B0C-D7DC-DE447C9AAE1D}"/>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438A67C1-6C41-D844-950E-8CDF4D6128B2}"/>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A10682FD-24F3-D345-2B00-DE4CA384CD01}"/>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B4ADCBCA-BF44-3A75-6F9B-917067835D87}"/>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3" name="Freeform 12">
                <a:extLst>
                  <a:ext uri="{FF2B5EF4-FFF2-40B4-BE49-F238E27FC236}">
                    <a16:creationId xmlns:a16="http://schemas.microsoft.com/office/drawing/2014/main" id="{D272C6FD-D81F-C67C-3C08-C3583B97A580}"/>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grpSp>
    </p:spTree>
    <p:extLst>
      <p:ext uri="{BB962C8B-B14F-4D97-AF65-F5344CB8AC3E}">
        <p14:creationId xmlns:p14="http://schemas.microsoft.com/office/powerpoint/2010/main" val="3948280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lide Light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4F7037-981C-9665-D1D7-7B2F9AFC6E0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8861AD86-A9D9-99CC-7BBD-968A3537478E}"/>
              </a:ext>
            </a:extLst>
          </p:cNvPr>
          <p:cNvSpPr>
            <a:spLocks noGrp="1"/>
          </p:cNvSpPr>
          <p:nvPr>
            <p:ph type="title" hasCustomPrompt="1"/>
          </p:nvPr>
        </p:nvSpPr>
        <p:spPr>
          <a:xfrm>
            <a:off x="1625600" y="2302439"/>
            <a:ext cx="8940800" cy="2492830"/>
          </a:xfrm>
        </p:spPr>
        <p:txBody>
          <a:bodyPr anchor="t">
            <a:noAutofit/>
          </a:bodyPr>
          <a:lstStyle>
            <a:lvl1pPr algn="ctr">
              <a:lnSpc>
                <a:spcPct val="84000"/>
              </a:lnSpc>
              <a:defRPr sz="5400" b="1">
                <a:solidFill>
                  <a:srgbClr val="002060"/>
                </a:solidFill>
                <a:effectLst/>
              </a:defRPr>
            </a:lvl1pPr>
          </a:lstStyle>
          <a:p>
            <a:r>
              <a:rPr lang="en-US"/>
              <a:t>Click to edit quote </a:t>
            </a:r>
            <a:br>
              <a:rPr lang="ru-RU"/>
            </a:br>
            <a:r>
              <a:rPr lang="en-US"/>
              <a:t>or call-out title style</a:t>
            </a:r>
          </a:p>
        </p:txBody>
      </p:sp>
      <p:grpSp>
        <p:nvGrpSpPr>
          <p:cNvPr id="3" name="Group 2">
            <a:extLst>
              <a:ext uri="{FF2B5EF4-FFF2-40B4-BE49-F238E27FC236}">
                <a16:creationId xmlns:a16="http://schemas.microsoft.com/office/drawing/2014/main" id="{8B0D1728-E64D-1033-87EB-BC2D90F540AB}"/>
              </a:ext>
            </a:extLst>
          </p:cNvPr>
          <p:cNvGrpSpPr/>
          <p:nvPr userDrawn="1"/>
        </p:nvGrpSpPr>
        <p:grpSpPr>
          <a:xfrm>
            <a:off x="11180146" y="6513177"/>
            <a:ext cx="516913" cy="156999"/>
            <a:chOff x="11180146" y="6513177"/>
            <a:chExt cx="516913" cy="156999"/>
          </a:xfrm>
        </p:grpSpPr>
        <p:sp>
          <p:nvSpPr>
            <p:cNvPr id="4" name="Freeform 3">
              <a:extLst>
                <a:ext uri="{FF2B5EF4-FFF2-40B4-BE49-F238E27FC236}">
                  <a16:creationId xmlns:a16="http://schemas.microsoft.com/office/drawing/2014/main" id="{56E2FE4D-CE17-F2E0-280A-C4BB4D453F19}"/>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5" name="Freeform 4">
              <a:extLst>
                <a:ext uri="{FF2B5EF4-FFF2-40B4-BE49-F238E27FC236}">
                  <a16:creationId xmlns:a16="http://schemas.microsoft.com/office/drawing/2014/main" id="{A211F901-1DFB-368A-A3D8-001AC318145A}"/>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6" name="Graphic 3">
              <a:extLst>
                <a:ext uri="{FF2B5EF4-FFF2-40B4-BE49-F238E27FC236}">
                  <a16:creationId xmlns:a16="http://schemas.microsoft.com/office/drawing/2014/main" id="{226C0A78-17D6-07B9-93A8-0264A24DA17D}"/>
                </a:ext>
              </a:extLst>
            </p:cNvPr>
            <p:cNvGrpSpPr/>
            <p:nvPr userDrawn="1"/>
          </p:nvGrpSpPr>
          <p:grpSpPr>
            <a:xfrm>
              <a:off x="11217977" y="6552879"/>
              <a:ext cx="432093" cy="77405"/>
              <a:chOff x="11217977" y="6552879"/>
              <a:chExt cx="432093" cy="77405"/>
            </a:xfrm>
            <a:solidFill>
              <a:srgbClr val="FFFFFF"/>
            </a:solidFill>
          </p:grpSpPr>
          <p:sp>
            <p:nvSpPr>
              <p:cNvPr id="7" name="Freeform 6">
                <a:extLst>
                  <a:ext uri="{FF2B5EF4-FFF2-40B4-BE49-F238E27FC236}">
                    <a16:creationId xmlns:a16="http://schemas.microsoft.com/office/drawing/2014/main" id="{4CC34113-B919-E041-D81D-E60653A87DFE}"/>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2B20CC6E-0E43-E0C2-F917-D74F360A6CE0}"/>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C2F33F41-1692-573D-1E47-08A1AA40FCA6}"/>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076F6635-FC31-0FA4-188E-DDD1DCF93CF5}"/>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4B260FE8-AECC-D8C3-45EE-9675233E9D56}"/>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grpSp>
    </p:spTree>
    <p:extLst>
      <p:ext uri="{BB962C8B-B14F-4D97-AF65-F5344CB8AC3E}">
        <p14:creationId xmlns:p14="http://schemas.microsoft.com/office/powerpoint/2010/main" val="3954955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9A6319-2CCA-308D-05AD-C096AFA67908}"/>
              </a:ext>
            </a:extLst>
          </p:cNvPr>
          <p:cNvPicPr>
            <a:picLocks noChangeAspect="1"/>
          </p:cNvPicPr>
          <p:nvPr userDrawn="1"/>
        </p:nvPicPr>
        <p:blipFill>
          <a:blip r:embed="rId2" cstate="screen">
            <a:extLst>
              <a:ext uri="{28A0092B-C50C-407E-A947-70E740481C1C}">
                <a14:useLocalDpi xmlns:a14="http://schemas.microsoft.com/office/drawing/2010/main"/>
              </a:ext>
            </a:extLst>
          </a:blip>
          <a:srcRect r="1915"/>
          <a:stretch>
            <a:fillRect/>
          </a:stretch>
        </p:blipFill>
        <p:spPr>
          <a:xfrm>
            <a:off x="-31750" y="0"/>
            <a:ext cx="6010398" cy="6858000"/>
          </a:xfrm>
          <a:prstGeom prst="rect">
            <a:avLst/>
          </a:prstGeom>
        </p:spPr>
      </p:pic>
      <p:sp>
        <p:nvSpPr>
          <p:cNvPr id="9" name="Text Placeholder 8">
            <a:extLst>
              <a:ext uri="{FF2B5EF4-FFF2-40B4-BE49-F238E27FC236}">
                <a16:creationId xmlns:a16="http://schemas.microsoft.com/office/drawing/2014/main" id="{7D0C2672-616F-7E48-D192-190D79314B2A}"/>
              </a:ext>
            </a:extLst>
          </p:cNvPr>
          <p:cNvSpPr>
            <a:spLocks noGrp="1"/>
          </p:cNvSpPr>
          <p:nvPr>
            <p:ph type="body" sz="quarter" idx="13" hasCustomPrompt="1"/>
          </p:nvPr>
        </p:nvSpPr>
        <p:spPr>
          <a:xfrm>
            <a:off x="6572251" y="696686"/>
            <a:ext cx="5121312" cy="5464628"/>
          </a:xfrm>
          <a:prstGeom prst="rect">
            <a:avLst/>
          </a:prstGeom>
        </p:spPr>
        <p:txBody>
          <a:bodyPr anchor="ctr">
            <a:noAutofit/>
          </a:bodyPr>
          <a:lstStyle>
            <a:lvl1pPr marL="0" indent="0">
              <a:lnSpc>
                <a:spcPct val="87000"/>
              </a:lnSpc>
              <a:spcBef>
                <a:spcPts val="900"/>
              </a:spcBef>
              <a:spcAft>
                <a:spcPts val="900"/>
              </a:spcAft>
              <a:buClr>
                <a:srgbClr val="8E71F4"/>
              </a:buClr>
              <a:buFont typeface="ES Build Neutral" pitchFamily="50" charset="0"/>
              <a:buChar char="​"/>
              <a:defRPr sz="3400">
                <a:solidFill>
                  <a:schemeClr val="tx1"/>
                </a:solidFill>
              </a:defRPr>
            </a:lvl1pPr>
            <a:lvl2pPr marL="7938" indent="-7938">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vl6pPr marL="27432" indent="0">
              <a:lnSpc>
                <a:spcPct val="67000"/>
              </a:lnSpc>
              <a:spcBef>
                <a:spcPts val="600"/>
              </a:spcBef>
              <a:spcAft>
                <a:spcPts val="0"/>
              </a:spcAft>
              <a:buFont typeface="ES Build Neutral" pitchFamily="50" charset="0"/>
              <a:buNone/>
              <a:tabLst/>
              <a:defRPr sz="2800" b="0">
                <a:solidFill>
                  <a:schemeClr val="tx1"/>
                </a:solidFill>
                <a:latin typeface="ES Build Neutral" pitchFamily="2" charset="77"/>
                <a:ea typeface="ES Build Neutral" pitchFamily="2" charset="77"/>
              </a:defRPr>
            </a:lvl6pPr>
            <a:lvl7pPr marL="571500" indent="-571500">
              <a:lnSpc>
                <a:spcPct val="100000"/>
              </a:lnSpc>
              <a:spcBef>
                <a:spcPts val="1500"/>
              </a:spcBef>
              <a:spcAft>
                <a:spcPts val="0"/>
              </a:spcAft>
              <a:buClr>
                <a:srgbClr val="01B0FE"/>
              </a:buClr>
              <a:buFont typeface="Arial" panose="020B0604020202020204" pitchFamily="34" charset="0"/>
              <a:buChar char="•"/>
              <a:defRPr sz="2000" spc="0" baseline="0">
                <a:solidFill>
                  <a:schemeClr val="tx1"/>
                </a:solidFill>
                <a:latin typeface="ES Build Neutral" pitchFamily="2" charset="77"/>
                <a:ea typeface="ES Build Neutral" pitchFamily="2" charset="77"/>
              </a:defRPr>
            </a:lvl7pPr>
            <a:lvl8pPr marL="27432">
              <a:spcBef>
                <a:spcPts val="0"/>
              </a:spcBef>
              <a:defRPr sz="2800" spc="0">
                <a:solidFill>
                  <a:schemeClr val="tx1"/>
                </a:solidFill>
                <a:latin typeface="ES Build Neutral" pitchFamily="2" charset="77"/>
                <a:ea typeface="ES Build Neutral" pitchFamily="2" charset="77"/>
              </a:defRPr>
            </a:lvl8pPr>
            <a:lvl9pPr>
              <a:defRPr>
                <a:solidFill>
                  <a:schemeClr val="bg1"/>
                </a:solidFill>
              </a:defRPr>
            </a:lvl9pPr>
          </a:lstStyle>
          <a:p>
            <a:pPr lvl="6"/>
            <a:r>
              <a:rPr lang="en-US"/>
              <a:t>Edit text</a:t>
            </a:r>
          </a:p>
          <a:p>
            <a:pPr lvl="6"/>
            <a:r>
              <a:rPr lang="en-US"/>
              <a:t>Edit text</a:t>
            </a:r>
          </a:p>
        </p:txBody>
      </p:sp>
      <p:sp>
        <p:nvSpPr>
          <p:cNvPr id="3" name="Title 1">
            <a:extLst>
              <a:ext uri="{FF2B5EF4-FFF2-40B4-BE49-F238E27FC236}">
                <a16:creationId xmlns:a16="http://schemas.microsoft.com/office/drawing/2014/main" id="{23FD9ED4-BA90-90F1-F275-C79B3743BE3D}"/>
              </a:ext>
            </a:extLst>
          </p:cNvPr>
          <p:cNvSpPr>
            <a:spLocks noGrp="1"/>
          </p:cNvSpPr>
          <p:nvPr>
            <p:ph type="title" hasCustomPrompt="1"/>
          </p:nvPr>
        </p:nvSpPr>
        <p:spPr>
          <a:xfrm>
            <a:off x="869408" y="2712844"/>
            <a:ext cx="4430065" cy="1232645"/>
          </a:xfrm>
          <a:prstGeom prst="rect">
            <a:avLst/>
          </a:prstGeom>
        </p:spPr>
        <p:txBody>
          <a:bodyPr wrap="square" anchor="ctr">
            <a:noAutofit/>
          </a:bodyPr>
          <a:lstStyle>
            <a:lvl1pPr algn="l">
              <a:defRPr sz="6600" b="1" spc="0" baseline="0">
                <a:solidFill>
                  <a:schemeClr val="bg1"/>
                </a:solidFill>
                <a:latin typeface="ES Build" pitchFamily="2" charset="77"/>
                <a:ea typeface="ES Build" pitchFamily="2" charset="77"/>
              </a:defRPr>
            </a:lvl1pPr>
          </a:lstStyle>
          <a:p>
            <a:r>
              <a:rPr lang="en-US" dirty="0"/>
              <a:t>Agenda</a:t>
            </a:r>
          </a:p>
        </p:txBody>
      </p:sp>
      <p:sp>
        <p:nvSpPr>
          <p:cNvPr id="2" name="TextBox 1">
            <a:extLst>
              <a:ext uri="{FF2B5EF4-FFF2-40B4-BE49-F238E27FC236}">
                <a16:creationId xmlns:a16="http://schemas.microsoft.com/office/drawing/2014/main" id="{5C2FED11-5DDF-6BBB-EDA3-08E180744A71}"/>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bg1">
                    <a:alpha val="50000"/>
                  </a:schemeClr>
                </a:solidFill>
              </a:rPr>
              <a:t>© 2026 Veeam Software. Confidential information. All rights reserved. All trademarks are the property of their respective owners. </a:t>
            </a:r>
          </a:p>
        </p:txBody>
      </p:sp>
    </p:spTree>
    <p:extLst>
      <p:ext uri="{BB962C8B-B14F-4D97-AF65-F5344CB8AC3E}">
        <p14:creationId xmlns:p14="http://schemas.microsoft.com/office/powerpoint/2010/main" val="40810617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3">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73106F-F93B-902D-7A55-A8FDD340EC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V="1">
            <a:off x="0" y="0"/>
            <a:ext cx="5987845" cy="6857999"/>
          </a:xfrm>
          <a:prstGeom prst="rect">
            <a:avLst/>
          </a:prstGeom>
        </p:spPr>
      </p:pic>
      <p:sp>
        <p:nvSpPr>
          <p:cNvPr id="9" name="Text Placeholder 8">
            <a:extLst>
              <a:ext uri="{FF2B5EF4-FFF2-40B4-BE49-F238E27FC236}">
                <a16:creationId xmlns:a16="http://schemas.microsoft.com/office/drawing/2014/main" id="{7D0C2672-616F-7E48-D192-190D79314B2A}"/>
              </a:ext>
            </a:extLst>
          </p:cNvPr>
          <p:cNvSpPr>
            <a:spLocks noGrp="1"/>
          </p:cNvSpPr>
          <p:nvPr>
            <p:ph type="body" sz="quarter" idx="13" hasCustomPrompt="1"/>
          </p:nvPr>
        </p:nvSpPr>
        <p:spPr>
          <a:xfrm>
            <a:off x="6572251" y="696686"/>
            <a:ext cx="5121312" cy="5464628"/>
          </a:xfrm>
          <a:prstGeom prst="rect">
            <a:avLst/>
          </a:prstGeom>
        </p:spPr>
        <p:txBody>
          <a:bodyPr anchor="ctr">
            <a:noAutofit/>
          </a:bodyPr>
          <a:lstStyle>
            <a:lvl1pPr marL="0" indent="0">
              <a:lnSpc>
                <a:spcPct val="87000"/>
              </a:lnSpc>
              <a:spcBef>
                <a:spcPts val="900"/>
              </a:spcBef>
              <a:spcAft>
                <a:spcPts val="900"/>
              </a:spcAft>
              <a:buClr>
                <a:srgbClr val="8E71F4"/>
              </a:buClr>
              <a:buFont typeface="ES Build Neutral" pitchFamily="50" charset="0"/>
              <a:buChar char="​"/>
              <a:defRPr sz="3400">
                <a:solidFill>
                  <a:schemeClr val="tx1"/>
                </a:solidFill>
              </a:defRPr>
            </a:lvl1pPr>
            <a:lvl2pPr marL="7938" indent="-7938">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vl6pPr marL="27432" indent="0">
              <a:lnSpc>
                <a:spcPct val="67000"/>
              </a:lnSpc>
              <a:spcBef>
                <a:spcPts val="600"/>
              </a:spcBef>
              <a:spcAft>
                <a:spcPts val="0"/>
              </a:spcAft>
              <a:buFont typeface="ES Build Neutral" pitchFamily="50" charset="0"/>
              <a:buNone/>
              <a:tabLst/>
              <a:defRPr sz="2800" b="0">
                <a:solidFill>
                  <a:schemeClr val="tx1"/>
                </a:solidFill>
                <a:latin typeface="ES Build Neutral" pitchFamily="2" charset="77"/>
                <a:ea typeface="ES Build Neutral" pitchFamily="2" charset="77"/>
              </a:defRPr>
            </a:lvl6pPr>
            <a:lvl7pPr marL="571500" indent="-571500">
              <a:lnSpc>
                <a:spcPct val="100000"/>
              </a:lnSpc>
              <a:spcBef>
                <a:spcPts val="1500"/>
              </a:spcBef>
              <a:spcAft>
                <a:spcPts val="0"/>
              </a:spcAft>
              <a:buClr>
                <a:srgbClr val="01B0FE"/>
              </a:buClr>
              <a:buFont typeface="Arial" panose="020B0604020202020204" pitchFamily="34" charset="0"/>
              <a:buChar char="•"/>
              <a:defRPr sz="2000" spc="0" baseline="0">
                <a:solidFill>
                  <a:schemeClr val="tx1"/>
                </a:solidFill>
                <a:latin typeface="ES Build Neutral" pitchFamily="2" charset="77"/>
                <a:ea typeface="ES Build Neutral" pitchFamily="2" charset="77"/>
              </a:defRPr>
            </a:lvl7pPr>
            <a:lvl8pPr marL="27432">
              <a:spcBef>
                <a:spcPts val="0"/>
              </a:spcBef>
              <a:defRPr sz="2800" spc="0">
                <a:solidFill>
                  <a:schemeClr val="tx1"/>
                </a:solidFill>
                <a:latin typeface="ES Build Neutral" pitchFamily="2" charset="77"/>
                <a:ea typeface="ES Build Neutral" pitchFamily="2" charset="77"/>
              </a:defRPr>
            </a:lvl8pPr>
            <a:lvl9pPr>
              <a:defRPr>
                <a:solidFill>
                  <a:schemeClr val="bg1"/>
                </a:solidFill>
              </a:defRPr>
            </a:lvl9pPr>
          </a:lstStyle>
          <a:p>
            <a:pPr lvl="6"/>
            <a:r>
              <a:rPr lang="en-US"/>
              <a:t>Edit text</a:t>
            </a:r>
          </a:p>
          <a:p>
            <a:pPr lvl="6"/>
            <a:r>
              <a:rPr lang="en-US"/>
              <a:t>Edit text</a:t>
            </a:r>
          </a:p>
        </p:txBody>
      </p:sp>
      <p:sp>
        <p:nvSpPr>
          <p:cNvPr id="3" name="Title 1">
            <a:extLst>
              <a:ext uri="{FF2B5EF4-FFF2-40B4-BE49-F238E27FC236}">
                <a16:creationId xmlns:a16="http://schemas.microsoft.com/office/drawing/2014/main" id="{B126E1ED-6A15-3779-289A-915AB5FD006B}"/>
              </a:ext>
            </a:extLst>
          </p:cNvPr>
          <p:cNvSpPr>
            <a:spLocks noGrp="1"/>
          </p:cNvSpPr>
          <p:nvPr>
            <p:ph type="title" hasCustomPrompt="1"/>
          </p:nvPr>
        </p:nvSpPr>
        <p:spPr>
          <a:xfrm>
            <a:off x="869408" y="2712844"/>
            <a:ext cx="4430065" cy="1232645"/>
          </a:xfrm>
          <a:prstGeom prst="rect">
            <a:avLst/>
          </a:prstGeom>
        </p:spPr>
        <p:txBody>
          <a:bodyPr wrap="square" anchor="ctr">
            <a:noAutofit/>
          </a:bodyPr>
          <a:lstStyle>
            <a:lvl1pPr algn="l">
              <a:defRPr sz="6600" b="1" spc="0" baseline="0">
                <a:solidFill>
                  <a:schemeClr val="bg1"/>
                </a:solidFill>
                <a:latin typeface="ES Build" pitchFamily="2" charset="77"/>
                <a:ea typeface="ES Build" pitchFamily="2" charset="77"/>
              </a:defRPr>
            </a:lvl1pPr>
          </a:lstStyle>
          <a:p>
            <a:r>
              <a:rPr lang="en-US" dirty="0"/>
              <a:t>Agenda</a:t>
            </a:r>
          </a:p>
        </p:txBody>
      </p:sp>
      <p:sp>
        <p:nvSpPr>
          <p:cNvPr id="2" name="TextBox 1">
            <a:extLst>
              <a:ext uri="{FF2B5EF4-FFF2-40B4-BE49-F238E27FC236}">
                <a16:creationId xmlns:a16="http://schemas.microsoft.com/office/drawing/2014/main" id="{2FBD1FCF-91AA-0498-2488-AA519A0759F7}"/>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bg1">
                    <a:alpha val="50000"/>
                  </a:schemeClr>
                </a:solidFill>
              </a:rPr>
              <a:t>© 2026 Veeam Software. Confidential information. All rights reserved. All trademarks are the property of their respective owners. </a:t>
            </a:r>
          </a:p>
        </p:txBody>
      </p:sp>
    </p:spTree>
    <p:extLst>
      <p:ext uri="{BB962C8B-B14F-4D97-AF65-F5344CB8AC3E}">
        <p14:creationId xmlns:p14="http://schemas.microsoft.com/office/powerpoint/2010/main" val="41122656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defRPr sz="2800" b="1">
                <a:solidFill>
                  <a:srgbClr val="002060"/>
                </a:solidFill>
              </a:defRPr>
            </a:lvl1pPr>
          </a:lstStyle>
          <a:p>
            <a:r>
              <a:rPr lang="en-US"/>
              <a:t>CLICK TO EDIT MASTER TITLE STYLE</a:t>
            </a:r>
          </a:p>
        </p:txBody>
      </p:sp>
      <p:sp>
        <p:nvSpPr>
          <p:cNvPr id="5" name="Subtitle 2">
            <a:extLst>
              <a:ext uri="{FF2B5EF4-FFF2-40B4-BE49-F238E27FC236}">
                <a16:creationId xmlns:a16="http://schemas.microsoft.com/office/drawing/2014/main" id="{1ACA5E8C-63C8-8AD4-F044-CD266DE5C814}"/>
              </a:ext>
            </a:extLst>
          </p:cNvPr>
          <p:cNvSpPr>
            <a:spLocks noGrp="1"/>
          </p:cNvSpPr>
          <p:nvPr>
            <p:ph type="subTitle" idx="1"/>
          </p:nvPr>
        </p:nvSpPr>
        <p:spPr>
          <a:xfrm>
            <a:off x="502179" y="1032607"/>
            <a:ext cx="11194511" cy="338993"/>
          </a:xfrm>
        </p:spPr>
        <p:txBody>
          <a:bodyPr anchor="t"/>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Content Placeholder 18">
            <a:extLst>
              <a:ext uri="{FF2B5EF4-FFF2-40B4-BE49-F238E27FC236}">
                <a16:creationId xmlns:a16="http://schemas.microsoft.com/office/drawing/2014/main" id="{DD860FCA-A322-E028-A3B7-EEC65595DE38}"/>
              </a:ext>
            </a:extLst>
          </p:cNvPr>
          <p:cNvSpPr>
            <a:spLocks noGrp="1"/>
          </p:cNvSpPr>
          <p:nvPr>
            <p:ph sz="quarter" idx="10"/>
          </p:nvPr>
        </p:nvSpPr>
        <p:spPr>
          <a:xfrm>
            <a:off x="493287" y="1719645"/>
            <a:ext cx="11203413" cy="4449380"/>
          </a:xfrm>
        </p:spPr>
        <p:txBody>
          <a:bodyPr/>
          <a:lstStyle>
            <a:lvl1pPr>
              <a:buNone/>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44612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1611F1-2D40-4E7A-C8ED-70354AC11D7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defRPr sz="2800" b="1">
                <a:solidFill>
                  <a:srgbClr val="002060"/>
                </a:solidFill>
              </a:defRPr>
            </a:lvl1pPr>
          </a:lstStyle>
          <a:p>
            <a:r>
              <a:rPr lang="en-US"/>
              <a:t>CLICK TO EDIT MASTER TITLE STYLE</a:t>
            </a:r>
          </a:p>
        </p:txBody>
      </p:sp>
      <p:sp>
        <p:nvSpPr>
          <p:cNvPr id="5" name="Subtitle 2">
            <a:extLst>
              <a:ext uri="{FF2B5EF4-FFF2-40B4-BE49-F238E27FC236}">
                <a16:creationId xmlns:a16="http://schemas.microsoft.com/office/drawing/2014/main" id="{1ACA5E8C-63C8-8AD4-F044-CD266DE5C814}"/>
              </a:ext>
            </a:extLst>
          </p:cNvPr>
          <p:cNvSpPr>
            <a:spLocks noGrp="1"/>
          </p:cNvSpPr>
          <p:nvPr>
            <p:ph type="subTitle" idx="1"/>
          </p:nvPr>
        </p:nvSpPr>
        <p:spPr>
          <a:xfrm>
            <a:off x="502179" y="1032607"/>
            <a:ext cx="11194511" cy="338993"/>
          </a:xfrm>
        </p:spPr>
        <p:txBody>
          <a:bodyPr anchor="t"/>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Content Placeholder 18">
            <a:extLst>
              <a:ext uri="{FF2B5EF4-FFF2-40B4-BE49-F238E27FC236}">
                <a16:creationId xmlns:a16="http://schemas.microsoft.com/office/drawing/2014/main" id="{DD860FCA-A322-E028-A3B7-EEC65595DE38}"/>
              </a:ext>
            </a:extLst>
          </p:cNvPr>
          <p:cNvSpPr>
            <a:spLocks noGrp="1"/>
          </p:cNvSpPr>
          <p:nvPr>
            <p:ph sz="quarter" idx="10"/>
          </p:nvPr>
        </p:nvSpPr>
        <p:spPr>
          <a:xfrm>
            <a:off x="493287" y="1719645"/>
            <a:ext cx="11203413" cy="4449380"/>
          </a:xfrm>
        </p:spPr>
        <p:txBody>
          <a:bodyPr/>
          <a:lstStyle>
            <a:lvl1pPr>
              <a:buNone/>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3">
            <a:extLst>
              <a:ext uri="{FF2B5EF4-FFF2-40B4-BE49-F238E27FC236}">
                <a16:creationId xmlns:a16="http://schemas.microsoft.com/office/drawing/2014/main" id="{F72B3423-A48B-95A4-10B0-883489B8811D}"/>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6" name="Freeform 5">
            <a:extLst>
              <a:ext uri="{FF2B5EF4-FFF2-40B4-BE49-F238E27FC236}">
                <a16:creationId xmlns:a16="http://schemas.microsoft.com/office/drawing/2014/main" id="{E7C667C5-4CFD-A118-916E-E91517277235}"/>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7" name="Graphic 3">
            <a:extLst>
              <a:ext uri="{FF2B5EF4-FFF2-40B4-BE49-F238E27FC236}">
                <a16:creationId xmlns:a16="http://schemas.microsoft.com/office/drawing/2014/main" id="{4318B51C-6CB7-0A10-5356-02DB406DECDD}"/>
              </a:ext>
            </a:extLst>
          </p:cNvPr>
          <p:cNvGrpSpPr/>
          <p:nvPr userDrawn="1"/>
        </p:nvGrpSpPr>
        <p:grpSpPr>
          <a:xfrm>
            <a:off x="11217977" y="6552879"/>
            <a:ext cx="432093" cy="77405"/>
            <a:chOff x="11217977" y="6552879"/>
            <a:chExt cx="432093" cy="77405"/>
          </a:xfrm>
          <a:solidFill>
            <a:srgbClr val="FFFFFF"/>
          </a:solidFill>
        </p:grpSpPr>
        <p:sp>
          <p:nvSpPr>
            <p:cNvPr id="9" name="Freeform 8">
              <a:extLst>
                <a:ext uri="{FF2B5EF4-FFF2-40B4-BE49-F238E27FC236}">
                  <a16:creationId xmlns:a16="http://schemas.microsoft.com/office/drawing/2014/main" id="{420FF948-D8E1-C79A-17CF-672E6680B3BB}"/>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0" name="Freeform 9">
              <a:extLst>
                <a:ext uri="{FF2B5EF4-FFF2-40B4-BE49-F238E27FC236}">
                  <a16:creationId xmlns:a16="http://schemas.microsoft.com/office/drawing/2014/main" id="{AF98BBF1-C287-750F-014F-D81605531F60}"/>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C581D321-BFAF-08F3-6D53-187F52B6BDDC}"/>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EDC756FF-5A82-8DA1-4737-03AC1C529890}"/>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3" name="Freeform 12">
              <a:extLst>
                <a:ext uri="{FF2B5EF4-FFF2-40B4-BE49-F238E27FC236}">
                  <a16:creationId xmlns:a16="http://schemas.microsoft.com/office/drawing/2014/main" id="{5BF3E438-CCC5-FCFD-243A-F5394D4F055B}"/>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
        <p:nvSpPr>
          <p:cNvPr id="14" name="TextBox 13">
            <a:extLst>
              <a:ext uri="{FF2B5EF4-FFF2-40B4-BE49-F238E27FC236}">
                <a16:creationId xmlns:a16="http://schemas.microsoft.com/office/drawing/2014/main" id="{B256AFCF-B0EB-4DC1-61C3-EC52C02A6AA3}"/>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tx2"/>
                </a:solidFill>
              </a:rPr>
              <a:t>© 2026 Veeam Software. Confidential information. All rights reserved. All trademarks are the property of their respective owners. </a:t>
            </a:r>
          </a:p>
        </p:txBody>
      </p:sp>
    </p:spTree>
    <p:extLst>
      <p:ext uri="{BB962C8B-B14F-4D97-AF65-F5344CB8AC3E}">
        <p14:creationId xmlns:p14="http://schemas.microsoft.com/office/powerpoint/2010/main" val="10281562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defRPr sz="2800" b="1">
                <a:solidFill>
                  <a:srgbClr val="0E0D72"/>
                </a:solidFill>
              </a:defRPr>
            </a:lvl1pPr>
          </a:lstStyle>
          <a:p>
            <a:r>
              <a:rPr lang="en-US"/>
              <a:t>CLICK TO EDIT MASTER TITLE STYLE</a:t>
            </a:r>
          </a:p>
        </p:txBody>
      </p:sp>
      <p:sp>
        <p:nvSpPr>
          <p:cNvPr id="4" name="Rectangle 3">
            <a:extLst>
              <a:ext uri="{FF2B5EF4-FFF2-40B4-BE49-F238E27FC236}">
                <a16:creationId xmlns:a16="http://schemas.microsoft.com/office/drawing/2014/main" id="{E7DAA575-456A-DDA3-4F5D-73A64AC056EB}"/>
              </a:ext>
            </a:extLst>
          </p:cNvPr>
          <p:cNvSpPr/>
          <p:nvPr userDrawn="1"/>
        </p:nvSpPr>
        <p:spPr>
          <a:xfrm>
            <a:off x="385011" y="6400800"/>
            <a:ext cx="5213684"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grpSp>
        <p:nvGrpSpPr>
          <p:cNvPr id="6" name="Group 5">
            <a:extLst>
              <a:ext uri="{FF2B5EF4-FFF2-40B4-BE49-F238E27FC236}">
                <a16:creationId xmlns:a16="http://schemas.microsoft.com/office/drawing/2014/main" id="{970EF036-038A-C507-F3F9-0763276CCB57}"/>
              </a:ext>
            </a:extLst>
          </p:cNvPr>
          <p:cNvGrpSpPr/>
          <p:nvPr userDrawn="1"/>
        </p:nvGrpSpPr>
        <p:grpSpPr>
          <a:xfrm>
            <a:off x="11180146" y="6513177"/>
            <a:ext cx="516913" cy="156999"/>
            <a:chOff x="11180146" y="6513177"/>
            <a:chExt cx="516913" cy="156999"/>
          </a:xfrm>
        </p:grpSpPr>
        <p:sp>
          <p:nvSpPr>
            <p:cNvPr id="7" name="Freeform 6">
              <a:extLst>
                <a:ext uri="{FF2B5EF4-FFF2-40B4-BE49-F238E27FC236}">
                  <a16:creationId xmlns:a16="http://schemas.microsoft.com/office/drawing/2014/main" id="{9CFAA040-6E18-AB43-10A5-7027CD76ADA0}"/>
                </a:ext>
              </a:extLst>
            </p:cNvPr>
            <p:cNvSpPr/>
            <p:nvPr/>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GB"/>
            </a:p>
          </p:txBody>
        </p:sp>
        <p:sp>
          <p:nvSpPr>
            <p:cNvPr id="8" name="Freeform 7">
              <a:extLst>
                <a:ext uri="{FF2B5EF4-FFF2-40B4-BE49-F238E27FC236}">
                  <a16:creationId xmlns:a16="http://schemas.microsoft.com/office/drawing/2014/main" id="{3A5501F3-5179-3555-529D-F0BEF05EA4F7}"/>
                </a:ext>
              </a:extLst>
            </p:cNvPr>
            <p:cNvSpPr/>
            <p:nvPr/>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GB"/>
            </a:p>
          </p:txBody>
        </p:sp>
        <p:grpSp>
          <p:nvGrpSpPr>
            <p:cNvPr id="9" name="Graphic 1">
              <a:extLst>
                <a:ext uri="{FF2B5EF4-FFF2-40B4-BE49-F238E27FC236}">
                  <a16:creationId xmlns:a16="http://schemas.microsoft.com/office/drawing/2014/main" id="{B52BF795-8654-ECF9-00F3-E3DC43453AF2}"/>
                </a:ext>
              </a:extLst>
            </p:cNvPr>
            <p:cNvGrpSpPr/>
            <p:nvPr/>
          </p:nvGrpSpPr>
          <p:grpSpPr>
            <a:xfrm>
              <a:off x="11217977" y="6552879"/>
              <a:ext cx="432093" cy="77405"/>
              <a:chOff x="11217977" y="6552879"/>
              <a:chExt cx="432093" cy="77405"/>
            </a:xfrm>
            <a:solidFill>
              <a:srgbClr val="FFFFFF"/>
            </a:solidFill>
          </p:grpSpPr>
          <p:sp>
            <p:nvSpPr>
              <p:cNvPr id="10" name="Freeform 9">
                <a:extLst>
                  <a:ext uri="{FF2B5EF4-FFF2-40B4-BE49-F238E27FC236}">
                    <a16:creationId xmlns:a16="http://schemas.microsoft.com/office/drawing/2014/main" id="{ECE4C3E1-F628-6338-39E3-8D5B1C3A9F63}"/>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GB"/>
              </a:p>
            </p:txBody>
          </p:sp>
          <p:sp>
            <p:nvSpPr>
              <p:cNvPr id="11" name="Freeform 10">
                <a:extLst>
                  <a:ext uri="{FF2B5EF4-FFF2-40B4-BE49-F238E27FC236}">
                    <a16:creationId xmlns:a16="http://schemas.microsoft.com/office/drawing/2014/main" id="{EE94EE0C-BEC9-B912-BB03-D98E572D66E3}"/>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GB"/>
              </a:p>
            </p:txBody>
          </p:sp>
          <p:sp>
            <p:nvSpPr>
              <p:cNvPr id="12" name="Freeform 11">
                <a:extLst>
                  <a:ext uri="{FF2B5EF4-FFF2-40B4-BE49-F238E27FC236}">
                    <a16:creationId xmlns:a16="http://schemas.microsoft.com/office/drawing/2014/main" id="{7BDCE91C-8825-7018-D444-B3E271741719}"/>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GB"/>
              </a:p>
            </p:txBody>
          </p:sp>
          <p:sp>
            <p:nvSpPr>
              <p:cNvPr id="13" name="Freeform 12">
                <a:extLst>
                  <a:ext uri="{FF2B5EF4-FFF2-40B4-BE49-F238E27FC236}">
                    <a16:creationId xmlns:a16="http://schemas.microsoft.com/office/drawing/2014/main" id="{98B19A8D-904A-5D63-6FF2-0DC92F265198}"/>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GB"/>
              </a:p>
            </p:txBody>
          </p:sp>
          <p:sp>
            <p:nvSpPr>
              <p:cNvPr id="14" name="Freeform 13">
                <a:extLst>
                  <a:ext uri="{FF2B5EF4-FFF2-40B4-BE49-F238E27FC236}">
                    <a16:creationId xmlns:a16="http://schemas.microsoft.com/office/drawing/2014/main" id="{50C85499-90D5-0F74-1D39-BD7C8D5C695B}"/>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GB"/>
              </a:p>
            </p:txBody>
          </p:sp>
        </p:grpSp>
      </p:grpSp>
      <p:sp>
        <p:nvSpPr>
          <p:cNvPr id="2" name="TextBox 1">
            <a:extLst>
              <a:ext uri="{FF2B5EF4-FFF2-40B4-BE49-F238E27FC236}">
                <a16:creationId xmlns:a16="http://schemas.microsoft.com/office/drawing/2014/main" id="{095CA09B-6C3F-4599-1FFD-0D16BE49C81E}"/>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tx2"/>
                </a:solidFill>
              </a:rPr>
              <a:t>© 2026 Veeam Software. Confidential information. All rights reserved. All trademarks are the property of their respective owners. </a:t>
            </a:r>
          </a:p>
        </p:txBody>
      </p:sp>
    </p:spTree>
    <p:extLst>
      <p:ext uri="{BB962C8B-B14F-4D97-AF65-F5344CB8AC3E}">
        <p14:creationId xmlns:p14="http://schemas.microsoft.com/office/powerpoint/2010/main" val="42799127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Slide 4">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9A6B50D-2CC2-29FC-5BD7-C7382C4F81A5}"/>
              </a:ext>
            </a:extLst>
          </p:cNvPr>
          <p:cNvSpPr>
            <a:spLocks noGrp="1"/>
          </p:cNvSpPr>
          <p:nvPr>
            <p:ph type="title" hasCustomPrompt="1"/>
          </p:nvPr>
        </p:nvSpPr>
        <p:spPr>
          <a:xfrm>
            <a:off x="493712" y="342900"/>
            <a:ext cx="11202987" cy="682625"/>
          </a:xfrm>
        </p:spPr>
        <p:txBody>
          <a:bodyPr/>
          <a:lstStyle>
            <a:lvl1pPr>
              <a:defRPr sz="2800" b="1">
                <a:solidFill>
                  <a:srgbClr val="0E0D72"/>
                </a:solidFill>
              </a:defRPr>
            </a:lvl1pPr>
          </a:lstStyle>
          <a:p>
            <a:r>
              <a:rPr lang="en-US"/>
              <a:t>CLICK TO EDIT MASTER TITLE STYLE</a:t>
            </a:r>
          </a:p>
        </p:txBody>
      </p:sp>
    </p:spTree>
    <p:extLst>
      <p:ext uri="{BB962C8B-B14F-4D97-AF65-F5344CB8AC3E}">
        <p14:creationId xmlns:p14="http://schemas.microsoft.com/office/powerpoint/2010/main" val="5592416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2 Column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EEB3FAD-14D2-C4DD-3EBF-784D1E06BF71}"/>
              </a:ext>
            </a:extLst>
          </p:cNvPr>
          <p:cNvSpPr>
            <a:spLocks noGrp="1"/>
          </p:cNvSpPr>
          <p:nvPr>
            <p:ph type="subTitle" idx="1"/>
          </p:nvPr>
        </p:nvSpPr>
        <p:spPr>
          <a:xfrm>
            <a:off x="502179" y="1032607"/>
            <a:ext cx="11194511" cy="338993"/>
          </a:xfrm>
        </p:spPr>
        <p:txBody>
          <a:bodyPr/>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itle 4">
            <a:extLst>
              <a:ext uri="{FF2B5EF4-FFF2-40B4-BE49-F238E27FC236}">
                <a16:creationId xmlns:a16="http://schemas.microsoft.com/office/drawing/2014/main" id="{B6088C5F-11E1-2603-8DB0-B44A0464F6E3}"/>
              </a:ext>
            </a:extLst>
          </p:cNvPr>
          <p:cNvSpPr>
            <a:spLocks noGrp="1"/>
          </p:cNvSpPr>
          <p:nvPr>
            <p:ph type="title" hasCustomPrompt="1"/>
          </p:nvPr>
        </p:nvSpPr>
        <p:spPr>
          <a:xfrm>
            <a:off x="493712" y="342900"/>
            <a:ext cx="11202987" cy="682625"/>
          </a:xfrm>
        </p:spPr>
        <p:txBody>
          <a:bodyPr/>
          <a:lstStyle>
            <a:lvl1pPr>
              <a:defRPr sz="2800" b="1"/>
            </a:lvl1pPr>
          </a:lstStyle>
          <a:p>
            <a:r>
              <a:rPr lang="en-US"/>
              <a:t>CLICK TO EDIT MASTER TITLE STYLE</a:t>
            </a:r>
          </a:p>
        </p:txBody>
      </p:sp>
      <p:sp>
        <p:nvSpPr>
          <p:cNvPr id="10" name="Content Placeholder 18">
            <a:extLst>
              <a:ext uri="{FF2B5EF4-FFF2-40B4-BE49-F238E27FC236}">
                <a16:creationId xmlns:a16="http://schemas.microsoft.com/office/drawing/2014/main" id="{374D7A0D-E6A3-FD6C-5C21-AF6D1FB07753}"/>
              </a:ext>
            </a:extLst>
          </p:cNvPr>
          <p:cNvSpPr>
            <a:spLocks noGrp="1"/>
          </p:cNvSpPr>
          <p:nvPr>
            <p:ph sz="quarter" idx="10"/>
          </p:nvPr>
        </p:nvSpPr>
        <p:spPr>
          <a:xfrm>
            <a:off x="493287" y="1719645"/>
            <a:ext cx="5482055" cy="4449380"/>
          </a:xfrm>
        </p:spPr>
        <p:txBody>
          <a:bodyPr/>
          <a:lstStyle>
            <a:lvl1pPr>
              <a:buNone/>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8">
            <a:extLst>
              <a:ext uri="{FF2B5EF4-FFF2-40B4-BE49-F238E27FC236}">
                <a16:creationId xmlns:a16="http://schemas.microsoft.com/office/drawing/2014/main" id="{4F2F03E7-9AFE-94B7-4B17-7B053E0B6DEA}"/>
              </a:ext>
            </a:extLst>
          </p:cNvPr>
          <p:cNvSpPr>
            <a:spLocks noGrp="1"/>
          </p:cNvSpPr>
          <p:nvPr>
            <p:ph sz="quarter" idx="11"/>
          </p:nvPr>
        </p:nvSpPr>
        <p:spPr>
          <a:xfrm>
            <a:off x="6215064" y="1717247"/>
            <a:ext cx="5481626" cy="4449380"/>
          </a:xfrm>
        </p:spPr>
        <p:txBody>
          <a:bodyPr/>
          <a:lstStyle>
            <a:lvl1pPr>
              <a:buNone/>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72904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3 Columns">
    <p:spTree>
      <p:nvGrpSpPr>
        <p:cNvPr id="1" name=""/>
        <p:cNvGrpSpPr/>
        <p:nvPr/>
      </p:nvGrpSpPr>
      <p:grpSpPr>
        <a:xfrm>
          <a:off x="0" y="0"/>
          <a:ext cx="0" cy="0"/>
          <a:chOff x="0" y="0"/>
          <a:chExt cx="0" cy="0"/>
        </a:xfrm>
      </p:grpSpPr>
      <p:sp>
        <p:nvSpPr>
          <p:cNvPr id="2" name="Content Placeholder 18">
            <a:extLst>
              <a:ext uri="{FF2B5EF4-FFF2-40B4-BE49-F238E27FC236}">
                <a16:creationId xmlns:a16="http://schemas.microsoft.com/office/drawing/2014/main" id="{D800749E-69A5-DCEB-6106-60A29FF50236}"/>
              </a:ext>
            </a:extLst>
          </p:cNvPr>
          <p:cNvSpPr>
            <a:spLocks noGrp="1"/>
          </p:cNvSpPr>
          <p:nvPr>
            <p:ph sz="quarter" idx="10"/>
          </p:nvPr>
        </p:nvSpPr>
        <p:spPr>
          <a:xfrm>
            <a:off x="493288" y="1719645"/>
            <a:ext cx="3575304" cy="4449380"/>
          </a:xfrm>
        </p:spPr>
        <p:txBody>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8">
            <a:extLst>
              <a:ext uri="{FF2B5EF4-FFF2-40B4-BE49-F238E27FC236}">
                <a16:creationId xmlns:a16="http://schemas.microsoft.com/office/drawing/2014/main" id="{C2F90A21-80D0-EF06-695F-D7CA0AA51CE3}"/>
              </a:ext>
            </a:extLst>
          </p:cNvPr>
          <p:cNvSpPr>
            <a:spLocks noGrp="1"/>
          </p:cNvSpPr>
          <p:nvPr>
            <p:ph sz="quarter" idx="11"/>
          </p:nvPr>
        </p:nvSpPr>
        <p:spPr>
          <a:xfrm>
            <a:off x="4308475" y="1719645"/>
            <a:ext cx="3575304" cy="4449380"/>
          </a:xfrm>
        </p:spPr>
        <p:txBody>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18">
            <a:extLst>
              <a:ext uri="{FF2B5EF4-FFF2-40B4-BE49-F238E27FC236}">
                <a16:creationId xmlns:a16="http://schemas.microsoft.com/office/drawing/2014/main" id="{F9023ECA-8241-3A8B-63DF-A1DC1B7EA544}"/>
              </a:ext>
            </a:extLst>
          </p:cNvPr>
          <p:cNvSpPr>
            <a:spLocks noGrp="1"/>
          </p:cNvSpPr>
          <p:nvPr>
            <p:ph sz="quarter" idx="12"/>
          </p:nvPr>
        </p:nvSpPr>
        <p:spPr>
          <a:xfrm>
            <a:off x="8123662" y="1722852"/>
            <a:ext cx="3575304" cy="4449380"/>
          </a:xfrm>
        </p:spPr>
        <p:txBody>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6D0AA8CE-9CEE-421C-89E5-12EB4AC307A9}"/>
              </a:ext>
            </a:extLst>
          </p:cNvPr>
          <p:cNvSpPr>
            <a:spLocks noGrp="1"/>
          </p:cNvSpPr>
          <p:nvPr>
            <p:ph type="subTitle" idx="1"/>
          </p:nvPr>
        </p:nvSpPr>
        <p:spPr>
          <a:xfrm>
            <a:off x="502179" y="1032607"/>
            <a:ext cx="11194511" cy="338993"/>
          </a:xfrm>
        </p:spPr>
        <p:txBody>
          <a:bodyPr/>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itle 5">
            <a:extLst>
              <a:ext uri="{FF2B5EF4-FFF2-40B4-BE49-F238E27FC236}">
                <a16:creationId xmlns:a16="http://schemas.microsoft.com/office/drawing/2014/main" id="{547B21A5-9ED4-950A-49F4-4D597923414F}"/>
              </a:ext>
            </a:extLst>
          </p:cNvPr>
          <p:cNvSpPr>
            <a:spLocks noGrp="1"/>
          </p:cNvSpPr>
          <p:nvPr>
            <p:ph type="title" hasCustomPrompt="1"/>
          </p:nvPr>
        </p:nvSpPr>
        <p:spPr>
          <a:xfrm>
            <a:off x="493712" y="342900"/>
            <a:ext cx="11202987" cy="682625"/>
          </a:xfr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3262356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4" name="Content Placeholder 18">
            <a:extLst>
              <a:ext uri="{FF2B5EF4-FFF2-40B4-BE49-F238E27FC236}">
                <a16:creationId xmlns:a16="http://schemas.microsoft.com/office/drawing/2014/main" id="{6CA7916B-FF49-1DA5-B508-246BFA32FE5C}"/>
              </a:ext>
            </a:extLst>
          </p:cNvPr>
          <p:cNvSpPr>
            <a:spLocks noGrp="1"/>
          </p:cNvSpPr>
          <p:nvPr>
            <p:ph sz="quarter" idx="11"/>
          </p:nvPr>
        </p:nvSpPr>
        <p:spPr>
          <a:xfrm>
            <a:off x="5021263" y="1717247"/>
            <a:ext cx="6675427" cy="4449380"/>
          </a:xfrm>
        </p:spPr>
        <p:txBody>
          <a:bodyPr/>
          <a:lstStyle>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18">
            <a:extLst>
              <a:ext uri="{FF2B5EF4-FFF2-40B4-BE49-F238E27FC236}">
                <a16:creationId xmlns:a16="http://schemas.microsoft.com/office/drawing/2014/main" id="{3FBDF473-E65E-0E4B-7AFD-41DF647B0961}"/>
              </a:ext>
            </a:extLst>
          </p:cNvPr>
          <p:cNvSpPr>
            <a:spLocks noGrp="1"/>
          </p:cNvSpPr>
          <p:nvPr>
            <p:ph sz="quarter" idx="10"/>
          </p:nvPr>
        </p:nvSpPr>
        <p:spPr>
          <a:xfrm>
            <a:off x="493288" y="1719645"/>
            <a:ext cx="3815188" cy="4449380"/>
          </a:xfrm>
        </p:spPr>
        <p:txBody>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C86ABD00-5B2A-4C21-C64C-BC61F2E9C577}"/>
              </a:ext>
            </a:extLst>
          </p:cNvPr>
          <p:cNvSpPr>
            <a:spLocks noGrp="1"/>
          </p:cNvSpPr>
          <p:nvPr>
            <p:ph type="title" hasCustomPrompt="1"/>
          </p:nvPr>
        </p:nvSpPr>
        <p:spPr>
          <a:xfrm>
            <a:off x="493712" y="342900"/>
            <a:ext cx="11202987" cy="682625"/>
          </a:xfrm>
        </p:spPr>
        <p:txBody>
          <a:bodyPr anchor="ctr"/>
          <a:lstStyle>
            <a:lvl1pPr>
              <a:defRPr sz="2800" b="1"/>
            </a:lvl1pPr>
          </a:lstStyle>
          <a:p>
            <a:r>
              <a:rPr lang="en-US"/>
              <a:t>CLICK TO EDIT MASTER TITLE STYLE</a:t>
            </a:r>
          </a:p>
        </p:txBody>
      </p:sp>
      <p:sp>
        <p:nvSpPr>
          <p:cNvPr id="10" name="Subtitle 2">
            <a:extLst>
              <a:ext uri="{FF2B5EF4-FFF2-40B4-BE49-F238E27FC236}">
                <a16:creationId xmlns:a16="http://schemas.microsoft.com/office/drawing/2014/main" id="{6B989FD4-052F-8EAB-E4E0-97DBA6D276A7}"/>
              </a:ext>
            </a:extLst>
          </p:cNvPr>
          <p:cNvSpPr>
            <a:spLocks noGrp="1"/>
          </p:cNvSpPr>
          <p:nvPr>
            <p:ph type="subTitle" idx="1"/>
          </p:nvPr>
        </p:nvSpPr>
        <p:spPr>
          <a:xfrm>
            <a:off x="502179" y="1032607"/>
            <a:ext cx="11194511" cy="338993"/>
          </a:xfrm>
        </p:spPr>
        <p:txBody>
          <a:bodyPr anchor="t"/>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054908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4 Blocks">
    <p:spTree>
      <p:nvGrpSpPr>
        <p:cNvPr id="1" name=""/>
        <p:cNvGrpSpPr/>
        <p:nvPr/>
      </p:nvGrpSpPr>
      <p:grpSpPr>
        <a:xfrm>
          <a:off x="0" y="0"/>
          <a:ext cx="0" cy="0"/>
          <a:chOff x="0" y="0"/>
          <a:chExt cx="0" cy="0"/>
        </a:xfrm>
      </p:grpSpPr>
      <p:sp>
        <p:nvSpPr>
          <p:cNvPr id="2" name="Chart Placeholder 5">
            <a:extLst>
              <a:ext uri="{FF2B5EF4-FFF2-40B4-BE49-F238E27FC236}">
                <a16:creationId xmlns:a16="http://schemas.microsoft.com/office/drawing/2014/main" id="{DDBCA87B-9F44-FFDE-F8AE-5D147C84A89B}"/>
              </a:ext>
            </a:extLst>
          </p:cNvPr>
          <p:cNvSpPr>
            <a:spLocks noGrp="1"/>
          </p:cNvSpPr>
          <p:nvPr>
            <p:ph type="chart" sz="quarter" idx="11"/>
          </p:nvPr>
        </p:nvSpPr>
        <p:spPr>
          <a:xfrm>
            <a:off x="4308474" y="685800"/>
            <a:ext cx="3573463" cy="2400300"/>
          </a:xfrm>
        </p:spPr>
        <p:txBody>
          <a:bodyPr/>
          <a:lstStyle>
            <a:lvl1pPr marL="0" indent="0">
              <a:buNone/>
              <a:defRPr/>
            </a:lvl1pPr>
          </a:lstStyle>
          <a:p>
            <a:endParaRPr lang="en-US"/>
          </a:p>
        </p:txBody>
      </p:sp>
      <p:sp>
        <p:nvSpPr>
          <p:cNvPr id="3" name="Chart Placeholder 5">
            <a:extLst>
              <a:ext uri="{FF2B5EF4-FFF2-40B4-BE49-F238E27FC236}">
                <a16:creationId xmlns:a16="http://schemas.microsoft.com/office/drawing/2014/main" id="{D56E667B-3F0D-C552-CB73-C76853B89F43}"/>
              </a:ext>
            </a:extLst>
          </p:cNvPr>
          <p:cNvSpPr>
            <a:spLocks noGrp="1"/>
          </p:cNvSpPr>
          <p:nvPr>
            <p:ph type="chart" sz="quarter" idx="12"/>
          </p:nvPr>
        </p:nvSpPr>
        <p:spPr>
          <a:xfrm>
            <a:off x="4305299" y="3432997"/>
            <a:ext cx="3575304" cy="2400300"/>
          </a:xfrm>
        </p:spPr>
        <p:txBody>
          <a:bodyPr/>
          <a:lstStyle>
            <a:lvl1pPr marL="0" indent="0">
              <a:buNone/>
              <a:defRPr/>
            </a:lvl1pPr>
          </a:lstStyle>
          <a:p>
            <a:endParaRPr lang="en-US"/>
          </a:p>
        </p:txBody>
      </p:sp>
      <p:sp>
        <p:nvSpPr>
          <p:cNvPr id="5" name="Chart Placeholder 5">
            <a:extLst>
              <a:ext uri="{FF2B5EF4-FFF2-40B4-BE49-F238E27FC236}">
                <a16:creationId xmlns:a16="http://schemas.microsoft.com/office/drawing/2014/main" id="{5385838E-5C68-7930-6119-C08F2093DD37}"/>
              </a:ext>
            </a:extLst>
          </p:cNvPr>
          <p:cNvSpPr>
            <a:spLocks noGrp="1"/>
          </p:cNvSpPr>
          <p:nvPr>
            <p:ph type="chart" sz="quarter" idx="13"/>
          </p:nvPr>
        </p:nvSpPr>
        <p:spPr>
          <a:xfrm>
            <a:off x="8125919" y="685800"/>
            <a:ext cx="3575304" cy="2400300"/>
          </a:xfrm>
        </p:spPr>
        <p:txBody>
          <a:bodyPr/>
          <a:lstStyle>
            <a:lvl1pPr marL="0" indent="0">
              <a:buNone/>
              <a:defRPr/>
            </a:lvl1pPr>
          </a:lstStyle>
          <a:p>
            <a:endParaRPr lang="en-US"/>
          </a:p>
        </p:txBody>
      </p:sp>
      <p:sp>
        <p:nvSpPr>
          <p:cNvPr id="7" name="Chart Placeholder 5">
            <a:extLst>
              <a:ext uri="{FF2B5EF4-FFF2-40B4-BE49-F238E27FC236}">
                <a16:creationId xmlns:a16="http://schemas.microsoft.com/office/drawing/2014/main" id="{2A30F29C-9C29-2BDF-D024-7AE60D4B197C}"/>
              </a:ext>
            </a:extLst>
          </p:cNvPr>
          <p:cNvSpPr>
            <a:spLocks noGrp="1"/>
          </p:cNvSpPr>
          <p:nvPr>
            <p:ph type="chart" sz="quarter" idx="14"/>
          </p:nvPr>
        </p:nvSpPr>
        <p:spPr>
          <a:xfrm>
            <a:off x="8125919" y="3432997"/>
            <a:ext cx="3575304" cy="2400300"/>
          </a:xfrm>
        </p:spPr>
        <p:txBody>
          <a:bodyPr/>
          <a:lstStyle>
            <a:lvl1pPr marL="0" indent="0">
              <a:buNone/>
              <a:defRPr/>
            </a:lvl1pPr>
          </a:lstStyle>
          <a:p>
            <a:endParaRPr lang="en-US"/>
          </a:p>
        </p:txBody>
      </p:sp>
      <p:sp>
        <p:nvSpPr>
          <p:cNvPr id="8" name="Title 1">
            <a:extLst>
              <a:ext uri="{FF2B5EF4-FFF2-40B4-BE49-F238E27FC236}">
                <a16:creationId xmlns:a16="http://schemas.microsoft.com/office/drawing/2014/main" id="{0B301EFC-1867-930C-4FF8-C246E171CE10}"/>
              </a:ext>
            </a:extLst>
          </p:cNvPr>
          <p:cNvSpPr>
            <a:spLocks noGrp="1"/>
          </p:cNvSpPr>
          <p:nvPr>
            <p:ph type="title" hasCustomPrompt="1"/>
          </p:nvPr>
        </p:nvSpPr>
        <p:spPr>
          <a:xfrm>
            <a:off x="493288" y="2075392"/>
            <a:ext cx="2861099" cy="1471461"/>
          </a:xfrm>
        </p:spPr>
        <p:txBody>
          <a:bodyPr anchor="ctr">
            <a:noAutofit/>
          </a:bodyPr>
          <a:lstStyle>
            <a:lvl1pPr>
              <a:defRPr sz="2800" b="1">
                <a:solidFill>
                  <a:srgbClr val="0E0D72"/>
                </a:solidFill>
              </a:defRPr>
            </a:lvl1pPr>
          </a:lstStyle>
          <a:p>
            <a:r>
              <a:rPr lang="en-US"/>
              <a:t>CLICK TO EDIT MASTER TITLE STYLE</a:t>
            </a:r>
          </a:p>
        </p:txBody>
      </p:sp>
      <p:sp>
        <p:nvSpPr>
          <p:cNvPr id="12" name="Subtitle 2">
            <a:extLst>
              <a:ext uri="{FF2B5EF4-FFF2-40B4-BE49-F238E27FC236}">
                <a16:creationId xmlns:a16="http://schemas.microsoft.com/office/drawing/2014/main" id="{C9A22000-3265-7B90-A285-A6290F1D525F}"/>
              </a:ext>
            </a:extLst>
          </p:cNvPr>
          <p:cNvSpPr>
            <a:spLocks noGrp="1"/>
          </p:cNvSpPr>
          <p:nvPr>
            <p:ph type="subTitle" idx="1"/>
          </p:nvPr>
        </p:nvSpPr>
        <p:spPr>
          <a:xfrm>
            <a:off x="493713" y="3675854"/>
            <a:ext cx="2860675" cy="628841"/>
          </a:xfrm>
        </p:spPr>
        <p:txBody>
          <a:bodyPr>
            <a:noAutofit/>
          </a:bodyPr>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070699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 Content Slide 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56A15E-7F0C-056B-0C77-87EF603752ED}"/>
              </a:ext>
            </a:extLst>
          </p:cNvPr>
          <p:cNvSpPr/>
          <p:nvPr userDrawn="1"/>
        </p:nvSpPr>
        <p:spPr>
          <a:xfrm>
            <a:off x="0" y="6457950"/>
            <a:ext cx="5543550"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pic>
        <p:nvPicPr>
          <p:cNvPr id="4" name="Picture 3">
            <a:extLst>
              <a:ext uri="{FF2B5EF4-FFF2-40B4-BE49-F238E27FC236}">
                <a16:creationId xmlns:a16="http://schemas.microsoft.com/office/drawing/2014/main" id="{B1658CF0-D78C-6AFE-BA1C-A11DC09915DF}"/>
              </a:ext>
            </a:extLst>
          </p:cNvPr>
          <p:cNvPicPr>
            <a:picLocks noChangeAspect="1"/>
          </p:cNvPicPr>
          <p:nvPr userDrawn="1"/>
        </p:nvPicPr>
        <p:blipFill>
          <a:blip r:embed="rId2"/>
          <a:stretch>
            <a:fillRect/>
          </a:stretch>
        </p:blipFill>
        <p:spPr>
          <a:xfrm>
            <a:off x="0" y="0"/>
            <a:ext cx="3702050" cy="6858000"/>
          </a:xfrm>
          <a:prstGeom prst="rect">
            <a:avLst/>
          </a:prstGeom>
        </p:spPr>
      </p:pic>
      <p:sp>
        <p:nvSpPr>
          <p:cNvPr id="3" name="TextBox 2">
            <a:extLst>
              <a:ext uri="{FF2B5EF4-FFF2-40B4-BE49-F238E27FC236}">
                <a16:creationId xmlns:a16="http://schemas.microsoft.com/office/drawing/2014/main" id="{33F39891-E607-D810-0433-4C2419FE8987}"/>
              </a:ext>
            </a:extLst>
          </p:cNvPr>
          <p:cNvSpPr txBox="1"/>
          <p:nvPr userDrawn="1"/>
        </p:nvSpPr>
        <p:spPr>
          <a:xfrm>
            <a:off x="4267200" y="6562481"/>
            <a:ext cx="5293842" cy="107722"/>
          </a:xfrm>
          <a:prstGeom prst="rect">
            <a:avLst/>
          </a:prstGeom>
          <a:noFill/>
        </p:spPr>
        <p:txBody>
          <a:bodyPr wrap="square" lIns="0" tIns="0" rIns="0" bIns="0">
            <a:spAutoFit/>
          </a:bodyPr>
          <a:lstStyle/>
          <a:p>
            <a:r>
              <a:rPr lang="en-US" sz="700">
                <a:solidFill>
                  <a:schemeClr val="tx1">
                    <a:lumMod val="60000"/>
                    <a:lumOff val="40000"/>
                  </a:schemeClr>
                </a:solidFill>
              </a:rPr>
              <a:t>© 2026 Veeam Software. Confidential information. All rights reserved. All trademarks are the property of their respective owners. </a:t>
            </a:r>
          </a:p>
        </p:txBody>
      </p:sp>
      <p:sp>
        <p:nvSpPr>
          <p:cNvPr id="6" name="Title 1">
            <a:extLst>
              <a:ext uri="{FF2B5EF4-FFF2-40B4-BE49-F238E27FC236}">
                <a16:creationId xmlns:a16="http://schemas.microsoft.com/office/drawing/2014/main" id="{0C1672F3-D1B9-6BD6-5969-AD9180247952}"/>
              </a:ext>
            </a:extLst>
          </p:cNvPr>
          <p:cNvSpPr>
            <a:spLocks noGrp="1"/>
          </p:cNvSpPr>
          <p:nvPr>
            <p:ph type="title" hasCustomPrompt="1"/>
          </p:nvPr>
        </p:nvSpPr>
        <p:spPr>
          <a:xfrm>
            <a:off x="495301" y="1482196"/>
            <a:ext cx="2859087" cy="2134979"/>
          </a:xfrm>
        </p:spPr>
        <p:txBody>
          <a:bodyPr anchor="b">
            <a:noAutofit/>
          </a:bodyPr>
          <a:lstStyle>
            <a:lvl1pPr>
              <a:defRPr sz="3200" b="1">
                <a:solidFill>
                  <a:schemeClr val="bg1"/>
                </a:solidFill>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BA563BAB-3B8D-C24A-AC1E-697D9D118315}"/>
              </a:ext>
            </a:extLst>
          </p:cNvPr>
          <p:cNvSpPr>
            <a:spLocks noGrp="1"/>
          </p:cNvSpPr>
          <p:nvPr>
            <p:ph type="subTitle" idx="1"/>
          </p:nvPr>
        </p:nvSpPr>
        <p:spPr>
          <a:xfrm>
            <a:off x="495302" y="3760520"/>
            <a:ext cx="2859086" cy="628841"/>
          </a:xfrm>
        </p:spPr>
        <p:txBody>
          <a:bodyPr/>
          <a:lstStyle>
            <a:lvl1pPr marL="0" indent="0" algn="l">
              <a:buNone/>
              <a:defRPr sz="20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3D005392-7810-A30F-AFBF-65A70B3D15BA}"/>
              </a:ext>
            </a:extLst>
          </p:cNvPr>
          <p:cNvSpPr/>
          <p:nvPr/>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14" name="Freeform 13">
            <a:extLst>
              <a:ext uri="{FF2B5EF4-FFF2-40B4-BE49-F238E27FC236}">
                <a16:creationId xmlns:a16="http://schemas.microsoft.com/office/drawing/2014/main" id="{C8CB1B56-8443-369A-A0ED-B145E2AF2759}"/>
              </a:ext>
            </a:extLst>
          </p:cNvPr>
          <p:cNvSpPr/>
          <p:nvPr/>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6" name="Graphic 8">
            <a:extLst>
              <a:ext uri="{FF2B5EF4-FFF2-40B4-BE49-F238E27FC236}">
                <a16:creationId xmlns:a16="http://schemas.microsoft.com/office/drawing/2014/main" id="{944EFDE5-A0A8-416A-6688-EEE9AE0089D1}"/>
              </a:ext>
            </a:extLst>
          </p:cNvPr>
          <p:cNvGrpSpPr/>
          <p:nvPr/>
        </p:nvGrpSpPr>
        <p:grpSpPr>
          <a:xfrm>
            <a:off x="11217977" y="6552879"/>
            <a:ext cx="432093" cy="77405"/>
            <a:chOff x="11217977" y="6552879"/>
            <a:chExt cx="432093" cy="77405"/>
          </a:xfrm>
          <a:solidFill>
            <a:srgbClr val="FFFFFF"/>
          </a:solidFill>
        </p:grpSpPr>
        <p:sp>
          <p:nvSpPr>
            <p:cNvPr id="17" name="Freeform 16">
              <a:extLst>
                <a:ext uri="{FF2B5EF4-FFF2-40B4-BE49-F238E27FC236}">
                  <a16:creationId xmlns:a16="http://schemas.microsoft.com/office/drawing/2014/main" id="{0C6E34C1-7EB5-0345-4CBA-7E44E3FB78F9}"/>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A95F6C2A-098A-1AD5-061F-9F531308E043}"/>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9" name="Freeform 18">
              <a:extLst>
                <a:ext uri="{FF2B5EF4-FFF2-40B4-BE49-F238E27FC236}">
                  <a16:creationId xmlns:a16="http://schemas.microsoft.com/office/drawing/2014/main" id="{C460023B-8E12-F84B-2C66-3ABAFB1E8E44}"/>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20" name="Freeform 19">
              <a:extLst>
                <a:ext uri="{FF2B5EF4-FFF2-40B4-BE49-F238E27FC236}">
                  <a16:creationId xmlns:a16="http://schemas.microsoft.com/office/drawing/2014/main" id="{DA8FCBB4-1FED-BCC3-6F92-F217561859B4}"/>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21" name="Freeform 20">
              <a:extLst>
                <a:ext uri="{FF2B5EF4-FFF2-40B4-BE49-F238E27FC236}">
                  <a16:creationId xmlns:a16="http://schemas.microsoft.com/office/drawing/2014/main" id="{7BB47196-B7A2-21AE-F203-E8DBC70339DE}"/>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
        <p:nvSpPr>
          <p:cNvPr id="22" name="Content Placeholder 18">
            <a:extLst>
              <a:ext uri="{FF2B5EF4-FFF2-40B4-BE49-F238E27FC236}">
                <a16:creationId xmlns:a16="http://schemas.microsoft.com/office/drawing/2014/main" id="{02AF5BE2-C31C-F5D3-CF19-43EB5C4B70B7}"/>
              </a:ext>
            </a:extLst>
          </p:cNvPr>
          <p:cNvSpPr>
            <a:spLocks noGrp="1"/>
          </p:cNvSpPr>
          <p:nvPr>
            <p:ph sz="quarter" idx="11"/>
          </p:nvPr>
        </p:nvSpPr>
        <p:spPr>
          <a:xfrm>
            <a:off x="4267200" y="605028"/>
            <a:ext cx="7429498" cy="5561599"/>
          </a:xfrm>
        </p:spPr>
        <p:txBody>
          <a:bodyPr/>
          <a:lstStyle>
            <a:lvl1pPr>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328384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 Content Slide 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56A15E-7F0C-056B-0C77-87EF603752ED}"/>
              </a:ext>
            </a:extLst>
          </p:cNvPr>
          <p:cNvSpPr/>
          <p:nvPr userDrawn="1"/>
        </p:nvSpPr>
        <p:spPr>
          <a:xfrm>
            <a:off x="0" y="6457950"/>
            <a:ext cx="5543550"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pic>
        <p:nvPicPr>
          <p:cNvPr id="23" name="Picture 22">
            <a:extLst>
              <a:ext uri="{FF2B5EF4-FFF2-40B4-BE49-F238E27FC236}">
                <a16:creationId xmlns:a16="http://schemas.microsoft.com/office/drawing/2014/main" id="{AE7106B7-09B2-5347-BFE3-6DBA172FE5F6}"/>
              </a:ext>
            </a:extLst>
          </p:cNvPr>
          <p:cNvPicPr>
            <a:picLocks noChangeAspect="1"/>
          </p:cNvPicPr>
          <p:nvPr userDrawn="1"/>
        </p:nvPicPr>
        <p:blipFill>
          <a:blip r:embed="rId2"/>
          <a:stretch>
            <a:fillRect/>
          </a:stretch>
        </p:blipFill>
        <p:spPr>
          <a:xfrm>
            <a:off x="-9834" y="0"/>
            <a:ext cx="3702050" cy="6858000"/>
          </a:xfrm>
          <a:prstGeom prst="rect">
            <a:avLst/>
          </a:prstGeom>
        </p:spPr>
      </p:pic>
      <p:sp>
        <p:nvSpPr>
          <p:cNvPr id="3" name="TextBox 2">
            <a:extLst>
              <a:ext uri="{FF2B5EF4-FFF2-40B4-BE49-F238E27FC236}">
                <a16:creationId xmlns:a16="http://schemas.microsoft.com/office/drawing/2014/main" id="{33F39891-E607-D810-0433-4C2419FE8987}"/>
              </a:ext>
            </a:extLst>
          </p:cNvPr>
          <p:cNvSpPr txBox="1"/>
          <p:nvPr userDrawn="1"/>
        </p:nvSpPr>
        <p:spPr>
          <a:xfrm>
            <a:off x="4267200" y="6562481"/>
            <a:ext cx="5293842" cy="107722"/>
          </a:xfrm>
          <a:prstGeom prst="rect">
            <a:avLst/>
          </a:prstGeom>
          <a:noFill/>
        </p:spPr>
        <p:txBody>
          <a:bodyPr wrap="square" lIns="0" tIns="0" rIns="0" bIns="0">
            <a:spAutoFit/>
          </a:bodyPr>
          <a:lstStyle/>
          <a:p>
            <a:r>
              <a:rPr lang="en-US" sz="700">
                <a:solidFill>
                  <a:schemeClr val="tx1">
                    <a:lumMod val="60000"/>
                    <a:lumOff val="40000"/>
                  </a:schemeClr>
                </a:solidFill>
              </a:rPr>
              <a:t>© 2026 Veeam Software. Confidential information. All rights reserved. All trademarks are the property of their respective owners. </a:t>
            </a:r>
          </a:p>
        </p:txBody>
      </p:sp>
      <p:sp>
        <p:nvSpPr>
          <p:cNvPr id="6" name="Title 1">
            <a:extLst>
              <a:ext uri="{FF2B5EF4-FFF2-40B4-BE49-F238E27FC236}">
                <a16:creationId xmlns:a16="http://schemas.microsoft.com/office/drawing/2014/main" id="{0C1672F3-D1B9-6BD6-5969-AD9180247952}"/>
              </a:ext>
            </a:extLst>
          </p:cNvPr>
          <p:cNvSpPr>
            <a:spLocks noGrp="1"/>
          </p:cNvSpPr>
          <p:nvPr>
            <p:ph type="title" hasCustomPrompt="1"/>
          </p:nvPr>
        </p:nvSpPr>
        <p:spPr>
          <a:xfrm>
            <a:off x="495301" y="1482196"/>
            <a:ext cx="2859087" cy="2134979"/>
          </a:xfrm>
        </p:spPr>
        <p:txBody>
          <a:bodyPr anchor="b">
            <a:noAutofit/>
          </a:bodyPr>
          <a:lstStyle>
            <a:lvl1pPr>
              <a:defRPr sz="3200" b="1">
                <a:solidFill>
                  <a:schemeClr val="bg1"/>
                </a:solidFill>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BA563BAB-3B8D-C24A-AC1E-697D9D118315}"/>
              </a:ext>
            </a:extLst>
          </p:cNvPr>
          <p:cNvSpPr>
            <a:spLocks noGrp="1"/>
          </p:cNvSpPr>
          <p:nvPr>
            <p:ph type="subTitle" idx="1"/>
          </p:nvPr>
        </p:nvSpPr>
        <p:spPr>
          <a:xfrm>
            <a:off x="495302" y="3760520"/>
            <a:ext cx="2859086" cy="628841"/>
          </a:xfrm>
        </p:spPr>
        <p:txBody>
          <a:bodyPr/>
          <a:lstStyle>
            <a:lvl1pPr marL="0" indent="0" algn="l">
              <a:buNone/>
              <a:defRPr sz="20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3D005392-7810-A30F-AFBF-65A70B3D15BA}"/>
              </a:ext>
            </a:extLst>
          </p:cNvPr>
          <p:cNvSpPr/>
          <p:nvPr/>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14" name="Freeform 13">
            <a:extLst>
              <a:ext uri="{FF2B5EF4-FFF2-40B4-BE49-F238E27FC236}">
                <a16:creationId xmlns:a16="http://schemas.microsoft.com/office/drawing/2014/main" id="{C8CB1B56-8443-369A-A0ED-B145E2AF2759}"/>
              </a:ext>
            </a:extLst>
          </p:cNvPr>
          <p:cNvSpPr/>
          <p:nvPr/>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6" name="Graphic 8">
            <a:extLst>
              <a:ext uri="{FF2B5EF4-FFF2-40B4-BE49-F238E27FC236}">
                <a16:creationId xmlns:a16="http://schemas.microsoft.com/office/drawing/2014/main" id="{944EFDE5-A0A8-416A-6688-EEE9AE0089D1}"/>
              </a:ext>
            </a:extLst>
          </p:cNvPr>
          <p:cNvGrpSpPr/>
          <p:nvPr/>
        </p:nvGrpSpPr>
        <p:grpSpPr>
          <a:xfrm>
            <a:off x="11217977" y="6552879"/>
            <a:ext cx="432093" cy="77405"/>
            <a:chOff x="11217977" y="6552879"/>
            <a:chExt cx="432093" cy="77405"/>
          </a:xfrm>
          <a:solidFill>
            <a:srgbClr val="FFFFFF"/>
          </a:solidFill>
        </p:grpSpPr>
        <p:sp>
          <p:nvSpPr>
            <p:cNvPr id="17" name="Freeform 16">
              <a:extLst>
                <a:ext uri="{FF2B5EF4-FFF2-40B4-BE49-F238E27FC236}">
                  <a16:creationId xmlns:a16="http://schemas.microsoft.com/office/drawing/2014/main" id="{0C6E34C1-7EB5-0345-4CBA-7E44E3FB78F9}"/>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A95F6C2A-098A-1AD5-061F-9F531308E043}"/>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9" name="Freeform 18">
              <a:extLst>
                <a:ext uri="{FF2B5EF4-FFF2-40B4-BE49-F238E27FC236}">
                  <a16:creationId xmlns:a16="http://schemas.microsoft.com/office/drawing/2014/main" id="{C460023B-8E12-F84B-2C66-3ABAFB1E8E44}"/>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20" name="Freeform 19">
              <a:extLst>
                <a:ext uri="{FF2B5EF4-FFF2-40B4-BE49-F238E27FC236}">
                  <a16:creationId xmlns:a16="http://schemas.microsoft.com/office/drawing/2014/main" id="{DA8FCBB4-1FED-BCC3-6F92-F217561859B4}"/>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21" name="Freeform 20">
              <a:extLst>
                <a:ext uri="{FF2B5EF4-FFF2-40B4-BE49-F238E27FC236}">
                  <a16:creationId xmlns:a16="http://schemas.microsoft.com/office/drawing/2014/main" id="{7BB47196-B7A2-21AE-F203-E8DBC70339DE}"/>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
        <p:nvSpPr>
          <p:cNvPr id="22" name="Content Placeholder 18">
            <a:extLst>
              <a:ext uri="{FF2B5EF4-FFF2-40B4-BE49-F238E27FC236}">
                <a16:creationId xmlns:a16="http://schemas.microsoft.com/office/drawing/2014/main" id="{02AF5BE2-C31C-F5D3-CF19-43EB5C4B70B7}"/>
              </a:ext>
            </a:extLst>
          </p:cNvPr>
          <p:cNvSpPr>
            <a:spLocks noGrp="1"/>
          </p:cNvSpPr>
          <p:nvPr>
            <p:ph sz="quarter" idx="11"/>
          </p:nvPr>
        </p:nvSpPr>
        <p:spPr>
          <a:xfrm>
            <a:off x="4267200" y="605028"/>
            <a:ext cx="7429498" cy="5561599"/>
          </a:xfrm>
        </p:spPr>
        <p:txBody>
          <a:bodyPr/>
          <a:lstStyle>
            <a:lvl1pPr>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333996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3 Content Slide 3">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56A15E-7F0C-056B-0C77-87EF603752ED}"/>
              </a:ext>
            </a:extLst>
          </p:cNvPr>
          <p:cNvSpPr/>
          <p:nvPr userDrawn="1"/>
        </p:nvSpPr>
        <p:spPr>
          <a:xfrm>
            <a:off x="0" y="6457950"/>
            <a:ext cx="5543550"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pic>
        <p:nvPicPr>
          <p:cNvPr id="4" name="Picture 3">
            <a:extLst>
              <a:ext uri="{FF2B5EF4-FFF2-40B4-BE49-F238E27FC236}">
                <a16:creationId xmlns:a16="http://schemas.microsoft.com/office/drawing/2014/main" id="{5EEC34C1-82B0-4481-6375-1F1F9BADC1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V="1">
            <a:off x="-19663" y="-2"/>
            <a:ext cx="3702050" cy="6857999"/>
          </a:xfrm>
          <a:prstGeom prst="rect">
            <a:avLst/>
          </a:prstGeom>
        </p:spPr>
      </p:pic>
      <p:sp>
        <p:nvSpPr>
          <p:cNvPr id="3" name="TextBox 2">
            <a:extLst>
              <a:ext uri="{FF2B5EF4-FFF2-40B4-BE49-F238E27FC236}">
                <a16:creationId xmlns:a16="http://schemas.microsoft.com/office/drawing/2014/main" id="{33F39891-E607-D810-0433-4C2419FE8987}"/>
              </a:ext>
            </a:extLst>
          </p:cNvPr>
          <p:cNvSpPr txBox="1"/>
          <p:nvPr userDrawn="1"/>
        </p:nvSpPr>
        <p:spPr>
          <a:xfrm>
            <a:off x="4267200" y="6562481"/>
            <a:ext cx="5293842" cy="107722"/>
          </a:xfrm>
          <a:prstGeom prst="rect">
            <a:avLst/>
          </a:prstGeom>
          <a:noFill/>
        </p:spPr>
        <p:txBody>
          <a:bodyPr wrap="square" lIns="0" tIns="0" rIns="0" bIns="0">
            <a:spAutoFit/>
          </a:bodyPr>
          <a:lstStyle/>
          <a:p>
            <a:r>
              <a:rPr lang="en-US" sz="700">
                <a:solidFill>
                  <a:schemeClr val="tx1">
                    <a:lumMod val="60000"/>
                    <a:lumOff val="40000"/>
                  </a:schemeClr>
                </a:solidFill>
              </a:rPr>
              <a:t>© 2026 Veeam Software. Confidential information. All rights reserved. All trademarks are the property of their respective owners. </a:t>
            </a:r>
          </a:p>
        </p:txBody>
      </p:sp>
      <p:sp>
        <p:nvSpPr>
          <p:cNvPr id="6" name="Title 1">
            <a:extLst>
              <a:ext uri="{FF2B5EF4-FFF2-40B4-BE49-F238E27FC236}">
                <a16:creationId xmlns:a16="http://schemas.microsoft.com/office/drawing/2014/main" id="{0C1672F3-D1B9-6BD6-5969-AD9180247952}"/>
              </a:ext>
            </a:extLst>
          </p:cNvPr>
          <p:cNvSpPr>
            <a:spLocks noGrp="1"/>
          </p:cNvSpPr>
          <p:nvPr>
            <p:ph type="title" hasCustomPrompt="1"/>
          </p:nvPr>
        </p:nvSpPr>
        <p:spPr>
          <a:xfrm>
            <a:off x="495301" y="1482196"/>
            <a:ext cx="2859087" cy="2134979"/>
          </a:xfrm>
        </p:spPr>
        <p:txBody>
          <a:bodyPr anchor="b">
            <a:noAutofit/>
          </a:bodyPr>
          <a:lstStyle>
            <a:lvl1pPr>
              <a:defRPr sz="3200" b="1">
                <a:solidFill>
                  <a:schemeClr val="bg1"/>
                </a:solidFill>
              </a:defRPr>
            </a:lvl1pPr>
          </a:lstStyle>
          <a:p>
            <a:r>
              <a:rPr lang="en-GB"/>
              <a:t>CLICK TO EDIT MASTER TITLE STYLE</a:t>
            </a:r>
            <a:endParaRPr lang="en-US"/>
          </a:p>
        </p:txBody>
      </p:sp>
      <p:sp>
        <p:nvSpPr>
          <p:cNvPr id="7" name="Subtitle 2">
            <a:extLst>
              <a:ext uri="{FF2B5EF4-FFF2-40B4-BE49-F238E27FC236}">
                <a16:creationId xmlns:a16="http://schemas.microsoft.com/office/drawing/2014/main" id="{BA563BAB-3B8D-C24A-AC1E-697D9D118315}"/>
              </a:ext>
            </a:extLst>
          </p:cNvPr>
          <p:cNvSpPr>
            <a:spLocks noGrp="1"/>
          </p:cNvSpPr>
          <p:nvPr>
            <p:ph type="subTitle" idx="1"/>
          </p:nvPr>
        </p:nvSpPr>
        <p:spPr>
          <a:xfrm>
            <a:off x="495302" y="3760520"/>
            <a:ext cx="2859086" cy="628841"/>
          </a:xfrm>
        </p:spPr>
        <p:txBody>
          <a:bodyPr/>
          <a:lstStyle>
            <a:lvl1pPr marL="0" indent="0" algn="l">
              <a:buNone/>
              <a:defRPr sz="2000" b="0" i="0">
                <a:solidFill>
                  <a:schemeClr val="accent2">
                    <a:lumMod val="60000"/>
                    <a:lumOff val="40000"/>
                  </a:schemeClr>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3D005392-7810-A30F-AFBF-65A70B3D15BA}"/>
              </a:ext>
            </a:extLst>
          </p:cNvPr>
          <p:cNvSpPr/>
          <p:nvPr/>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14" name="Freeform 13">
            <a:extLst>
              <a:ext uri="{FF2B5EF4-FFF2-40B4-BE49-F238E27FC236}">
                <a16:creationId xmlns:a16="http://schemas.microsoft.com/office/drawing/2014/main" id="{C8CB1B56-8443-369A-A0ED-B145E2AF2759}"/>
              </a:ext>
            </a:extLst>
          </p:cNvPr>
          <p:cNvSpPr/>
          <p:nvPr/>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16" name="Graphic 8">
            <a:extLst>
              <a:ext uri="{FF2B5EF4-FFF2-40B4-BE49-F238E27FC236}">
                <a16:creationId xmlns:a16="http://schemas.microsoft.com/office/drawing/2014/main" id="{944EFDE5-A0A8-416A-6688-EEE9AE0089D1}"/>
              </a:ext>
            </a:extLst>
          </p:cNvPr>
          <p:cNvGrpSpPr/>
          <p:nvPr/>
        </p:nvGrpSpPr>
        <p:grpSpPr>
          <a:xfrm>
            <a:off x="11217977" y="6552879"/>
            <a:ext cx="432093" cy="77405"/>
            <a:chOff x="11217977" y="6552879"/>
            <a:chExt cx="432093" cy="77405"/>
          </a:xfrm>
          <a:solidFill>
            <a:srgbClr val="FFFFFF"/>
          </a:solidFill>
        </p:grpSpPr>
        <p:sp>
          <p:nvSpPr>
            <p:cNvPr id="17" name="Freeform 16">
              <a:extLst>
                <a:ext uri="{FF2B5EF4-FFF2-40B4-BE49-F238E27FC236}">
                  <a16:creationId xmlns:a16="http://schemas.microsoft.com/office/drawing/2014/main" id="{0C6E34C1-7EB5-0345-4CBA-7E44E3FB78F9}"/>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8" name="Freeform 17">
              <a:extLst>
                <a:ext uri="{FF2B5EF4-FFF2-40B4-BE49-F238E27FC236}">
                  <a16:creationId xmlns:a16="http://schemas.microsoft.com/office/drawing/2014/main" id="{A95F6C2A-098A-1AD5-061F-9F531308E043}"/>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9" name="Freeform 18">
              <a:extLst>
                <a:ext uri="{FF2B5EF4-FFF2-40B4-BE49-F238E27FC236}">
                  <a16:creationId xmlns:a16="http://schemas.microsoft.com/office/drawing/2014/main" id="{C460023B-8E12-F84B-2C66-3ABAFB1E8E44}"/>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20" name="Freeform 19">
              <a:extLst>
                <a:ext uri="{FF2B5EF4-FFF2-40B4-BE49-F238E27FC236}">
                  <a16:creationId xmlns:a16="http://schemas.microsoft.com/office/drawing/2014/main" id="{DA8FCBB4-1FED-BCC3-6F92-F217561859B4}"/>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21" name="Freeform 20">
              <a:extLst>
                <a:ext uri="{FF2B5EF4-FFF2-40B4-BE49-F238E27FC236}">
                  <a16:creationId xmlns:a16="http://schemas.microsoft.com/office/drawing/2014/main" id="{7BB47196-B7A2-21AE-F203-E8DBC70339DE}"/>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
        <p:nvSpPr>
          <p:cNvPr id="22" name="Content Placeholder 18">
            <a:extLst>
              <a:ext uri="{FF2B5EF4-FFF2-40B4-BE49-F238E27FC236}">
                <a16:creationId xmlns:a16="http://schemas.microsoft.com/office/drawing/2014/main" id="{02AF5BE2-C31C-F5D3-CF19-43EB5C4B70B7}"/>
              </a:ext>
            </a:extLst>
          </p:cNvPr>
          <p:cNvSpPr>
            <a:spLocks noGrp="1"/>
          </p:cNvSpPr>
          <p:nvPr>
            <p:ph sz="quarter" idx="11"/>
          </p:nvPr>
        </p:nvSpPr>
        <p:spPr>
          <a:xfrm>
            <a:off x="4267200" y="605028"/>
            <a:ext cx="7429498" cy="5561599"/>
          </a:xfrm>
        </p:spPr>
        <p:txBody>
          <a:bodyPr/>
          <a:lstStyle>
            <a:lvl1pPr>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462549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2F1AA25-A56E-1870-4426-67A41777814B}"/>
              </a:ext>
            </a:extLst>
          </p:cNvPr>
          <p:cNvSpPr>
            <a:spLocks noGrp="1"/>
          </p:cNvSpPr>
          <p:nvPr>
            <p:ph type="title" hasCustomPrompt="1"/>
          </p:nvPr>
        </p:nvSpPr>
        <p:spPr>
          <a:xfrm>
            <a:off x="493288" y="2208282"/>
            <a:ext cx="2861099" cy="1471461"/>
          </a:xfrm>
        </p:spPr>
        <p:txBody>
          <a:bodyPr anchor="ctr">
            <a:noAutofit/>
          </a:bodyPr>
          <a:lstStyle>
            <a:lvl1pPr>
              <a:defRPr sz="2800" b="1">
                <a:solidFill>
                  <a:srgbClr val="0E0D72"/>
                </a:solidFill>
              </a:defRPr>
            </a:lvl1pPr>
          </a:lstStyle>
          <a:p>
            <a:r>
              <a:rPr lang="en-US"/>
              <a:t>CLICK TO EDIT MASTER TITLE STYLE</a:t>
            </a:r>
          </a:p>
        </p:txBody>
      </p:sp>
      <p:sp>
        <p:nvSpPr>
          <p:cNvPr id="6" name="Subtitle 2">
            <a:extLst>
              <a:ext uri="{FF2B5EF4-FFF2-40B4-BE49-F238E27FC236}">
                <a16:creationId xmlns:a16="http://schemas.microsoft.com/office/drawing/2014/main" id="{07025648-4B33-8998-8112-0A1BEE0197B7}"/>
              </a:ext>
            </a:extLst>
          </p:cNvPr>
          <p:cNvSpPr>
            <a:spLocks noGrp="1"/>
          </p:cNvSpPr>
          <p:nvPr>
            <p:ph type="subTitle" idx="1"/>
          </p:nvPr>
        </p:nvSpPr>
        <p:spPr>
          <a:xfrm>
            <a:off x="493713" y="3808744"/>
            <a:ext cx="2860675" cy="628841"/>
          </a:xfrm>
        </p:spPr>
        <p:txBody>
          <a:bodyPr>
            <a:noAutofit/>
          </a:bodyPr>
          <a:lstStyle>
            <a:lvl1pPr marL="0" indent="0" algn="l">
              <a:buNone/>
              <a:defRPr sz="21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067339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540269-BEBE-74F3-6029-2093729F6D6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12F1AA25-A56E-1870-4426-67A41777814B}"/>
              </a:ext>
            </a:extLst>
          </p:cNvPr>
          <p:cNvSpPr>
            <a:spLocks noGrp="1"/>
          </p:cNvSpPr>
          <p:nvPr>
            <p:ph type="title" hasCustomPrompt="1"/>
          </p:nvPr>
        </p:nvSpPr>
        <p:spPr>
          <a:xfrm>
            <a:off x="493288" y="2208282"/>
            <a:ext cx="2861099" cy="1471461"/>
          </a:xfrm>
        </p:spPr>
        <p:txBody>
          <a:bodyPr anchor="ctr">
            <a:noAutofit/>
          </a:bodyPr>
          <a:lstStyle>
            <a:lvl1pPr>
              <a:defRPr sz="2800" b="1">
                <a:solidFill>
                  <a:srgbClr val="0E0D72"/>
                </a:solidFill>
              </a:defRPr>
            </a:lvl1pPr>
          </a:lstStyle>
          <a:p>
            <a:r>
              <a:rPr lang="en-US"/>
              <a:t>CLICK TO EDIT MASTER TITLE STYLE</a:t>
            </a:r>
          </a:p>
        </p:txBody>
      </p:sp>
      <p:sp>
        <p:nvSpPr>
          <p:cNvPr id="6" name="Subtitle 2">
            <a:extLst>
              <a:ext uri="{FF2B5EF4-FFF2-40B4-BE49-F238E27FC236}">
                <a16:creationId xmlns:a16="http://schemas.microsoft.com/office/drawing/2014/main" id="{07025648-4B33-8998-8112-0A1BEE0197B7}"/>
              </a:ext>
            </a:extLst>
          </p:cNvPr>
          <p:cNvSpPr>
            <a:spLocks noGrp="1"/>
          </p:cNvSpPr>
          <p:nvPr>
            <p:ph type="subTitle" idx="1"/>
          </p:nvPr>
        </p:nvSpPr>
        <p:spPr>
          <a:xfrm>
            <a:off x="493713" y="3808744"/>
            <a:ext cx="2860675" cy="628841"/>
          </a:xfrm>
        </p:spPr>
        <p:txBody>
          <a:bodyPr>
            <a:noAutofit/>
          </a:bodyPr>
          <a:lstStyle>
            <a:lvl1pPr marL="0" indent="0" algn="l">
              <a:buNone/>
              <a:defRPr sz="21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Box 2">
            <a:extLst>
              <a:ext uri="{FF2B5EF4-FFF2-40B4-BE49-F238E27FC236}">
                <a16:creationId xmlns:a16="http://schemas.microsoft.com/office/drawing/2014/main" id="{0DE28C73-8C23-44DC-22E9-B16C54149923}"/>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tx2"/>
                </a:solidFill>
              </a:rPr>
              <a:t>© 2026 Veeam Software. Confidential information. All rights reserved. All trademarks are the property of their respective owners. </a:t>
            </a:r>
          </a:p>
        </p:txBody>
      </p:sp>
      <p:grpSp>
        <p:nvGrpSpPr>
          <p:cNvPr id="5" name="Group 4">
            <a:extLst>
              <a:ext uri="{FF2B5EF4-FFF2-40B4-BE49-F238E27FC236}">
                <a16:creationId xmlns:a16="http://schemas.microsoft.com/office/drawing/2014/main" id="{70767731-8CF8-3752-4C17-1F362496ADEB}"/>
              </a:ext>
            </a:extLst>
          </p:cNvPr>
          <p:cNvGrpSpPr/>
          <p:nvPr userDrawn="1"/>
        </p:nvGrpSpPr>
        <p:grpSpPr>
          <a:xfrm>
            <a:off x="11180146" y="6513177"/>
            <a:ext cx="516913" cy="156999"/>
            <a:chOff x="11180146" y="6513177"/>
            <a:chExt cx="516913" cy="156999"/>
          </a:xfrm>
        </p:grpSpPr>
        <p:sp>
          <p:nvSpPr>
            <p:cNvPr id="7" name="Freeform 6">
              <a:extLst>
                <a:ext uri="{FF2B5EF4-FFF2-40B4-BE49-F238E27FC236}">
                  <a16:creationId xmlns:a16="http://schemas.microsoft.com/office/drawing/2014/main" id="{866017C9-AC87-55C4-1142-0AC6046138A7}"/>
                </a:ext>
              </a:extLst>
            </p:cNvPr>
            <p:cNvSpPr/>
            <p:nvPr userDrawn="1"/>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8" name="Freeform 7">
              <a:extLst>
                <a:ext uri="{FF2B5EF4-FFF2-40B4-BE49-F238E27FC236}">
                  <a16:creationId xmlns:a16="http://schemas.microsoft.com/office/drawing/2014/main" id="{6414E32D-7B5C-8178-3AC0-CF8FFC179D53}"/>
                </a:ext>
              </a:extLst>
            </p:cNvPr>
            <p:cNvSpPr/>
            <p:nvPr userDrawn="1"/>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9" name="Graphic 3">
              <a:extLst>
                <a:ext uri="{FF2B5EF4-FFF2-40B4-BE49-F238E27FC236}">
                  <a16:creationId xmlns:a16="http://schemas.microsoft.com/office/drawing/2014/main" id="{A563FC5E-CC05-C9FD-106E-62DE219C0B69}"/>
                </a:ext>
              </a:extLst>
            </p:cNvPr>
            <p:cNvGrpSpPr/>
            <p:nvPr userDrawn="1"/>
          </p:nvGrpSpPr>
          <p:grpSpPr>
            <a:xfrm>
              <a:off x="11217977" y="6552879"/>
              <a:ext cx="432093" cy="77405"/>
              <a:chOff x="11217977" y="6552879"/>
              <a:chExt cx="432093" cy="77405"/>
            </a:xfrm>
            <a:solidFill>
              <a:srgbClr val="FFFFFF"/>
            </a:solidFill>
          </p:grpSpPr>
          <p:sp>
            <p:nvSpPr>
              <p:cNvPr id="10" name="Freeform 9">
                <a:extLst>
                  <a:ext uri="{FF2B5EF4-FFF2-40B4-BE49-F238E27FC236}">
                    <a16:creationId xmlns:a16="http://schemas.microsoft.com/office/drawing/2014/main" id="{A502C670-1E6B-AAB3-4AFB-6386EA728DA9}"/>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50A4E02D-4874-1D7F-F97D-2753592F36B1}"/>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F2925578-6798-D60A-CB27-8531CB3CA6D2}"/>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13" name="Freeform 12">
                <a:extLst>
                  <a:ext uri="{FF2B5EF4-FFF2-40B4-BE49-F238E27FC236}">
                    <a16:creationId xmlns:a16="http://schemas.microsoft.com/office/drawing/2014/main" id="{BC5539AC-3F99-AC07-D0DE-FD9DEF58900C}"/>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4" name="Freeform 13">
                <a:extLst>
                  <a:ext uri="{FF2B5EF4-FFF2-40B4-BE49-F238E27FC236}">
                    <a16:creationId xmlns:a16="http://schemas.microsoft.com/office/drawing/2014/main" id="{FC531C50-BBE8-DB6B-C567-95FDA98559B3}"/>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grpSp>
    </p:spTree>
    <p:extLst>
      <p:ext uri="{BB962C8B-B14F-4D97-AF65-F5344CB8AC3E}">
        <p14:creationId xmlns:p14="http://schemas.microsoft.com/office/powerpoint/2010/main" val="30315306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4 Takeaway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defRPr sz="2800" b="1">
                <a:solidFill>
                  <a:srgbClr val="0E0D72"/>
                </a:solidFill>
              </a:defRPr>
            </a:lvl1pPr>
          </a:lstStyle>
          <a:p>
            <a:r>
              <a:rPr lang="en-US"/>
              <a:t>KEY TAKEAWAYS</a:t>
            </a:r>
          </a:p>
        </p:txBody>
      </p:sp>
      <p:sp>
        <p:nvSpPr>
          <p:cNvPr id="5" name="Subtitle 2">
            <a:extLst>
              <a:ext uri="{FF2B5EF4-FFF2-40B4-BE49-F238E27FC236}">
                <a16:creationId xmlns:a16="http://schemas.microsoft.com/office/drawing/2014/main" id="{1ACA5E8C-63C8-8AD4-F044-CD266DE5C814}"/>
              </a:ext>
            </a:extLst>
          </p:cNvPr>
          <p:cNvSpPr>
            <a:spLocks noGrp="1"/>
          </p:cNvSpPr>
          <p:nvPr>
            <p:ph type="subTitle" idx="1"/>
          </p:nvPr>
        </p:nvSpPr>
        <p:spPr>
          <a:xfrm>
            <a:off x="502179" y="1032607"/>
            <a:ext cx="11194511" cy="338993"/>
          </a:xfrm>
        </p:spPr>
        <p:txBody>
          <a:bodyPr anchor="t"/>
          <a:lstStyle>
            <a:lvl1pPr marL="0" indent="0" algn="l">
              <a:buNone/>
              <a:defRPr sz="2000" b="0" i="0">
                <a:solidFill>
                  <a:schemeClr val="tx1"/>
                </a:solidFill>
                <a:latin typeface="ES Build Neutral"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Picture Placeholder 24">
            <a:extLst>
              <a:ext uri="{FF2B5EF4-FFF2-40B4-BE49-F238E27FC236}">
                <a16:creationId xmlns:a16="http://schemas.microsoft.com/office/drawing/2014/main" id="{571F33A6-D68F-C5E7-F885-6E4F2B34F419}"/>
              </a:ext>
            </a:extLst>
          </p:cNvPr>
          <p:cNvSpPr>
            <a:spLocks noGrp="1"/>
          </p:cNvSpPr>
          <p:nvPr>
            <p:ph type="pic" sz="quarter" idx="18" hasCustomPrompt="1"/>
          </p:nvPr>
        </p:nvSpPr>
        <p:spPr>
          <a:xfrm>
            <a:off x="502179" y="1957262"/>
            <a:ext cx="898238" cy="876665"/>
          </a:xfrm>
        </p:spPr>
        <p:txBody>
          <a:bodyPr/>
          <a:lstStyle>
            <a:lvl1pPr>
              <a:defRPr sz="1200">
                <a:solidFill>
                  <a:schemeClr val="tx1"/>
                </a:solidFill>
              </a:defRPr>
            </a:lvl1pPr>
          </a:lstStyle>
          <a:p>
            <a:r>
              <a:rPr lang="en-RO"/>
              <a:t>Icon</a:t>
            </a:r>
          </a:p>
        </p:txBody>
      </p:sp>
      <p:sp>
        <p:nvSpPr>
          <p:cNvPr id="13" name="Picture Placeholder 24">
            <a:extLst>
              <a:ext uri="{FF2B5EF4-FFF2-40B4-BE49-F238E27FC236}">
                <a16:creationId xmlns:a16="http://schemas.microsoft.com/office/drawing/2014/main" id="{DF382570-E925-7A18-A470-9F11484234AF}"/>
              </a:ext>
            </a:extLst>
          </p:cNvPr>
          <p:cNvSpPr>
            <a:spLocks noGrp="1"/>
          </p:cNvSpPr>
          <p:nvPr>
            <p:ph type="pic" sz="quarter" idx="21" hasCustomPrompt="1"/>
          </p:nvPr>
        </p:nvSpPr>
        <p:spPr>
          <a:xfrm>
            <a:off x="3410271" y="1957262"/>
            <a:ext cx="898238" cy="876665"/>
          </a:xfrm>
        </p:spPr>
        <p:txBody>
          <a:bodyPr/>
          <a:lstStyle>
            <a:lvl1pPr>
              <a:defRPr sz="1200">
                <a:solidFill>
                  <a:schemeClr val="tx1"/>
                </a:solidFill>
              </a:defRPr>
            </a:lvl1pPr>
          </a:lstStyle>
          <a:p>
            <a:r>
              <a:rPr lang="en-RO"/>
              <a:t>Icon</a:t>
            </a:r>
          </a:p>
        </p:txBody>
      </p:sp>
      <p:sp>
        <p:nvSpPr>
          <p:cNvPr id="16" name="Picture Placeholder 24">
            <a:extLst>
              <a:ext uri="{FF2B5EF4-FFF2-40B4-BE49-F238E27FC236}">
                <a16:creationId xmlns:a16="http://schemas.microsoft.com/office/drawing/2014/main" id="{64A3D5DA-3D55-345B-75EE-1E13258DBA7E}"/>
              </a:ext>
            </a:extLst>
          </p:cNvPr>
          <p:cNvSpPr>
            <a:spLocks noGrp="1"/>
          </p:cNvSpPr>
          <p:nvPr>
            <p:ph type="pic" sz="quarter" idx="24" hasCustomPrompt="1"/>
          </p:nvPr>
        </p:nvSpPr>
        <p:spPr>
          <a:xfrm>
            <a:off x="6318363" y="1957262"/>
            <a:ext cx="898238" cy="876665"/>
          </a:xfrm>
        </p:spPr>
        <p:txBody>
          <a:bodyPr/>
          <a:lstStyle>
            <a:lvl1pPr>
              <a:defRPr sz="1200">
                <a:solidFill>
                  <a:schemeClr val="tx1"/>
                </a:solidFill>
              </a:defRPr>
            </a:lvl1pPr>
          </a:lstStyle>
          <a:p>
            <a:r>
              <a:rPr lang="en-RO"/>
              <a:t>Icon</a:t>
            </a:r>
          </a:p>
        </p:txBody>
      </p:sp>
      <p:sp>
        <p:nvSpPr>
          <p:cNvPr id="19" name="Picture Placeholder 24">
            <a:extLst>
              <a:ext uri="{FF2B5EF4-FFF2-40B4-BE49-F238E27FC236}">
                <a16:creationId xmlns:a16="http://schemas.microsoft.com/office/drawing/2014/main" id="{343301F9-088B-F58B-20FD-5ABE2CA30707}"/>
              </a:ext>
            </a:extLst>
          </p:cNvPr>
          <p:cNvSpPr>
            <a:spLocks noGrp="1"/>
          </p:cNvSpPr>
          <p:nvPr>
            <p:ph type="pic" sz="quarter" idx="27" hasCustomPrompt="1"/>
          </p:nvPr>
        </p:nvSpPr>
        <p:spPr>
          <a:xfrm>
            <a:off x="9226455" y="1957262"/>
            <a:ext cx="898238" cy="876665"/>
          </a:xfrm>
        </p:spPr>
        <p:txBody>
          <a:bodyPr/>
          <a:lstStyle>
            <a:lvl1pPr>
              <a:defRPr sz="1200">
                <a:solidFill>
                  <a:schemeClr val="tx1"/>
                </a:solidFill>
              </a:defRPr>
            </a:lvl1pPr>
          </a:lstStyle>
          <a:p>
            <a:r>
              <a:rPr lang="en-RO"/>
              <a:t>Icon</a:t>
            </a:r>
          </a:p>
        </p:txBody>
      </p:sp>
      <p:sp>
        <p:nvSpPr>
          <p:cNvPr id="7" name="Text Placeholder 10">
            <a:extLst>
              <a:ext uri="{FF2B5EF4-FFF2-40B4-BE49-F238E27FC236}">
                <a16:creationId xmlns:a16="http://schemas.microsoft.com/office/drawing/2014/main" id="{6EA052B6-D09B-4FD1-6657-D6DCD65DCA78}"/>
              </a:ext>
            </a:extLst>
          </p:cNvPr>
          <p:cNvSpPr>
            <a:spLocks noGrp="1"/>
          </p:cNvSpPr>
          <p:nvPr>
            <p:ph type="body" sz="quarter" idx="29" hasCustomPrompt="1"/>
          </p:nvPr>
        </p:nvSpPr>
        <p:spPr>
          <a:xfrm>
            <a:off x="502179" y="3018754"/>
            <a:ext cx="2511287" cy="422666"/>
          </a:xfrm>
        </p:spPr>
        <p:txBody>
          <a:bodyPr anchor="b"/>
          <a:lstStyle>
            <a:lvl1pPr>
              <a:defRPr sz="2400">
                <a:solidFill>
                  <a:srgbClr val="0E0D72"/>
                </a:solidFill>
              </a:defRPr>
            </a:lvl1pPr>
            <a:lvl7pPr>
              <a:defRPr sz="1800" b="1">
                <a:solidFill>
                  <a:srgbClr val="0E0D72"/>
                </a:solidFill>
              </a:defRPr>
            </a:lvl7pPr>
          </a:lstStyle>
          <a:p>
            <a:pPr lvl="6"/>
            <a:r>
              <a:rPr lang="en-US"/>
              <a:t>TAKEAWAY 1</a:t>
            </a:r>
          </a:p>
        </p:txBody>
      </p:sp>
      <p:sp>
        <p:nvSpPr>
          <p:cNvPr id="8" name="Text Placeholder 13">
            <a:extLst>
              <a:ext uri="{FF2B5EF4-FFF2-40B4-BE49-F238E27FC236}">
                <a16:creationId xmlns:a16="http://schemas.microsoft.com/office/drawing/2014/main" id="{173A3C21-6BD8-1DF7-3377-40227D120933}"/>
              </a:ext>
            </a:extLst>
          </p:cNvPr>
          <p:cNvSpPr>
            <a:spLocks noGrp="1"/>
          </p:cNvSpPr>
          <p:nvPr>
            <p:ph type="body" sz="quarter" idx="30" hasCustomPrompt="1"/>
          </p:nvPr>
        </p:nvSpPr>
        <p:spPr>
          <a:xfrm>
            <a:off x="502179" y="3573886"/>
            <a:ext cx="2511287" cy="2211567"/>
          </a:xfrm>
        </p:spPr>
        <p:txBody>
          <a:bodyPr/>
          <a:lstStyle>
            <a:lvl1pPr>
              <a:defRPr sz="1800"/>
            </a:lvl1pPr>
            <a:lvl7pPr>
              <a:defRPr sz="1600"/>
            </a:lvl7pPr>
          </a:lstStyle>
          <a:p>
            <a:pPr lvl="6"/>
            <a:r>
              <a:rPr lang="en-US"/>
              <a:t>Takeaway description</a:t>
            </a:r>
          </a:p>
        </p:txBody>
      </p:sp>
      <p:sp>
        <p:nvSpPr>
          <p:cNvPr id="21" name="Text Placeholder 10">
            <a:extLst>
              <a:ext uri="{FF2B5EF4-FFF2-40B4-BE49-F238E27FC236}">
                <a16:creationId xmlns:a16="http://schemas.microsoft.com/office/drawing/2014/main" id="{C9B843E4-588F-3AB7-A5A8-8731D5BBDAAC}"/>
              </a:ext>
            </a:extLst>
          </p:cNvPr>
          <p:cNvSpPr>
            <a:spLocks noGrp="1"/>
          </p:cNvSpPr>
          <p:nvPr>
            <p:ph type="body" sz="quarter" idx="31" hasCustomPrompt="1"/>
          </p:nvPr>
        </p:nvSpPr>
        <p:spPr>
          <a:xfrm>
            <a:off x="3385079" y="3018754"/>
            <a:ext cx="2511287" cy="422666"/>
          </a:xfrm>
        </p:spPr>
        <p:txBody>
          <a:bodyPr anchor="b"/>
          <a:lstStyle>
            <a:lvl1pPr>
              <a:defRPr sz="2400">
                <a:solidFill>
                  <a:srgbClr val="0E0D72"/>
                </a:solidFill>
              </a:defRPr>
            </a:lvl1pPr>
            <a:lvl7pPr>
              <a:defRPr sz="1800" b="1">
                <a:solidFill>
                  <a:srgbClr val="0E0D72"/>
                </a:solidFill>
              </a:defRPr>
            </a:lvl7pPr>
          </a:lstStyle>
          <a:p>
            <a:pPr lvl="6"/>
            <a:r>
              <a:rPr lang="en-US"/>
              <a:t>TAKEAWAY 1</a:t>
            </a:r>
          </a:p>
        </p:txBody>
      </p:sp>
      <p:sp>
        <p:nvSpPr>
          <p:cNvPr id="22" name="Text Placeholder 13">
            <a:extLst>
              <a:ext uri="{FF2B5EF4-FFF2-40B4-BE49-F238E27FC236}">
                <a16:creationId xmlns:a16="http://schemas.microsoft.com/office/drawing/2014/main" id="{AAA5011E-AD2C-BC1E-A377-3D0D582B0D45}"/>
              </a:ext>
            </a:extLst>
          </p:cNvPr>
          <p:cNvSpPr>
            <a:spLocks noGrp="1"/>
          </p:cNvSpPr>
          <p:nvPr>
            <p:ph type="body" sz="quarter" idx="32" hasCustomPrompt="1"/>
          </p:nvPr>
        </p:nvSpPr>
        <p:spPr>
          <a:xfrm>
            <a:off x="3385079" y="3573886"/>
            <a:ext cx="2511287" cy="2211567"/>
          </a:xfrm>
        </p:spPr>
        <p:txBody>
          <a:bodyPr/>
          <a:lstStyle>
            <a:lvl1pPr>
              <a:defRPr sz="1800"/>
            </a:lvl1pPr>
            <a:lvl7pPr>
              <a:defRPr sz="1600"/>
            </a:lvl7pPr>
          </a:lstStyle>
          <a:p>
            <a:pPr lvl="6"/>
            <a:r>
              <a:rPr lang="en-US"/>
              <a:t>Takeaway description</a:t>
            </a:r>
          </a:p>
        </p:txBody>
      </p:sp>
      <p:sp>
        <p:nvSpPr>
          <p:cNvPr id="23" name="Text Placeholder 10">
            <a:extLst>
              <a:ext uri="{FF2B5EF4-FFF2-40B4-BE49-F238E27FC236}">
                <a16:creationId xmlns:a16="http://schemas.microsoft.com/office/drawing/2014/main" id="{C6D127C4-840D-0C8D-4B29-C6AC9592D80D}"/>
              </a:ext>
            </a:extLst>
          </p:cNvPr>
          <p:cNvSpPr>
            <a:spLocks noGrp="1"/>
          </p:cNvSpPr>
          <p:nvPr>
            <p:ph type="body" sz="quarter" idx="33" hasCustomPrompt="1"/>
          </p:nvPr>
        </p:nvSpPr>
        <p:spPr>
          <a:xfrm>
            <a:off x="6293379" y="3018754"/>
            <a:ext cx="2511287" cy="422666"/>
          </a:xfrm>
        </p:spPr>
        <p:txBody>
          <a:bodyPr anchor="b"/>
          <a:lstStyle>
            <a:lvl1pPr>
              <a:defRPr sz="2400">
                <a:solidFill>
                  <a:srgbClr val="0E0D72"/>
                </a:solidFill>
              </a:defRPr>
            </a:lvl1pPr>
            <a:lvl7pPr>
              <a:defRPr sz="1800" b="1">
                <a:solidFill>
                  <a:srgbClr val="0E0D72"/>
                </a:solidFill>
              </a:defRPr>
            </a:lvl7pPr>
          </a:lstStyle>
          <a:p>
            <a:pPr lvl="6"/>
            <a:r>
              <a:rPr lang="en-US"/>
              <a:t>TAKEAWAY 1</a:t>
            </a:r>
          </a:p>
        </p:txBody>
      </p:sp>
      <p:sp>
        <p:nvSpPr>
          <p:cNvPr id="24" name="Text Placeholder 13">
            <a:extLst>
              <a:ext uri="{FF2B5EF4-FFF2-40B4-BE49-F238E27FC236}">
                <a16:creationId xmlns:a16="http://schemas.microsoft.com/office/drawing/2014/main" id="{0AFDA6CE-A596-2474-3D69-E4285BD30B78}"/>
              </a:ext>
            </a:extLst>
          </p:cNvPr>
          <p:cNvSpPr>
            <a:spLocks noGrp="1"/>
          </p:cNvSpPr>
          <p:nvPr>
            <p:ph type="body" sz="quarter" idx="34" hasCustomPrompt="1"/>
          </p:nvPr>
        </p:nvSpPr>
        <p:spPr>
          <a:xfrm>
            <a:off x="6293379" y="3573886"/>
            <a:ext cx="2511287" cy="2211567"/>
          </a:xfrm>
        </p:spPr>
        <p:txBody>
          <a:bodyPr/>
          <a:lstStyle>
            <a:lvl1pPr>
              <a:defRPr sz="1800"/>
            </a:lvl1pPr>
            <a:lvl7pPr>
              <a:defRPr sz="1600"/>
            </a:lvl7pPr>
          </a:lstStyle>
          <a:p>
            <a:pPr lvl="6"/>
            <a:r>
              <a:rPr lang="en-US"/>
              <a:t>Takeaway description</a:t>
            </a:r>
          </a:p>
        </p:txBody>
      </p:sp>
      <p:sp>
        <p:nvSpPr>
          <p:cNvPr id="25" name="Text Placeholder 10">
            <a:extLst>
              <a:ext uri="{FF2B5EF4-FFF2-40B4-BE49-F238E27FC236}">
                <a16:creationId xmlns:a16="http://schemas.microsoft.com/office/drawing/2014/main" id="{67BF228D-74E9-A8B4-53BF-68479E04F069}"/>
              </a:ext>
            </a:extLst>
          </p:cNvPr>
          <p:cNvSpPr>
            <a:spLocks noGrp="1"/>
          </p:cNvSpPr>
          <p:nvPr>
            <p:ph type="body" sz="quarter" idx="35" hasCustomPrompt="1"/>
          </p:nvPr>
        </p:nvSpPr>
        <p:spPr>
          <a:xfrm>
            <a:off x="9201679" y="3018754"/>
            <a:ext cx="2511287" cy="422666"/>
          </a:xfrm>
        </p:spPr>
        <p:txBody>
          <a:bodyPr anchor="b"/>
          <a:lstStyle>
            <a:lvl1pPr>
              <a:defRPr sz="2400">
                <a:solidFill>
                  <a:srgbClr val="0E0D72"/>
                </a:solidFill>
              </a:defRPr>
            </a:lvl1pPr>
            <a:lvl7pPr>
              <a:defRPr sz="1800" b="1">
                <a:solidFill>
                  <a:srgbClr val="0E0D72"/>
                </a:solidFill>
              </a:defRPr>
            </a:lvl7pPr>
          </a:lstStyle>
          <a:p>
            <a:pPr lvl="6"/>
            <a:r>
              <a:rPr lang="en-US"/>
              <a:t>TAKEAWAY 1</a:t>
            </a:r>
          </a:p>
        </p:txBody>
      </p:sp>
      <p:sp>
        <p:nvSpPr>
          <p:cNvPr id="26" name="Text Placeholder 13">
            <a:extLst>
              <a:ext uri="{FF2B5EF4-FFF2-40B4-BE49-F238E27FC236}">
                <a16:creationId xmlns:a16="http://schemas.microsoft.com/office/drawing/2014/main" id="{94C50677-977B-1E75-DA6D-76793756758C}"/>
              </a:ext>
            </a:extLst>
          </p:cNvPr>
          <p:cNvSpPr>
            <a:spLocks noGrp="1"/>
          </p:cNvSpPr>
          <p:nvPr>
            <p:ph type="body" sz="quarter" idx="36" hasCustomPrompt="1"/>
          </p:nvPr>
        </p:nvSpPr>
        <p:spPr>
          <a:xfrm>
            <a:off x="9201679" y="3573886"/>
            <a:ext cx="2511287" cy="2211567"/>
          </a:xfrm>
        </p:spPr>
        <p:txBody>
          <a:bodyPr/>
          <a:lstStyle>
            <a:lvl1pPr>
              <a:defRPr sz="1800"/>
            </a:lvl1pPr>
            <a:lvl7pPr>
              <a:defRPr sz="1600"/>
            </a:lvl7pPr>
          </a:lstStyle>
          <a:p>
            <a:pPr lvl="6"/>
            <a:r>
              <a:rPr lang="en-US"/>
              <a:t>Takeaway description</a:t>
            </a:r>
          </a:p>
        </p:txBody>
      </p:sp>
    </p:spTree>
    <p:extLst>
      <p:ext uri="{BB962C8B-B14F-4D97-AF65-F5344CB8AC3E}">
        <p14:creationId xmlns:p14="http://schemas.microsoft.com/office/powerpoint/2010/main" val="6478219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Product Comparison">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lgn="ctr">
              <a:defRPr sz="2800" b="1">
                <a:solidFill>
                  <a:srgbClr val="0E0D72"/>
                </a:solidFill>
              </a:defRPr>
            </a:lvl1pPr>
          </a:lstStyle>
          <a:p>
            <a:r>
              <a:rPr lang="en-US"/>
              <a:t>PRODUCT COMPARISON</a:t>
            </a:r>
          </a:p>
        </p:txBody>
      </p:sp>
      <p:sp>
        <p:nvSpPr>
          <p:cNvPr id="2" name="Picture Placeholder 24">
            <a:extLst>
              <a:ext uri="{FF2B5EF4-FFF2-40B4-BE49-F238E27FC236}">
                <a16:creationId xmlns:a16="http://schemas.microsoft.com/office/drawing/2014/main" id="{2BB082FF-4377-06D9-EC83-760F68B8D460}"/>
              </a:ext>
            </a:extLst>
          </p:cNvPr>
          <p:cNvSpPr>
            <a:spLocks noGrp="1"/>
          </p:cNvSpPr>
          <p:nvPr>
            <p:ph type="pic" sz="quarter" idx="18" hasCustomPrompt="1"/>
          </p:nvPr>
        </p:nvSpPr>
        <p:spPr>
          <a:xfrm>
            <a:off x="5646881" y="1762390"/>
            <a:ext cx="898238" cy="876665"/>
          </a:xfrm>
        </p:spPr>
        <p:txBody>
          <a:bodyPr/>
          <a:lstStyle>
            <a:lvl1pPr>
              <a:defRPr sz="1200">
                <a:solidFill>
                  <a:schemeClr val="tx1"/>
                </a:solidFill>
              </a:defRPr>
            </a:lvl1pPr>
          </a:lstStyle>
          <a:p>
            <a:r>
              <a:rPr lang="en-RO"/>
              <a:t>Icon</a:t>
            </a:r>
          </a:p>
        </p:txBody>
      </p:sp>
      <p:sp>
        <p:nvSpPr>
          <p:cNvPr id="9" name="Picture Placeholder 24">
            <a:extLst>
              <a:ext uri="{FF2B5EF4-FFF2-40B4-BE49-F238E27FC236}">
                <a16:creationId xmlns:a16="http://schemas.microsoft.com/office/drawing/2014/main" id="{60606F5B-E894-55AA-ED9A-11AC99FD1E2C}"/>
              </a:ext>
            </a:extLst>
          </p:cNvPr>
          <p:cNvSpPr>
            <a:spLocks noGrp="1"/>
          </p:cNvSpPr>
          <p:nvPr>
            <p:ph type="pic" sz="quarter" idx="20" hasCustomPrompt="1"/>
          </p:nvPr>
        </p:nvSpPr>
        <p:spPr>
          <a:xfrm>
            <a:off x="5646881" y="2923925"/>
            <a:ext cx="898238" cy="876665"/>
          </a:xfrm>
        </p:spPr>
        <p:txBody>
          <a:bodyPr/>
          <a:lstStyle>
            <a:lvl1pPr>
              <a:defRPr sz="1200">
                <a:solidFill>
                  <a:schemeClr val="tx1"/>
                </a:solidFill>
              </a:defRPr>
            </a:lvl1pPr>
          </a:lstStyle>
          <a:p>
            <a:r>
              <a:rPr lang="en-RO"/>
              <a:t>Icon</a:t>
            </a:r>
          </a:p>
        </p:txBody>
      </p:sp>
      <p:sp>
        <p:nvSpPr>
          <p:cNvPr id="15" name="Picture Placeholder 24">
            <a:extLst>
              <a:ext uri="{FF2B5EF4-FFF2-40B4-BE49-F238E27FC236}">
                <a16:creationId xmlns:a16="http://schemas.microsoft.com/office/drawing/2014/main" id="{9843EEC0-81DB-14B6-3D42-A728BCE7E591}"/>
              </a:ext>
            </a:extLst>
          </p:cNvPr>
          <p:cNvSpPr>
            <a:spLocks noGrp="1"/>
          </p:cNvSpPr>
          <p:nvPr>
            <p:ph type="pic" sz="quarter" idx="23" hasCustomPrompt="1"/>
          </p:nvPr>
        </p:nvSpPr>
        <p:spPr>
          <a:xfrm>
            <a:off x="5646881" y="4085460"/>
            <a:ext cx="898238" cy="876665"/>
          </a:xfrm>
        </p:spPr>
        <p:txBody>
          <a:bodyPr/>
          <a:lstStyle>
            <a:lvl1pPr>
              <a:defRPr sz="1200">
                <a:solidFill>
                  <a:schemeClr val="tx1"/>
                </a:solidFill>
              </a:defRPr>
            </a:lvl1pPr>
          </a:lstStyle>
          <a:p>
            <a:r>
              <a:rPr lang="en-RO"/>
              <a:t>Icon</a:t>
            </a:r>
          </a:p>
        </p:txBody>
      </p:sp>
      <p:sp>
        <p:nvSpPr>
          <p:cNvPr id="18" name="Picture Placeholder 24">
            <a:extLst>
              <a:ext uri="{FF2B5EF4-FFF2-40B4-BE49-F238E27FC236}">
                <a16:creationId xmlns:a16="http://schemas.microsoft.com/office/drawing/2014/main" id="{34A79F4D-258E-1291-DA9D-83A2D2097864}"/>
              </a:ext>
            </a:extLst>
          </p:cNvPr>
          <p:cNvSpPr>
            <a:spLocks noGrp="1"/>
          </p:cNvSpPr>
          <p:nvPr>
            <p:ph type="pic" sz="quarter" idx="26" hasCustomPrompt="1"/>
          </p:nvPr>
        </p:nvSpPr>
        <p:spPr>
          <a:xfrm>
            <a:off x="5646881" y="5259352"/>
            <a:ext cx="898238" cy="876665"/>
          </a:xfrm>
        </p:spPr>
        <p:txBody>
          <a:bodyPr/>
          <a:lstStyle>
            <a:lvl1pPr>
              <a:defRPr sz="1200">
                <a:solidFill>
                  <a:schemeClr val="tx1"/>
                </a:solidFill>
              </a:defRPr>
            </a:lvl1pPr>
          </a:lstStyle>
          <a:p>
            <a:r>
              <a:rPr lang="en-RO"/>
              <a:t>Icon</a:t>
            </a:r>
          </a:p>
        </p:txBody>
      </p:sp>
      <p:sp>
        <p:nvSpPr>
          <p:cNvPr id="35" name="Text Placeholder 20">
            <a:extLst>
              <a:ext uri="{FF2B5EF4-FFF2-40B4-BE49-F238E27FC236}">
                <a16:creationId xmlns:a16="http://schemas.microsoft.com/office/drawing/2014/main" id="{19D2C5AF-AFF0-7B5D-2E85-97472ACB2DEF}"/>
              </a:ext>
            </a:extLst>
          </p:cNvPr>
          <p:cNvSpPr>
            <a:spLocks noGrp="1"/>
          </p:cNvSpPr>
          <p:nvPr>
            <p:ph type="body" sz="quarter" idx="39" hasCustomPrompt="1"/>
          </p:nvPr>
        </p:nvSpPr>
        <p:spPr>
          <a:xfrm>
            <a:off x="2158315" y="1267198"/>
            <a:ext cx="3192848" cy="321533"/>
          </a:xfrm>
        </p:spPr>
        <p:txBody>
          <a:bodyPr rIns="108000" anchor="ctr"/>
          <a:lstStyle>
            <a:lvl1pPr algn="r">
              <a:defRPr sz="1600" b="1"/>
            </a:lvl1pPr>
          </a:lstStyle>
          <a:p>
            <a:pPr lvl="0"/>
            <a:r>
              <a:rPr lang="en-GB"/>
              <a:t>Product A</a:t>
            </a:r>
          </a:p>
        </p:txBody>
      </p:sp>
      <p:sp>
        <p:nvSpPr>
          <p:cNvPr id="36" name="Text Placeholder 20">
            <a:extLst>
              <a:ext uri="{FF2B5EF4-FFF2-40B4-BE49-F238E27FC236}">
                <a16:creationId xmlns:a16="http://schemas.microsoft.com/office/drawing/2014/main" id="{10B58923-F0FF-8BBF-E5CB-CC80251799B5}"/>
              </a:ext>
            </a:extLst>
          </p:cNvPr>
          <p:cNvSpPr>
            <a:spLocks noGrp="1"/>
          </p:cNvSpPr>
          <p:nvPr>
            <p:ph type="body" sz="quarter" idx="40" hasCustomPrompt="1"/>
          </p:nvPr>
        </p:nvSpPr>
        <p:spPr>
          <a:xfrm>
            <a:off x="6743015" y="1267198"/>
            <a:ext cx="3192848" cy="321533"/>
          </a:xfrm>
        </p:spPr>
        <p:txBody>
          <a:bodyPr lIns="108000" rIns="108000" anchor="ctr"/>
          <a:lstStyle>
            <a:lvl1pPr algn="l">
              <a:defRPr sz="1600" b="1"/>
            </a:lvl1pPr>
          </a:lstStyle>
          <a:p>
            <a:pPr lvl="0"/>
            <a:r>
              <a:rPr lang="en-GB"/>
              <a:t>Product A</a:t>
            </a:r>
          </a:p>
        </p:txBody>
      </p:sp>
      <p:sp>
        <p:nvSpPr>
          <p:cNvPr id="38" name="Text Placeholder 37">
            <a:extLst>
              <a:ext uri="{FF2B5EF4-FFF2-40B4-BE49-F238E27FC236}">
                <a16:creationId xmlns:a16="http://schemas.microsoft.com/office/drawing/2014/main" id="{BDC4C3E2-0CF1-8036-37A2-7BB918616E73}"/>
              </a:ext>
            </a:extLst>
          </p:cNvPr>
          <p:cNvSpPr>
            <a:spLocks noGrp="1"/>
          </p:cNvSpPr>
          <p:nvPr>
            <p:ph type="body" sz="quarter" idx="41" hasCustomPrompt="1"/>
          </p:nvPr>
        </p:nvSpPr>
        <p:spPr>
          <a:xfrm>
            <a:off x="2158315" y="17623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0" rIns="108000" anchor="ctr"/>
          <a:lstStyle>
            <a:lvl1pPr algn="r">
              <a:defRPr sz="1600" b="1">
                <a:solidFill>
                  <a:srgbClr val="0E0D72"/>
                </a:solidFill>
              </a:defRPr>
            </a:lvl1pPr>
          </a:lstStyle>
          <a:p>
            <a:pPr lvl="0"/>
            <a:r>
              <a:rPr lang="en-GB"/>
              <a:t>FEATURE 1</a:t>
            </a:r>
          </a:p>
        </p:txBody>
      </p:sp>
      <p:sp>
        <p:nvSpPr>
          <p:cNvPr id="41" name="Text Placeholder 37">
            <a:extLst>
              <a:ext uri="{FF2B5EF4-FFF2-40B4-BE49-F238E27FC236}">
                <a16:creationId xmlns:a16="http://schemas.microsoft.com/office/drawing/2014/main" id="{F84B41C4-139A-4BE6-00B9-902F07962170}"/>
              </a:ext>
            </a:extLst>
          </p:cNvPr>
          <p:cNvSpPr>
            <a:spLocks noGrp="1"/>
          </p:cNvSpPr>
          <p:nvPr>
            <p:ph type="body" sz="quarter" idx="43" hasCustomPrompt="1"/>
          </p:nvPr>
        </p:nvSpPr>
        <p:spPr>
          <a:xfrm>
            <a:off x="2158315" y="29180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0" rIns="108000" anchor="ctr"/>
          <a:lstStyle>
            <a:lvl1pPr algn="r">
              <a:defRPr sz="1600" b="1">
                <a:solidFill>
                  <a:srgbClr val="0E0D72"/>
                </a:solidFill>
              </a:defRPr>
            </a:lvl1pPr>
          </a:lstStyle>
          <a:p>
            <a:pPr lvl="0"/>
            <a:r>
              <a:rPr lang="en-GB"/>
              <a:t>FEATURE 2</a:t>
            </a:r>
          </a:p>
        </p:txBody>
      </p:sp>
      <p:sp>
        <p:nvSpPr>
          <p:cNvPr id="43" name="Text Placeholder 37">
            <a:extLst>
              <a:ext uri="{FF2B5EF4-FFF2-40B4-BE49-F238E27FC236}">
                <a16:creationId xmlns:a16="http://schemas.microsoft.com/office/drawing/2014/main" id="{98A70CD3-37AE-F3F7-31F7-6E4860EA5E6E}"/>
              </a:ext>
            </a:extLst>
          </p:cNvPr>
          <p:cNvSpPr>
            <a:spLocks noGrp="1"/>
          </p:cNvSpPr>
          <p:nvPr>
            <p:ph type="body" sz="quarter" idx="45" hasCustomPrompt="1"/>
          </p:nvPr>
        </p:nvSpPr>
        <p:spPr>
          <a:xfrm>
            <a:off x="2158315" y="40864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0" rIns="108000" anchor="ctr"/>
          <a:lstStyle>
            <a:lvl1pPr algn="r">
              <a:defRPr sz="1600" b="1">
                <a:solidFill>
                  <a:srgbClr val="0E0D72"/>
                </a:solidFill>
              </a:defRPr>
            </a:lvl1pPr>
          </a:lstStyle>
          <a:p>
            <a:pPr lvl="0"/>
            <a:r>
              <a:rPr lang="en-GB"/>
              <a:t>FEATURE 3</a:t>
            </a:r>
          </a:p>
        </p:txBody>
      </p:sp>
      <p:sp>
        <p:nvSpPr>
          <p:cNvPr id="45" name="Text Placeholder 37">
            <a:extLst>
              <a:ext uri="{FF2B5EF4-FFF2-40B4-BE49-F238E27FC236}">
                <a16:creationId xmlns:a16="http://schemas.microsoft.com/office/drawing/2014/main" id="{77965202-D986-452D-FF2C-E7F5F4978ABB}"/>
              </a:ext>
            </a:extLst>
          </p:cNvPr>
          <p:cNvSpPr>
            <a:spLocks noGrp="1"/>
          </p:cNvSpPr>
          <p:nvPr>
            <p:ph type="body" sz="quarter" idx="47" hasCustomPrompt="1"/>
          </p:nvPr>
        </p:nvSpPr>
        <p:spPr>
          <a:xfrm>
            <a:off x="2158315" y="52548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0" rIns="108000" anchor="ctr"/>
          <a:lstStyle>
            <a:lvl1pPr algn="r">
              <a:defRPr sz="1600" b="1">
                <a:solidFill>
                  <a:srgbClr val="0E0D72"/>
                </a:solidFill>
              </a:defRPr>
            </a:lvl1pPr>
          </a:lstStyle>
          <a:p>
            <a:pPr lvl="0"/>
            <a:r>
              <a:rPr lang="en-GB"/>
              <a:t>FEATURE 4</a:t>
            </a:r>
          </a:p>
        </p:txBody>
      </p:sp>
      <p:sp>
        <p:nvSpPr>
          <p:cNvPr id="47" name="Text Placeholder 37">
            <a:extLst>
              <a:ext uri="{FF2B5EF4-FFF2-40B4-BE49-F238E27FC236}">
                <a16:creationId xmlns:a16="http://schemas.microsoft.com/office/drawing/2014/main" id="{DF08FF09-E780-7BC1-888A-5319BB20EDA2}"/>
              </a:ext>
            </a:extLst>
          </p:cNvPr>
          <p:cNvSpPr>
            <a:spLocks noGrp="1"/>
          </p:cNvSpPr>
          <p:nvPr>
            <p:ph type="body" sz="quarter" idx="49" hasCustomPrompt="1"/>
          </p:nvPr>
        </p:nvSpPr>
        <p:spPr>
          <a:xfrm>
            <a:off x="6743015" y="17623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l">
              <a:defRPr sz="1600" b="1">
                <a:solidFill>
                  <a:srgbClr val="0E0D72"/>
                </a:solidFill>
              </a:defRPr>
            </a:lvl1pPr>
          </a:lstStyle>
          <a:p>
            <a:pPr lvl="0"/>
            <a:r>
              <a:rPr lang="en-GB"/>
              <a:t>FEATURE 1</a:t>
            </a:r>
          </a:p>
        </p:txBody>
      </p:sp>
      <p:sp>
        <p:nvSpPr>
          <p:cNvPr id="49" name="Text Placeholder 37">
            <a:extLst>
              <a:ext uri="{FF2B5EF4-FFF2-40B4-BE49-F238E27FC236}">
                <a16:creationId xmlns:a16="http://schemas.microsoft.com/office/drawing/2014/main" id="{DF1D00AC-367E-350F-0EDF-3B57610FB3B3}"/>
              </a:ext>
            </a:extLst>
          </p:cNvPr>
          <p:cNvSpPr>
            <a:spLocks noGrp="1"/>
          </p:cNvSpPr>
          <p:nvPr>
            <p:ph type="body" sz="quarter" idx="51" hasCustomPrompt="1"/>
          </p:nvPr>
        </p:nvSpPr>
        <p:spPr>
          <a:xfrm>
            <a:off x="6743015" y="29180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l">
              <a:defRPr sz="1600" b="1">
                <a:solidFill>
                  <a:srgbClr val="0E0D72"/>
                </a:solidFill>
              </a:defRPr>
            </a:lvl1pPr>
          </a:lstStyle>
          <a:p>
            <a:pPr lvl="0"/>
            <a:r>
              <a:rPr lang="en-GB"/>
              <a:t>FEATURE 2</a:t>
            </a:r>
          </a:p>
        </p:txBody>
      </p:sp>
      <p:sp>
        <p:nvSpPr>
          <p:cNvPr id="51" name="Text Placeholder 37">
            <a:extLst>
              <a:ext uri="{FF2B5EF4-FFF2-40B4-BE49-F238E27FC236}">
                <a16:creationId xmlns:a16="http://schemas.microsoft.com/office/drawing/2014/main" id="{4E04383C-5302-225F-3415-BE7B4AC6B2B1}"/>
              </a:ext>
            </a:extLst>
          </p:cNvPr>
          <p:cNvSpPr>
            <a:spLocks noGrp="1"/>
          </p:cNvSpPr>
          <p:nvPr>
            <p:ph type="body" sz="quarter" idx="53" hasCustomPrompt="1"/>
          </p:nvPr>
        </p:nvSpPr>
        <p:spPr>
          <a:xfrm>
            <a:off x="6743015" y="40864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l">
              <a:defRPr sz="1600" b="1">
                <a:solidFill>
                  <a:srgbClr val="0E0D72"/>
                </a:solidFill>
              </a:defRPr>
            </a:lvl1pPr>
          </a:lstStyle>
          <a:p>
            <a:pPr lvl="0"/>
            <a:r>
              <a:rPr lang="en-GB"/>
              <a:t>FEATURE 3</a:t>
            </a:r>
          </a:p>
        </p:txBody>
      </p:sp>
      <p:sp>
        <p:nvSpPr>
          <p:cNvPr id="53" name="Text Placeholder 37">
            <a:extLst>
              <a:ext uri="{FF2B5EF4-FFF2-40B4-BE49-F238E27FC236}">
                <a16:creationId xmlns:a16="http://schemas.microsoft.com/office/drawing/2014/main" id="{CA9FDF7E-8AD3-EF16-BB8E-CB118FE43A2C}"/>
              </a:ext>
            </a:extLst>
          </p:cNvPr>
          <p:cNvSpPr>
            <a:spLocks noGrp="1"/>
          </p:cNvSpPr>
          <p:nvPr>
            <p:ph type="body" sz="quarter" idx="55" hasCustomPrompt="1"/>
          </p:nvPr>
        </p:nvSpPr>
        <p:spPr>
          <a:xfrm>
            <a:off x="6743015" y="5254890"/>
            <a:ext cx="3192848"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l">
              <a:defRPr sz="1600" b="1">
                <a:solidFill>
                  <a:srgbClr val="0E0D72"/>
                </a:solidFill>
              </a:defRPr>
            </a:lvl1pPr>
          </a:lstStyle>
          <a:p>
            <a:pPr lvl="0"/>
            <a:r>
              <a:rPr lang="en-GB"/>
              <a:t>FEATURE 4</a:t>
            </a:r>
          </a:p>
        </p:txBody>
      </p:sp>
      <p:sp>
        <p:nvSpPr>
          <p:cNvPr id="56" name="Text Placeholder 55">
            <a:extLst>
              <a:ext uri="{FF2B5EF4-FFF2-40B4-BE49-F238E27FC236}">
                <a16:creationId xmlns:a16="http://schemas.microsoft.com/office/drawing/2014/main" id="{8846940D-BE14-C095-65DD-38429441716F}"/>
              </a:ext>
            </a:extLst>
          </p:cNvPr>
          <p:cNvSpPr>
            <a:spLocks noGrp="1"/>
          </p:cNvSpPr>
          <p:nvPr>
            <p:ph type="body" sz="quarter" idx="56" hasCustomPrompt="1"/>
          </p:nvPr>
        </p:nvSpPr>
        <p:spPr>
          <a:xfrm>
            <a:off x="2159000" y="2249948"/>
            <a:ext cx="3192163" cy="301625"/>
          </a:xfrm>
        </p:spPr>
        <p:txBody>
          <a:bodyPr rIns="108000"/>
          <a:lstStyle>
            <a:lvl1pPr algn="r">
              <a:defRPr sz="1600"/>
            </a:lvl1pPr>
          </a:lstStyle>
          <a:p>
            <a:pPr lvl="0"/>
            <a:r>
              <a:rPr lang="en-GB"/>
              <a:t>Feature description</a:t>
            </a:r>
            <a:endParaRPr lang="en-RO"/>
          </a:p>
        </p:txBody>
      </p:sp>
      <p:sp>
        <p:nvSpPr>
          <p:cNvPr id="57" name="Text Placeholder 55">
            <a:extLst>
              <a:ext uri="{FF2B5EF4-FFF2-40B4-BE49-F238E27FC236}">
                <a16:creationId xmlns:a16="http://schemas.microsoft.com/office/drawing/2014/main" id="{15C01ABE-A61B-649B-3B65-2291E7FD8336}"/>
              </a:ext>
            </a:extLst>
          </p:cNvPr>
          <p:cNvSpPr>
            <a:spLocks noGrp="1"/>
          </p:cNvSpPr>
          <p:nvPr>
            <p:ph type="body" sz="quarter" idx="57" hasCustomPrompt="1"/>
          </p:nvPr>
        </p:nvSpPr>
        <p:spPr>
          <a:xfrm>
            <a:off x="2159000" y="3410927"/>
            <a:ext cx="3192163" cy="301625"/>
          </a:xfrm>
        </p:spPr>
        <p:txBody>
          <a:bodyPr rIns="108000"/>
          <a:lstStyle>
            <a:lvl1pPr algn="r">
              <a:defRPr sz="1600"/>
            </a:lvl1pPr>
          </a:lstStyle>
          <a:p>
            <a:pPr lvl="0"/>
            <a:r>
              <a:rPr lang="en-GB"/>
              <a:t>Feature description</a:t>
            </a:r>
            <a:endParaRPr lang="en-RO"/>
          </a:p>
        </p:txBody>
      </p:sp>
      <p:sp>
        <p:nvSpPr>
          <p:cNvPr id="58" name="Text Placeholder 55">
            <a:extLst>
              <a:ext uri="{FF2B5EF4-FFF2-40B4-BE49-F238E27FC236}">
                <a16:creationId xmlns:a16="http://schemas.microsoft.com/office/drawing/2014/main" id="{6FD8F286-D451-E918-3D7B-EAAAF1B61547}"/>
              </a:ext>
            </a:extLst>
          </p:cNvPr>
          <p:cNvSpPr>
            <a:spLocks noGrp="1"/>
          </p:cNvSpPr>
          <p:nvPr>
            <p:ph type="body" sz="quarter" idx="58" hasCustomPrompt="1"/>
          </p:nvPr>
        </p:nvSpPr>
        <p:spPr>
          <a:xfrm>
            <a:off x="2159000" y="4571908"/>
            <a:ext cx="3192163" cy="301625"/>
          </a:xfrm>
        </p:spPr>
        <p:txBody>
          <a:bodyPr rIns="108000"/>
          <a:lstStyle>
            <a:lvl1pPr algn="r">
              <a:defRPr sz="1600"/>
            </a:lvl1pPr>
          </a:lstStyle>
          <a:p>
            <a:pPr lvl="0"/>
            <a:r>
              <a:rPr lang="en-GB"/>
              <a:t>Feature description</a:t>
            </a:r>
            <a:endParaRPr lang="en-RO"/>
          </a:p>
        </p:txBody>
      </p:sp>
      <p:sp>
        <p:nvSpPr>
          <p:cNvPr id="59" name="Text Placeholder 55">
            <a:extLst>
              <a:ext uri="{FF2B5EF4-FFF2-40B4-BE49-F238E27FC236}">
                <a16:creationId xmlns:a16="http://schemas.microsoft.com/office/drawing/2014/main" id="{B772C749-5E2E-983D-9AB5-4F8AA01AE159}"/>
              </a:ext>
            </a:extLst>
          </p:cNvPr>
          <p:cNvSpPr>
            <a:spLocks noGrp="1"/>
          </p:cNvSpPr>
          <p:nvPr>
            <p:ph type="body" sz="quarter" idx="59" hasCustomPrompt="1"/>
          </p:nvPr>
        </p:nvSpPr>
        <p:spPr>
          <a:xfrm>
            <a:off x="2159000" y="5732887"/>
            <a:ext cx="3192163" cy="301625"/>
          </a:xfrm>
        </p:spPr>
        <p:txBody>
          <a:bodyPr rIns="108000"/>
          <a:lstStyle>
            <a:lvl1pPr algn="r">
              <a:defRPr sz="1600"/>
            </a:lvl1pPr>
          </a:lstStyle>
          <a:p>
            <a:pPr lvl="0"/>
            <a:r>
              <a:rPr lang="en-GB"/>
              <a:t>Feature description</a:t>
            </a:r>
            <a:endParaRPr lang="en-RO"/>
          </a:p>
        </p:txBody>
      </p:sp>
      <p:sp>
        <p:nvSpPr>
          <p:cNvPr id="60" name="Text Placeholder 55">
            <a:extLst>
              <a:ext uri="{FF2B5EF4-FFF2-40B4-BE49-F238E27FC236}">
                <a16:creationId xmlns:a16="http://schemas.microsoft.com/office/drawing/2014/main" id="{EDBC7E87-DF02-743A-52F8-80DA36676C10}"/>
              </a:ext>
            </a:extLst>
          </p:cNvPr>
          <p:cNvSpPr>
            <a:spLocks noGrp="1"/>
          </p:cNvSpPr>
          <p:nvPr>
            <p:ph type="body" sz="quarter" idx="60" hasCustomPrompt="1"/>
          </p:nvPr>
        </p:nvSpPr>
        <p:spPr>
          <a:xfrm>
            <a:off x="6743700" y="2249948"/>
            <a:ext cx="3192163" cy="301625"/>
          </a:xfrm>
        </p:spPr>
        <p:txBody>
          <a:bodyPr lIns="108000" rIns="0"/>
          <a:lstStyle>
            <a:lvl1pPr algn="l">
              <a:defRPr sz="1600"/>
            </a:lvl1pPr>
          </a:lstStyle>
          <a:p>
            <a:pPr lvl="0"/>
            <a:r>
              <a:rPr lang="en-GB"/>
              <a:t>Feature description</a:t>
            </a:r>
            <a:endParaRPr lang="en-RO"/>
          </a:p>
        </p:txBody>
      </p:sp>
      <p:sp>
        <p:nvSpPr>
          <p:cNvPr id="61" name="Text Placeholder 55">
            <a:extLst>
              <a:ext uri="{FF2B5EF4-FFF2-40B4-BE49-F238E27FC236}">
                <a16:creationId xmlns:a16="http://schemas.microsoft.com/office/drawing/2014/main" id="{DD766DF8-B464-4FE5-16A9-21B35D6F1E77}"/>
              </a:ext>
            </a:extLst>
          </p:cNvPr>
          <p:cNvSpPr>
            <a:spLocks noGrp="1"/>
          </p:cNvSpPr>
          <p:nvPr>
            <p:ph type="body" sz="quarter" idx="61" hasCustomPrompt="1"/>
          </p:nvPr>
        </p:nvSpPr>
        <p:spPr>
          <a:xfrm>
            <a:off x="6743700" y="3410927"/>
            <a:ext cx="3192163" cy="301625"/>
          </a:xfrm>
        </p:spPr>
        <p:txBody>
          <a:bodyPr lIns="108000" rIns="0"/>
          <a:lstStyle>
            <a:lvl1pPr algn="l">
              <a:defRPr sz="1600"/>
            </a:lvl1pPr>
          </a:lstStyle>
          <a:p>
            <a:pPr lvl="0"/>
            <a:r>
              <a:rPr lang="en-GB"/>
              <a:t>Feature description</a:t>
            </a:r>
            <a:endParaRPr lang="en-RO"/>
          </a:p>
        </p:txBody>
      </p:sp>
      <p:sp>
        <p:nvSpPr>
          <p:cNvPr id="62" name="Text Placeholder 55">
            <a:extLst>
              <a:ext uri="{FF2B5EF4-FFF2-40B4-BE49-F238E27FC236}">
                <a16:creationId xmlns:a16="http://schemas.microsoft.com/office/drawing/2014/main" id="{484BD968-A996-F44B-151F-849CB64FA538}"/>
              </a:ext>
            </a:extLst>
          </p:cNvPr>
          <p:cNvSpPr>
            <a:spLocks noGrp="1"/>
          </p:cNvSpPr>
          <p:nvPr>
            <p:ph type="body" sz="quarter" idx="62" hasCustomPrompt="1"/>
          </p:nvPr>
        </p:nvSpPr>
        <p:spPr>
          <a:xfrm>
            <a:off x="6743700" y="4571908"/>
            <a:ext cx="3192163" cy="301625"/>
          </a:xfrm>
        </p:spPr>
        <p:txBody>
          <a:bodyPr lIns="108000" rIns="0"/>
          <a:lstStyle>
            <a:lvl1pPr algn="l">
              <a:defRPr sz="1600"/>
            </a:lvl1pPr>
          </a:lstStyle>
          <a:p>
            <a:pPr lvl="0"/>
            <a:r>
              <a:rPr lang="en-GB"/>
              <a:t>Feature description</a:t>
            </a:r>
            <a:endParaRPr lang="en-RO"/>
          </a:p>
        </p:txBody>
      </p:sp>
      <p:sp>
        <p:nvSpPr>
          <p:cNvPr id="63" name="Text Placeholder 55">
            <a:extLst>
              <a:ext uri="{FF2B5EF4-FFF2-40B4-BE49-F238E27FC236}">
                <a16:creationId xmlns:a16="http://schemas.microsoft.com/office/drawing/2014/main" id="{DC676086-1E35-70B1-F630-AE2AC6FF6312}"/>
              </a:ext>
            </a:extLst>
          </p:cNvPr>
          <p:cNvSpPr>
            <a:spLocks noGrp="1"/>
          </p:cNvSpPr>
          <p:nvPr>
            <p:ph type="body" sz="quarter" idx="63" hasCustomPrompt="1"/>
          </p:nvPr>
        </p:nvSpPr>
        <p:spPr>
          <a:xfrm>
            <a:off x="6743700" y="5732887"/>
            <a:ext cx="3192163" cy="301625"/>
          </a:xfrm>
        </p:spPr>
        <p:txBody>
          <a:bodyPr lIns="108000" rIns="0"/>
          <a:lstStyle>
            <a:lvl1pPr algn="l">
              <a:defRPr sz="1600"/>
            </a:lvl1pPr>
          </a:lstStyle>
          <a:p>
            <a:pPr lvl="0"/>
            <a:r>
              <a:rPr lang="en-GB"/>
              <a:t>Feature description</a:t>
            </a:r>
            <a:endParaRPr lang="en-RO"/>
          </a:p>
        </p:txBody>
      </p:sp>
    </p:spTree>
    <p:extLst>
      <p:ext uri="{BB962C8B-B14F-4D97-AF65-F5344CB8AC3E}">
        <p14:creationId xmlns:p14="http://schemas.microsoft.com/office/powerpoint/2010/main" val="32949620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lide Content Comparison">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sz="2800" b="1">
                <a:solidFill>
                  <a:srgbClr val="0E0D72"/>
                </a:solidFill>
              </a:defRPr>
            </a:lvl1pPr>
          </a:lstStyle>
          <a:p>
            <a:r>
              <a:rPr lang="en-US"/>
              <a:t>CONTENT COMPARISON</a:t>
            </a:r>
          </a:p>
        </p:txBody>
      </p:sp>
      <p:sp>
        <p:nvSpPr>
          <p:cNvPr id="23" name="Picture Placeholder 24">
            <a:extLst>
              <a:ext uri="{FF2B5EF4-FFF2-40B4-BE49-F238E27FC236}">
                <a16:creationId xmlns:a16="http://schemas.microsoft.com/office/drawing/2014/main" id="{50F82635-E64D-5E2E-638D-56A4032F4B5B}"/>
              </a:ext>
            </a:extLst>
          </p:cNvPr>
          <p:cNvSpPr>
            <a:spLocks noGrp="1"/>
          </p:cNvSpPr>
          <p:nvPr>
            <p:ph type="pic" sz="quarter" idx="21" hasCustomPrompt="1"/>
          </p:nvPr>
        </p:nvSpPr>
        <p:spPr>
          <a:xfrm>
            <a:off x="3064477" y="1811004"/>
            <a:ext cx="518982" cy="506518"/>
          </a:xfrm>
        </p:spPr>
        <p:txBody>
          <a:bodyPr/>
          <a:lstStyle>
            <a:lvl1pPr>
              <a:defRPr sz="1200">
                <a:solidFill>
                  <a:schemeClr val="tx1"/>
                </a:solidFill>
              </a:defRPr>
            </a:lvl1pPr>
          </a:lstStyle>
          <a:p>
            <a:r>
              <a:rPr lang="en-RO"/>
              <a:t>Icon</a:t>
            </a:r>
          </a:p>
        </p:txBody>
      </p:sp>
      <p:sp>
        <p:nvSpPr>
          <p:cNvPr id="24" name="Picture Placeholder 24">
            <a:extLst>
              <a:ext uri="{FF2B5EF4-FFF2-40B4-BE49-F238E27FC236}">
                <a16:creationId xmlns:a16="http://schemas.microsoft.com/office/drawing/2014/main" id="{7AE6C791-9B53-763C-8A5F-AFE2207E58FC}"/>
              </a:ext>
            </a:extLst>
          </p:cNvPr>
          <p:cNvSpPr>
            <a:spLocks noGrp="1"/>
          </p:cNvSpPr>
          <p:nvPr>
            <p:ph type="pic" sz="quarter" idx="44" hasCustomPrompt="1"/>
          </p:nvPr>
        </p:nvSpPr>
        <p:spPr>
          <a:xfrm>
            <a:off x="3064477" y="2554591"/>
            <a:ext cx="518982" cy="506518"/>
          </a:xfrm>
        </p:spPr>
        <p:txBody>
          <a:bodyPr/>
          <a:lstStyle>
            <a:lvl1pPr>
              <a:defRPr sz="1200">
                <a:solidFill>
                  <a:schemeClr val="tx1"/>
                </a:solidFill>
              </a:defRPr>
            </a:lvl1pPr>
          </a:lstStyle>
          <a:p>
            <a:r>
              <a:rPr lang="en-RO"/>
              <a:t>Icon</a:t>
            </a:r>
          </a:p>
        </p:txBody>
      </p:sp>
      <p:sp>
        <p:nvSpPr>
          <p:cNvPr id="35" name="Picture Placeholder 24">
            <a:extLst>
              <a:ext uri="{FF2B5EF4-FFF2-40B4-BE49-F238E27FC236}">
                <a16:creationId xmlns:a16="http://schemas.microsoft.com/office/drawing/2014/main" id="{6D494D75-EE47-69AE-66E4-FFE38CC8B83B}"/>
              </a:ext>
            </a:extLst>
          </p:cNvPr>
          <p:cNvSpPr>
            <a:spLocks noGrp="1"/>
          </p:cNvSpPr>
          <p:nvPr>
            <p:ph type="pic" sz="quarter" idx="45" hasCustomPrompt="1"/>
          </p:nvPr>
        </p:nvSpPr>
        <p:spPr>
          <a:xfrm>
            <a:off x="3064477" y="3298178"/>
            <a:ext cx="518982" cy="506518"/>
          </a:xfrm>
        </p:spPr>
        <p:txBody>
          <a:bodyPr/>
          <a:lstStyle>
            <a:lvl1pPr>
              <a:defRPr sz="1200">
                <a:solidFill>
                  <a:schemeClr val="tx1"/>
                </a:solidFill>
              </a:defRPr>
            </a:lvl1pPr>
          </a:lstStyle>
          <a:p>
            <a:r>
              <a:rPr lang="en-RO"/>
              <a:t>Icon</a:t>
            </a:r>
          </a:p>
        </p:txBody>
      </p:sp>
      <p:sp>
        <p:nvSpPr>
          <p:cNvPr id="36" name="Picture Placeholder 24">
            <a:extLst>
              <a:ext uri="{FF2B5EF4-FFF2-40B4-BE49-F238E27FC236}">
                <a16:creationId xmlns:a16="http://schemas.microsoft.com/office/drawing/2014/main" id="{20F3C0BB-ABD6-AA32-7152-B71ED69E4977}"/>
              </a:ext>
            </a:extLst>
          </p:cNvPr>
          <p:cNvSpPr>
            <a:spLocks noGrp="1"/>
          </p:cNvSpPr>
          <p:nvPr>
            <p:ph type="pic" sz="quarter" idx="46" hasCustomPrompt="1"/>
          </p:nvPr>
        </p:nvSpPr>
        <p:spPr>
          <a:xfrm>
            <a:off x="3064477" y="4041765"/>
            <a:ext cx="518982" cy="506518"/>
          </a:xfrm>
        </p:spPr>
        <p:txBody>
          <a:bodyPr/>
          <a:lstStyle>
            <a:lvl1pPr>
              <a:defRPr sz="1200">
                <a:solidFill>
                  <a:schemeClr val="tx1"/>
                </a:solidFill>
              </a:defRPr>
            </a:lvl1pPr>
          </a:lstStyle>
          <a:p>
            <a:r>
              <a:rPr lang="en-RO"/>
              <a:t>Icon</a:t>
            </a:r>
          </a:p>
        </p:txBody>
      </p:sp>
      <p:sp>
        <p:nvSpPr>
          <p:cNvPr id="37" name="Picture Placeholder 24">
            <a:extLst>
              <a:ext uri="{FF2B5EF4-FFF2-40B4-BE49-F238E27FC236}">
                <a16:creationId xmlns:a16="http://schemas.microsoft.com/office/drawing/2014/main" id="{38A4E2A9-D24F-72DA-8D24-6B4BC2333A7B}"/>
              </a:ext>
            </a:extLst>
          </p:cNvPr>
          <p:cNvSpPr>
            <a:spLocks noGrp="1"/>
          </p:cNvSpPr>
          <p:nvPr>
            <p:ph type="pic" sz="quarter" idx="47" hasCustomPrompt="1"/>
          </p:nvPr>
        </p:nvSpPr>
        <p:spPr>
          <a:xfrm>
            <a:off x="3064477" y="4785352"/>
            <a:ext cx="518982" cy="506518"/>
          </a:xfrm>
        </p:spPr>
        <p:txBody>
          <a:bodyPr/>
          <a:lstStyle>
            <a:lvl1pPr>
              <a:defRPr sz="1200">
                <a:solidFill>
                  <a:schemeClr val="tx1"/>
                </a:solidFill>
              </a:defRPr>
            </a:lvl1pPr>
          </a:lstStyle>
          <a:p>
            <a:r>
              <a:rPr lang="en-RO"/>
              <a:t>Icon</a:t>
            </a:r>
          </a:p>
        </p:txBody>
      </p:sp>
      <p:sp>
        <p:nvSpPr>
          <p:cNvPr id="38" name="Picture Placeholder 24">
            <a:extLst>
              <a:ext uri="{FF2B5EF4-FFF2-40B4-BE49-F238E27FC236}">
                <a16:creationId xmlns:a16="http://schemas.microsoft.com/office/drawing/2014/main" id="{F6A17069-3FD5-295B-AF32-53141F6D00E8}"/>
              </a:ext>
            </a:extLst>
          </p:cNvPr>
          <p:cNvSpPr>
            <a:spLocks noGrp="1"/>
          </p:cNvSpPr>
          <p:nvPr>
            <p:ph type="pic" sz="quarter" idx="48" hasCustomPrompt="1"/>
          </p:nvPr>
        </p:nvSpPr>
        <p:spPr>
          <a:xfrm>
            <a:off x="3064477" y="5528941"/>
            <a:ext cx="518982" cy="506518"/>
          </a:xfrm>
        </p:spPr>
        <p:txBody>
          <a:bodyPr/>
          <a:lstStyle>
            <a:lvl1pPr>
              <a:defRPr sz="1200">
                <a:solidFill>
                  <a:schemeClr val="tx1"/>
                </a:solidFill>
              </a:defRPr>
            </a:lvl1pPr>
          </a:lstStyle>
          <a:p>
            <a:r>
              <a:rPr lang="en-RO"/>
              <a:t>Icon</a:t>
            </a:r>
          </a:p>
        </p:txBody>
      </p:sp>
      <p:sp>
        <p:nvSpPr>
          <p:cNvPr id="39" name="Picture Placeholder 24">
            <a:extLst>
              <a:ext uri="{FF2B5EF4-FFF2-40B4-BE49-F238E27FC236}">
                <a16:creationId xmlns:a16="http://schemas.microsoft.com/office/drawing/2014/main" id="{D9C5854A-9389-0E95-BCD3-156512A5C8E8}"/>
              </a:ext>
            </a:extLst>
          </p:cNvPr>
          <p:cNvSpPr>
            <a:spLocks noGrp="1"/>
          </p:cNvSpPr>
          <p:nvPr>
            <p:ph type="pic" sz="quarter" idx="49" hasCustomPrompt="1"/>
          </p:nvPr>
        </p:nvSpPr>
        <p:spPr>
          <a:xfrm>
            <a:off x="5167597" y="1811004"/>
            <a:ext cx="518982" cy="506518"/>
          </a:xfrm>
        </p:spPr>
        <p:txBody>
          <a:bodyPr/>
          <a:lstStyle>
            <a:lvl1pPr>
              <a:defRPr sz="1200">
                <a:solidFill>
                  <a:schemeClr val="tx1"/>
                </a:solidFill>
              </a:defRPr>
            </a:lvl1pPr>
          </a:lstStyle>
          <a:p>
            <a:r>
              <a:rPr lang="en-RO"/>
              <a:t>Icon</a:t>
            </a:r>
          </a:p>
        </p:txBody>
      </p:sp>
      <p:sp>
        <p:nvSpPr>
          <p:cNvPr id="40" name="Picture Placeholder 24">
            <a:extLst>
              <a:ext uri="{FF2B5EF4-FFF2-40B4-BE49-F238E27FC236}">
                <a16:creationId xmlns:a16="http://schemas.microsoft.com/office/drawing/2014/main" id="{E55DC6A4-5243-57F0-E3ED-AFD5E37600E5}"/>
              </a:ext>
            </a:extLst>
          </p:cNvPr>
          <p:cNvSpPr>
            <a:spLocks noGrp="1"/>
          </p:cNvSpPr>
          <p:nvPr>
            <p:ph type="pic" sz="quarter" idx="50" hasCustomPrompt="1"/>
          </p:nvPr>
        </p:nvSpPr>
        <p:spPr>
          <a:xfrm>
            <a:off x="5167597" y="2554591"/>
            <a:ext cx="518982" cy="506518"/>
          </a:xfrm>
        </p:spPr>
        <p:txBody>
          <a:bodyPr/>
          <a:lstStyle>
            <a:lvl1pPr>
              <a:defRPr sz="1200">
                <a:solidFill>
                  <a:schemeClr val="tx1"/>
                </a:solidFill>
              </a:defRPr>
            </a:lvl1pPr>
          </a:lstStyle>
          <a:p>
            <a:r>
              <a:rPr lang="en-RO"/>
              <a:t>Icon</a:t>
            </a:r>
          </a:p>
        </p:txBody>
      </p:sp>
      <p:sp>
        <p:nvSpPr>
          <p:cNvPr id="41" name="Picture Placeholder 24">
            <a:extLst>
              <a:ext uri="{FF2B5EF4-FFF2-40B4-BE49-F238E27FC236}">
                <a16:creationId xmlns:a16="http://schemas.microsoft.com/office/drawing/2014/main" id="{5298F304-B80D-6DB0-7D3A-C8B93ED04014}"/>
              </a:ext>
            </a:extLst>
          </p:cNvPr>
          <p:cNvSpPr>
            <a:spLocks noGrp="1"/>
          </p:cNvSpPr>
          <p:nvPr>
            <p:ph type="pic" sz="quarter" idx="51" hasCustomPrompt="1"/>
          </p:nvPr>
        </p:nvSpPr>
        <p:spPr>
          <a:xfrm>
            <a:off x="5167597" y="3298178"/>
            <a:ext cx="518982" cy="506518"/>
          </a:xfrm>
        </p:spPr>
        <p:txBody>
          <a:bodyPr/>
          <a:lstStyle>
            <a:lvl1pPr>
              <a:defRPr sz="1200">
                <a:solidFill>
                  <a:schemeClr val="tx1"/>
                </a:solidFill>
              </a:defRPr>
            </a:lvl1pPr>
          </a:lstStyle>
          <a:p>
            <a:r>
              <a:rPr lang="en-RO"/>
              <a:t>Icon</a:t>
            </a:r>
          </a:p>
        </p:txBody>
      </p:sp>
      <p:sp>
        <p:nvSpPr>
          <p:cNvPr id="42" name="Picture Placeholder 24">
            <a:extLst>
              <a:ext uri="{FF2B5EF4-FFF2-40B4-BE49-F238E27FC236}">
                <a16:creationId xmlns:a16="http://schemas.microsoft.com/office/drawing/2014/main" id="{16F4C921-A4CC-EAAC-9363-BDEFE72CAAD4}"/>
              </a:ext>
            </a:extLst>
          </p:cNvPr>
          <p:cNvSpPr>
            <a:spLocks noGrp="1"/>
          </p:cNvSpPr>
          <p:nvPr>
            <p:ph type="pic" sz="quarter" idx="52" hasCustomPrompt="1"/>
          </p:nvPr>
        </p:nvSpPr>
        <p:spPr>
          <a:xfrm>
            <a:off x="5167597" y="4041765"/>
            <a:ext cx="518982" cy="506518"/>
          </a:xfrm>
        </p:spPr>
        <p:txBody>
          <a:bodyPr/>
          <a:lstStyle>
            <a:lvl1pPr>
              <a:defRPr sz="1200">
                <a:solidFill>
                  <a:schemeClr val="tx1"/>
                </a:solidFill>
              </a:defRPr>
            </a:lvl1pPr>
          </a:lstStyle>
          <a:p>
            <a:r>
              <a:rPr lang="en-RO"/>
              <a:t>Icon</a:t>
            </a:r>
          </a:p>
        </p:txBody>
      </p:sp>
      <p:sp>
        <p:nvSpPr>
          <p:cNvPr id="43" name="Picture Placeholder 24">
            <a:extLst>
              <a:ext uri="{FF2B5EF4-FFF2-40B4-BE49-F238E27FC236}">
                <a16:creationId xmlns:a16="http://schemas.microsoft.com/office/drawing/2014/main" id="{9B6045C8-3DBB-65AC-4A70-0BA7C3D880AE}"/>
              </a:ext>
            </a:extLst>
          </p:cNvPr>
          <p:cNvSpPr>
            <a:spLocks noGrp="1"/>
          </p:cNvSpPr>
          <p:nvPr>
            <p:ph type="pic" sz="quarter" idx="53" hasCustomPrompt="1"/>
          </p:nvPr>
        </p:nvSpPr>
        <p:spPr>
          <a:xfrm>
            <a:off x="5167597" y="4785352"/>
            <a:ext cx="518982" cy="506518"/>
          </a:xfrm>
        </p:spPr>
        <p:txBody>
          <a:bodyPr/>
          <a:lstStyle>
            <a:lvl1pPr>
              <a:defRPr sz="1200">
                <a:solidFill>
                  <a:schemeClr val="tx1"/>
                </a:solidFill>
              </a:defRPr>
            </a:lvl1pPr>
          </a:lstStyle>
          <a:p>
            <a:r>
              <a:rPr lang="en-RO"/>
              <a:t>Icon</a:t>
            </a:r>
          </a:p>
        </p:txBody>
      </p:sp>
      <p:sp>
        <p:nvSpPr>
          <p:cNvPr id="44" name="Picture Placeholder 24">
            <a:extLst>
              <a:ext uri="{FF2B5EF4-FFF2-40B4-BE49-F238E27FC236}">
                <a16:creationId xmlns:a16="http://schemas.microsoft.com/office/drawing/2014/main" id="{9177E72E-9C89-876A-BDA0-36D85F6A04B3}"/>
              </a:ext>
            </a:extLst>
          </p:cNvPr>
          <p:cNvSpPr>
            <a:spLocks noGrp="1"/>
          </p:cNvSpPr>
          <p:nvPr>
            <p:ph type="pic" sz="quarter" idx="54" hasCustomPrompt="1"/>
          </p:nvPr>
        </p:nvSpPr>
        <p:spPr>
          <a:xfrm>
            <a:off x="5167597" y="5528941"/>
            <a:ext cx="518982" cy="506518"/>
          </a:xfrm>
        </p:spPr>
        <p:txBody>
          <a:bodyPr/>
          <a:lstStyle>
            <a:lvl1pPr>
              <a:defRPr sz="1200">
                <a:solidFill>
                  <a:schemeClr val="tx1"/>
                </a:solidFill>
              </a:defRPr>
            </a:lvl1pPr>
          </a:lstStyle>
          <a:p>
            <a:r>
              <a:rPr lang="en-RO"/>
              <a:t>Icon</a:t>
            </a:r>
          </a:p>
        </p:txBody>
      </p:sp>
      <p:sp>
        <p:nvSpPr>
          <p:cNvPr id="45" name="Picture Placeholder 24">
            <a:extLst>
              <a:ext uri="{FF2B5EF4-FFF2-40B4-BE49-F238E27FC236}">
                <a16:creationId xmlns:a16="http://schemas.microsoft.com/office/drawing/2014/main" id="{B55C8CA0-ABA5-5CC1-2253-DE796C8BFE8C}"/>
              </a:ext>
            </a:extLst>
          </p:cNvPr>
          <p:cNvSpPr>
            <a:spLocks noGrp="1"/>
          </p:cNvSpPr>
          <p:nvPr>
            <p:ph type="pic" sz="quarter" idx="55" hasCustomPrompt="1"/>
          </p:nvPr>
        </p:nvSpPr>
        <p:spPr>
          <a:xfrm>
            <a:off x="7257655" y="1811004"/>
            <a:ext cx="518982" cy="506518"/>
          </a:xfrm>
        </p:spPr>
        <p:txBody>
          <a:bodyPr/>
          <a:lstStyle>
            <a:lvl1pPr>
              <a:defRPr sz="1200">
                <a:solidFill>
                  <a:schemeClr val="tx1"/>
                </a:solidFill>
              </a:defRPr>
            </a:lvl1pPr>
          </a:lstStyle>
          <a:p>
            <a:r>
              <a:rPr lang="en-RO"/>
              <a:t>Icon</a:t>
            </a:r>
          </a:p>
        </p:txBody>
      </p:sp>
      <p:sp>
        <p:nvSpPr>
          <p:cNvPr id="46" name="Picture Placeholder 24">
            <a:extLst>
              <a:ext uri="{FF2B5EF4-FFF2-40B4-BE49-F238E27FC236}">
                <a16:creationId xmlns:a16="http://schemas.microsoft.com/office/drawing/2014/main" id="{3FFF9232-81A1-A6F8-1F6B-703A7D70E656}"/>
              </a:ext>
            </a:extLst>
          </p:cNvPr>
          <p:cNvSpPr>
            <a:spLocks noGrp="1"/>
          </p:cNvSpPr>
          <p:nvPr>
            <p:ph type="pic" sz="quarter" idx="56" hasCustomPrompt="1"/>
          </p:nvPr>
        </p:nvSpPr>
        <p:spPr>
          <a:xfrm>
            <a:off x="7257655" y="2554591"/>
            <a:ext cx="518982" cy="506518"/>
          </a:xfrm>
        </p:spPr>
        <p:txBody>
          <a:bodyPr/>
          <a:lstStyle>
            <a:lvl1pPr>
              <a:defRPr sz="1200">
                <a:solidFill>
                  <a:schemeClr val="tx1"/>
                </a:solidFill>
              </a:defRPr>
            </a:lvl1pPr>
          </a:lstStyle>
          <a:p>
            <a:r>
              <a:rPr lang="en-RO"/>
              <a:t>Icon</a:t>
            </a:r>
          </a:p>
        </p:txBody>
      </p:sp>
      <p:sp>
        <p:nvSpPr>
          <p:cNvPr id="47" name="Picture Placeholder 24">
            <a:extLst>
              <a:ext uri="{FF2B5EF4-FFF2-40B4-BE49-F238E27FC236}">
                <a16:creationId xmlns:a16="http://schemas.microsoft.com/office/drawing/2014/main" id="{765A3A05-B201-3C82-B44C-003E973F33F6}"/>
              </a:ext>
            </a:extLst>
          </p:cNvPr>
          <p:cNvSpPr>
            <a:spLocks noGrp="1"/>
          </p:cNvSpPr>
          <p:nvPr>
            <p:ph type="pic" sz="quarter" idx="57" hasCustomPrompt="1"/>
          </p:nvPr>
        </p:nvSpPr>
        <p:spPr>
          <a:xfrm>
            <a:off x="7257655" y="3298178"/>
            <a:ext cx="518982" cy="506518"/>
          </a:xfrm>
        </p:spPr>
        <p:txBody>
          <a:bodyPr/>
          <a:lstStyle>
            <a:lvl1pPr>
              <a:defRPr sz="1200">
                <a:solidFill>
                  <a:schemeClr val="tx1"/>
                </a:solidFill>
              </a:defRPr>
            </a:lvl1pPr>
          </a:lstStyle>
          <a:p>
            <a:r>
              <a:rPr lang="en-RO"/>
              <a:t>Icon</a:t>
            </a:r>
          </a:p>
        </p:txBody>
      </p:sp>
      <p:sp>
        <p:nvSpPr>
          <p:cNvPr id="48" name="Picture Placeholder 24">
            <a:extLst>
              <a:ext uri="{FF2B5EF4-FFF2-40B4-BE49-F238E27FC236}">
                <a16:creationId xmlns:a16="http://schemas.microsoft.com/office/drawing/2014/main" id="{9604EADD-5717-5A18-78ED-0CE209A7EB2D}"/>
              </a:ext>
            </a:extLst>
          </p:cNvPr>
          <p:cNvSpPr>
            <a:spLocks noGrp="1"/>
          </p:cNvSpPr>
          <p:nvPr>
            <p:ph type="pic" sz="quarter" idx="58" hasCustomPrompt="1"/>
          </p:nvPr>
        </p:nvSpPr>
        <p:spPr>
          <a:xfrm>
            <a:off x="7257655" y="4041765"/>
            <a:ext cx="518982" cy="506518"/>
          </a:xfrm>
        </p:spPr>
        <p:txBody>
          <a:bodyPr/>
          <a:lstStyle>
            <a:lvl1pPr>
              <a:defRPr sz="1200">
                <a:solidFill>
                  <a:schemeClr val="tx1"/>
                </a:solidFill>
              </a:defRPr>
            </a:lvl1pPr>
          </a:lstStyle>
          <a:p>
            <a:r>
              <a:rPr lang="en-RO"/>
              <a:t>Icon</a:t>
            </a:r>
          </a:p>
        </p:txBody>
      </p:sp>
      <p:sp>
        <p:nvSpPr>
          <p:cNvPr id="49" name="Picture Placeholder 24">
            <a:extLst>
              <a:ext uri="{FF2B5EF4-FFF2-40B4-BE49-F238E27FC236}">
                <a16:creationId xmlns:a16="http://schemas.microsoft.com/office/drawing/2014/main" id="{183D36A4-C0ED-24F4-5106-730E7263503F}"/>
              </a:ext>
            </a:extLst>
          </p:cNvPr>
          <p:cNvSpPr>
            <a:spLocks noGrp="1"/>
          </p:cNvSpPr>
          <p:nvPr>
            <p:ph type="pic" sz="quarter" idx="59" hasCustomPrompt="1"/>
          </p:nvPr>
        </p:nvSpPr>
        <p:spPr>
          <a:xfrm>
            <a:off x="7257655" y="4785352"/>
            <a:ext cx="518982" cy="506518"/>
          </a:xfrm>
        </p:spPr>
        <p:txBody>
          <a:bodyPr/>
          <a:lstStyle>
            <a:lvl1pPr>
              <a:defRPr sz="1200">
                <a:solidFill>
                  <a:schemeClr val="tx1"/>
                </a:solidFill>
              </a:defRPr>
            </a:lvl1pPr>
          </a:lstStyle>
          <a:p>
            <a:r>
              <a:rPr lang="en-RO"/>
              <a:t>Icon</a:t>
            </a:r>
          </a:p>
        </p:txBody>
      </p:sp>
      <p:sp>
        <p:nvSpPr>
          <p:cNvPr id="50" name="Picture Placeholder 24">
            <a:extLst>
              <a:ext uri="{FF2B5EF4-FFF2-40B4-BE49-F238E27FC236}">
                <a16:creationId xmlns:a16="http://schemas.microsoft.com/office/drawing/2014/main" id="{F2A835EF-A0AF-3BA9-3055-5C8845AACC44}"/>
              </a:ext>
            </a:extLst>
          </p:cNvPr>
          <p:cNvSpPr>
            <a:spLocks noGrp="1"/>
          </p:cNvSpPr>
          <p:nvPr>
            <p:ph type="pic" sz="quarter" idx="60" hasCustomPrompt="1"/>
          </p:nvPr>
        </p:nvSpPr>
        <p:spPr>
          <a:xfrm>
            <a:off x="7257655" y="5528941"/>
            <a:ext cx="518982" cy="506518"/>
          </a:xfrm>
        </p:spPr>
        <p:txBody>
          <a:bodyPr/>
          <a:lstStyle>
            <a:lvl1pPr>
              <a:defRPr sz="1200">
                <a:solidFill>
                  <a:schemeClr val="tx1"/>
                </a:solidFill>
              </a:defRPr>
            </a:lvl1pPr>
          </a:lstStyle>
          <a:p>
            <a:r>
              <a:rPr lang="en-RO"/>
              <a:t>Icon</a:t>
            </a:r>
          </a:p>
        </p:txBody>
      </p:sp>
      <p:sp>
        <p:nvSpPr>
          <p:cNvPr id="51" name="Picture Placeholder 24">
            <a:extLst>
              <a:ext uri="{FF2B5EF4-FFF2-40B4-BE49-F238E27FC236}">
                <a16:creationId xmlns:a16="http://schemas.microsoft.com/office/drawing/2014/main" id="{1CE8FB6B-AD12-7C28-9128-AD87D7CD9105}"/>
              </a:ext>
            </a:extLst>
          </p:cNvPr>
          <p:cNvSpPr>
            <a:spLocks noGrp="1"/>
          </p:cNvSpPr>
          <p:nvPr>
            <p:ph type="pic" sz="quarter" idx="61" hasCustomPrompt="1"/>
          </p:nvPr>
        </p:nvSpPr>
        <p:spPr>
          <a:xfrm>
            <a:off x="9360775" y="1811004"/>
            <a:ext cx="518982" cy="506518"/>
          </a:xfrm>
        </p:spPr>
        <p:txBody>
          <a:bodyPr/>
          <a:lstStyle>
            <a:lvl1pPr>
              <a:defRPr sz="1200">
                <a:solidFill>
                  <a:schemeClr val="tx1"/>
                </a:solidFill>
              </a:defRPr>
            </a:lvl1pPr>
          </a:lstStyle>
          <a:p>
            <a:r>
              <a:rPr lang="en-RO"/>
              <a:t>Icon</a:t>
            </a:r>
          </a:p>
        </p:txBody>
      </p:sp>
      <p:sp>
        <p:nvSpPr>
          <p:cNvPr id="52" name="Picture Placeholder 24">
            <a:extLst>
              <a:ext uri="{FF2B5EF4-FFF2-40B4-BE49-F238E27FC236}">
                <a16:creationId xmlns:a16="http://schemas.microsoft.com/office/drawing/2014/main" id="{3DF85B58-05B7-842F-79B5-5ADEEAD93A93}"/>
              </a:ext>
            </a:extLst>
          </p:cNvPr>
          <p:cNvSpPr>
            <a:spLocks noGrp="1"/>
          </p:cNvSpPr>
          <p:nvPr>
            <p:ph type="pic" sz="quarter" idx="62" hasCustomPrompt="1"/>
          </p:nvPr>
        </p:nvSpPr>
        <p:spPr>
          <a:xfrm>
            <a:off x="9360775" y="2554591"/>
            <a:ext cx="518982" cy="506518"/>
          </a:xfrm>
        </p:spPr>
        <p:txBody>
          <a:bodyPr/>
          <a:lstStyle>
            <a:lvl1pPr>
              <a:defRPr sz="1200">
                <a:solidFill>
                  <a:schemeClr val="tx1"/>
                </a:solidFill>
              </a:defRPr>
            </a:lvl1pPr>
          </a:lstStyle>
          <a:p>
            <a:r>
              <a:rPr lang="en-RO"/>
              <a:t>Icon</a:t>
            </a:r>
          </a:p>
        </p:txBody>
      </p:sp>
      <p:sp>
        <p:nvSpPr>
          <p:cNvPr id="53" name="Picture Placeholder 24">
            <a:extLst>
              <a:ext uri="{FF2B5EF4-FFF2-40B4-BE49-F238E27FC236}">
                <a16:creationId xmlns:a16="http://schemas.microsoft.com/office/drawing/2014/main" id="{4F31C8C3-978A-8A6C-81EC-99F92EC2CA12}"/>
              </a:ext>
            </a:extLst>
          </p:cNvPr>
          <p:cNvSpPr>
            <a:spLocks noGrp="1"/>
          </p:cNvSpPr>
          <p:nvPr>
            <p:ph type="pic" sz="quarter" idx="63" hasCustomPrompt="1"/>
          </p:nvPr>
        </p:nvSpPr>
        <p:spPr>
          <a:xfrm>
            <a:off x="9360775" y="3298178"/>
            <a:ext cx="518982" cy="506518"/>
          </a:xfrm>
        </p:spPr>
        <p:txBody>
          <a:bodyPr/>
          <a:lstStyle>
            <a:lvl1pPr>
              <a:defRPr sz="1200">
                <a:solidFill>
                  <a:schemeClr val="tx1"/>
                </a:solidFill>
              </a:defRPr>
            </a:lvl1pPr>
          </a:lstStyle>
          <a:p>
            <a:r>
              <a:rPr lang="en-RO"/>
              <a:t>Icon</a:t>
            </a:r>
          </a:p>
        </p:txBody>
      </p:sp>
      <p:sp>
        <p:nvSpPr>
          <p:cNvPr id="54" name="Picture Placeholder 24">
            <a:extLst>
              <a:ext uri="{FF2B5EF4-FFF2-40B4-BE49-F238E27FC236}">
                <a16:creationId xmlns:a16="http://schemas.microsoft.com/office/drawing/2014/main" id="{B5D5E71F-6720-7DF0-6792-DE910EC12AB2}"/>
              </a:ext>
            </a:extLst>
          </p:cNvPr>
          <p:cNvSpPr>
            <a:spLocks noGrp="1"/>
          </p:cNvSpPr>
          <p:nvPr>
            <p:ph type="pic" sz="quarter" idx="64" hasCustomPrompt="1"/>
          </p:nvPr>
        </p:nvSpPr>
        <p:spPr>
          <a:xfrm>
            <a:off x="9360775" y="4041765"/>
            <a:ext cx="518982" cy="506518"/>
          </a:xfrm>
        </p:spPr>
        <p:txBody>
          <a:bodyPr/>
          <a:lstStyle>
            <a:lvl1pPr>
              <a:defRPr sz="1200">
                <a:solidFill>
                  <a:schemeClr val="tx1"/>
                </a:solidFill>
              </a:defRPr>
            </a:lvl1pPr>
          </a:lstStyle>
          <a:p>
            <a:r>
              <a:rPr lang="en-RO"/>
              <a:t>Icon</a:t>
            </a:r>
          </a:p>
        </p:txBody>
      </p:sp>
      <p:sp>
        <p:nvSpPr>
          <p:cNvPr id="55" name="Picture Placeholder 24">
            <a:extLst>
              <a:ext uri="{FF2B5EF4-FFF2-40B4-BE49-F238E27FC236}">
                <a16:creationId xmlns:a16="http://schemas.microsoft.com/office/drawing/2014/main" id="{B13E49E1-05BC-18C3-3208-DBF55B52736D}"/>
              </a:ext>
            </a:extLst>
          </p:cNvPr>
          <p:cNvSpPr>
            <a:spLocks noGrp="1"/>
          </p:cNvSpPr>
          <p:nvPr>
            <p:ph type="pic" sz="quarter" idx="65" hasCustomPrompt="1"/>
          </p:nvPr>
        </p:nvSpPr>
        <p:spPr>
          <a:xfrm>
            <a:off x="9360775" y="4785352"/>
            <a:ext cx="518982" cy="506518"/>
          </a:xfrm>
        </p:spPr>
        <p:txBody>
          <a:bodyPr/>
          <a:lstStyle>
            <a:lvl1pPr>
              <a:defRPr sz="1200">
                <a:solidFill>
                  <a:schemeClr val="tx1"/>
                </a:solidFill>
              </a:defRPr>
            </a:lvl1pPr>
          </a:lstStyle>
          <a:p>
            <a:r>
              <a:rPr lang="en-RO"/>
              <a:t>Icon</a:t>
            </a:r>
          </a:p>
        </p:txBody>
      </p:sp>
      <p:sp>
        <p:nvSpPr>
          <p:cNvPr id="56" name="Picture Placeholder 24">
            <a:extLst>
              <a:ext uri="{FF2B5EF4-FFF2-40B4-BE49-F238E27FC236}">
                <a16:creationId xmlns:a16="http://schemas.microsoft.com/office/drawing/2014/main" id="{BB37591B-8ABD-A0F1-A9A0-1D5C593E3653}"/>
              </a:ext>
            </a:extLst>
          </p:cNvPr>
          <p:cNvSpPr>
            <a:spLocks noGrp="1"/>
          </p:cNvSpPr>
          <p:nvPr>
            <p:ph type="pic" sz="quarter" idx="66" hasCustomPrompt="1"/>
          </p:nvPr>
        </p:nvSpPr>
        <p:spPr>
          <a:xfrm>
            <a:off x="9360775" y="5528941"/>
            <a:ext cx="518982" cy="506518"/>
          </a:xfrm>
        </p:spPr>
        <p:txBody>
          <a:bodyPr/>
          <a:lstStyle>
            <a:lvl1pPr>
              <a:defRPr sz="1200">
                <a:solidFill>
                  <a:schemeClr val="tx1"/>
                </a:solidFill>
              </a:defRPr>
            </a:lvl1pPr>
          </a:lstStyle>
          <a:p>
            <a:r>
              <a:rPr lang="en-RO"/>
              <a:t>Icon</a:t>
            </a:r>
          </a:p>
        </p:txBody>
      </p:sp>
      <p:sp>
        <p:nvSpPr>
          <p:cNvPr id="57" name="Text Placeholder 37">
            <a:extLst>
              <a:ext uri="{FF2B5EF4-FFF2-40B4-BE49-F238E27FC236}">
                <a16:creationId xmlns:a16="http://schemas.microsoft.com/office/drawing/2014/main" id="{789FBBBD-4AFC-600F-C9A2-BB7B5E387E1D}"/>
              </a:ext>
            </a:extLst>
          </p:cNvPr>
          <p:cNvSpPr>
            <a:spLocks noGrp="1"/>
          </p:cNvSpPr>
          <p:nvPr>
            <p:ph type="body" sz="quarter" idx="67" hasCustomPrompt="1"/>
          </p:nvPr>
        </p:nvSpPr>
        <p:spPr>
          <a:xfrm>
            <a:off x="493712" y="1970321"/>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1</a:t>
            </a:r>
          </a:p>
        </p:txBody>
      </p:sp>
      <p:sp>
        <p:nvSpPr>
          <p:cNvPr id="58" name="Text Placeholder 20">
            <a:extLst>
              <a:ext uri="{FF2B5EF4-FFF2-40B4-BE49-F238E27FC236}">
                <a16:creationId xmlns:a16="http://schemas.microsoft.com/office/drawing/2014/main" id="{FEFA4B2E-0B1F-6D84-07A4-E036FA66E09C}"/>
              </a:ext>
            </a:extLst>
          </p:cNvPr>
          <p:cNvSpPr>
            <a:spLocks noGrp="1"/>
          </p:cNvSpPr>
          <p:nvPr>
            <p:ph type="body" sz="quarter" idx="68" hasCustomPrompt="1"/>
          </p:nvPr>
        </p:nvSpPr>
        <p:spPr>
          <a:xfrm>
            <a:off x="2525756" y="1267198"/>
            <a:ext cx="1596424" cy="321533"/>
          </a:xfrm>
        </p:spPr>
        <p:txBody>
          <a:bodyPr lIns="108000" rIns="108000" anchor="b"/>
          <a:lstStyle>
            <a:lvl1pPr algn="ctr">
              <a:defRPr sz="1600" b="1"/>
            </a:lvl1pPr>
          </a:lstStyle>
          <a:p>
            <a:pPr lvl="0"/>
            <a:r>
              <a:rPr lang="en-GB"/>
              <a:t>Criteria A</a:t>
            </a:r>
          </a:p>
        </p:txBody>
      </p:sp>
      <p:sp>
        <p:nvSpPr>
          <p:cNvPr id="59" name="Text Placeholder 20">
            <a:extLst>
              <a:ext uri="{FF2B5EF4-FFF2-40B4-BE49-F238E27FC236}">
                <a16:creationId xmlns:a16="http://schemas.microsoft.com/office/drawing/2014/main" id="{6C24D0DD-4079-9869-5AB3-6C584254DC4E}"/>
              </a:ext>
            </a:extLst>
          </p:cNvPr>
          <p:cNvSpPr>
            <a:spLocks noGrp="1"/>
          </p:cNvSpPr>
          <p:nvPr>
            <p:ph type="body" sz="quarter" idx="69" hasCustomPrompt="1"/>
          </p:nvPr>
        </p:nvSpPr>
        <p:spPr>
          <a:xfrm>
            <a:off x="4547739" y="1267198"/>
            <a:ext cx="1596424" cy="321533"/>
          </a:xfrm>
        </p:spPr>
        <p:txBody>
          <a:bodyPr lIns="108000" rIns="108000" anchor="b"/>
          <a:lstStyle>
            <a:lvl1pPr algn="ctr">
              <a:defRPr sz="1600" b="1"/>
            </a:lvl1pPr>
          </a:lstStyle>
          <a:p>
            <a:pPr lvl="0"/>
            <a:r>
              <a:rPr lang="en-GB"/>
              <a:t>Criteria B</a:t>
            </a:r>
          </a:p>
        </p:txBody>
      </p:sp>
      <p:sp>
        <p:nvSpPr>
          <p:cNvPr id="60" name="Text Placeholder 20">
            <a:extLst>
              <a:ext uri="{FF2B5EF4-FFF2-40B4-BE49-F238E27FC236}">
                <a16:creationId xmlns:a16="http://schemas.microsoft.com/office/drawing/2014/main" id="{AF8B50D7-5A49-E219-1114-2427C6D4602D}"/>
              </a:ext>
            </a:extLst>
          </p:cNvPr>
          <p:cNvSpPr>
            <a:spLocks noGrp="1"/>
          </p:cNvSpPr>
          <p:nvPr>
            <p:ph type="body" sz="quarter" idx="70" hasCustomPrompt="1"/>
          </p:nvPr>
        </p:nvSpPr>
        <p:spPr>
          <a:xfrm>
            <a:off x="6672753" y="1267198"/>
            <a:ext cx="1596424" cy="321533"/>
          </a:xfrm>
        </p:spPr>
        <p:txBody>
          <a:bodyPr lIns="108000" rIns="108000" anchor="b"/>
          <a:lstStyle>
            <a:lvl1pPr algn="ctr">
              <a:defRPr sz="1600" b="1"/>
            </a:lvl1pPr>
          </a:lstStyle>
          <a:p>
            <a:pPr lvl="0"/>
            <a:r>
              <a:rPr lang="en-GB"/>
              <a:t>Criteria C</a:t>
            </a:r>
          </a:p>
        </p:txBody>
      </p:sp>
      <p:sp>
        <p:nvSpPr>
          <p:cNvPr id="61" name="Text Placeholder 20">
            <a:extLst>
              <a:ext uri="{FF2B5EF4-FFF2-40B4-BE49-F238E27FC236}">
                <a16:creationId xmlns:a16="http://schemas.microsoft.com/office/drawing/2014/main" id="{AB900CA8-C197-73D9-B99C-F7F06AE83767}"/>
              </a:ext>
            </a:extLst>
          </p:cNvPr>
          <p:cNvSpPr>
            <a:spLocks noGrp="1"/>
          </p:cNvSpPr>
          <p:nvPr>
            <p:ph type="body" sz="quarter" idx="71" hasCustomPrompt="1"/>
          </p:nvPr>
        </p:nvSpPr>
        <p:spPr>
          <a:xfrm>
            <a:off x="8707615" y="1267198"/>
            <a:ext cx="1596424" cy="321533"/>
          </a:xfrm>
        </p:spPr>
        <p:txBody>
          <a:bodyPr lIns="108000" rIns="108000" anchor="b"/>
          <a:lstStyle>
            <a:lvl1pPr algn="ctr">
              <a:defRPr sz="1600" b="1"/>
            </a:lvl1pPr>
          </a:lstStyle>
          <a:p>
            <a:pPr lvl="0"/>
            <a:r>
              <a:rPr lang="en-GB"/>
              <a:t>Criteria D</a:t>
            </a:r>
          </a:p>
        </p:txBody>
      </p:sp>
      <p:sp>
        <p:nvSpPr>
          <p:cNvPr id="62" name="Text Placeholder 37">
            <a:extLst>
              <a:ext uri="{FF2B5EF4-FFF2-40B4-BE49-F238E27FC236}">
                <a16:creationId xmlns:a16="http://schemas.microsoft.com/office/drawing/2014/main" id="{8E589899-41F7-61BE-4877-7367570DE060}"/>
              </a:ext>
            </a:extLst>
          </p:cNvPr>
          <p:cNvSpPr>
            <a:spLocks noGrp="1"/>
          </p:cNvSpPr>
          <p:nvPr>
            <p:ph type="body" sz="quarter" idx="72" hasCustomPrompt="1"/>
          </p:nvPr>
        </p:nvSpPr>
        <p:spPr>
          <a:xfrm>
            <a:off x="493712" y="5576405"/>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6</a:t>
            </a:r>
          </a:p>
        </p:txBody>
      </p:sp>
      <p:sp>
        <p:nvSpPr>
          <p:cNvPr id="63" name="Text Placeholder 37">
            <a:extLst>
              <a:ext uri="{FF2B5EF4-FFF2-40B4-BE49-F238E27FC236}">
                <a16:creationId xmlns:a16="http://schemas.microsoft.com/office/drawing/2014/main" id="{424FB23E-0750-478F-FFDB-380F77739034}"/>
              </a:ext>
            </a:extLst>
          </p:cNvPr>
          <p:cNvSpPr>
            <a:spLocks noGrp="1"/>
          </p:cNvSpPr>
          <p:nvPr>
            <p:ph type="body" sz="quarter" idx="73" hasCustomPrompt="1"/>
          </p:nvPr>
        </p:nvSpPr>
        <p:spPr>
          <a:xfrm>
            <a:off x="493712" y="4855189"/>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5</a:t>
            </a:r>
          </a:p>
        </p:txBody>
      </p:sp>
      <p:sp>
        <p:nvSpPr>
          <p:cNvPr id="64" name="Text Placeholder 37">
            <a:extLst>
              <a:ext uri="{FF2B5EF4-FFF2-40B4-BE49-F238E27FC236}">
                <a16:creationId xmlns:a16="http://schemas.microsoft.com/office/drawing/2014/main" id="{18F4969F-437C-FE07-C6FD-7AF9C9405549}"/>
              </a:ext>
            </a:extLst>
          </p:cNvPr>
          <p:cNvSpPr>
            <a:spLocks noGrp="1"/>
          </p:cNvSpPr>
          <p:nvPr>
            <p:ph type="body" sz="quarter" idx="74" hasCustomPrompt="1"/>
          </p:nvPr>
        </p:nvSpPr>
        <p:spPr>
          <a:xfrm>
            <a:off x="493712" y="4133972"/>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4</a:t>
            </a:r>
          </a:p>
        </p:txBody>
      </p:sp>
      <p:sp>
        <p:nvSpPr>
          <p:cNvPr id="65" name="Text Placeholder 37">
            <a:extLst>
              <a:ext uri="{FF2B5EF4-FFF2-40B4-BE49-F238E27FC236}">
                <a16:creationId xmlns:a16="http://schemas.microsoft.com/office/drawing/2014/main" id="{C59A4A1C-BC91-8854-6004-B622A22E9EFF}"/>
              </a:ext>
            </a:extLst>
          </p:cNvPr>
          <p:cNvSpPr>
            <a:spLocks noGrp="1"/>
          </p:cNvSpPr>
          <p:nvPr>
            <p:ph type="body" sz="quarter" idx="75" hasCustomPrompt="1"/>
          </p:nvPr>
        </p:nvSpPr>
        <p:spPr>
          <a:xfrm>
            <a:off x="493712" y="3412755"/>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3</a:t>
            </a:r>
          </a:p>
        </p:txBody>
      </p:sp>
      <p:sp>
        <p:nvSpPr>
          <p:cNvPr id="66" name="Text Placeholder 37">
            <a:extLst>
              <a:ext uri="{FF2B5EF4-FFF2-40B4-BE49-F238E27FC236}">
                <a16:creationId xmlns:a16="http://schemas.microsoft.com/office/drawing/2014/main" id="{AFC4003C-2D78-6DD2-FDDC-B282F51318C7}"/>
              </a:ext>
            </a:extLst>
          </p:cNvPr>
          <p:cNvSpPr>
            <a:spLocks noGrp="1"/>
          </p:cNvSpPr>
          <p:nvPr>
            <p:ph type="body" sz="quarter" idx="76" hasCustomPrompt="1"/>
          </p:nvPr>
        </p:nvSpPr>
        <p:spPr>
          <a:xfrm>
            <a:off x="493712" y="2691538"/>
            <a:ext cx="1557510"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PRODUCT 2</a:t>
            </a:r>
          </a:p>
        </p:txBody>
      </p:sp>
    </p:spTree>
    <p:extLst>
      <p:ext uri="{BB962C8B-B14F-4D97-AF65-F5344CB8AC3E}">
        <p14:creationId xmlns:p14="http://schemas.microsoft.com/office/powerpoint/2010/main" val="6104762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Slide Stage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lgn="l">
              <a:defRPr sz="2800" b="1">
                <a:solidFill>
                  <a:srgbClr val="0E0D72"/>
                </a:solidFill>
              </a:defRPr>
            </a:lvl1pPr>
          </a:lstStyle>
          <a:p>
            <a:r>
              <a:rPr lang="en-US"/>
              <a:t>STAGES</a:t>
            </a:r>
          </a:p>
        </p:txBody>
      </p:sp>
      <p:sp>
        <p:nvSpPr>
          <p:cNvPr id="40" name="Text Placeholder 37">
            <a:extLst>
              <a:ext uri="{FF2B5EF4-FFF2-40B4-BE49-F238E27FC236}">
                <a16:creationId xmlns:a16="http://schemas.microsoft.com/office/drawing/2014/main" id="{CE148A68-EEA2-35E5-A0C8-5E7224E32AD3}"/>
              </a:ext>
            </a:extLst>
          </p:cNvPr>
          <p:cNvSpPr>
            <a:spLocks noGrp="1"/>
          </p:cNvSpPr>
          <p:nvPr>
            <p:ph type="body" sz="quarter" idx="67" hasCustomPrompt="1"/>
          </p:nvPr>
        </p:nvSpPr>
        <p:spPr>
          <a:xfrm>
            <a:off x="493711" y="1718713"/>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1</a:t>
            </a:r>
          </a:p>
        </p:txBody>
      </p:sp>
      <p:sp>
        <p:nvSpPr>
          <p:cNvPr id="41" name="Text Placeholder 37">
            <a:extLst>
              <a:ext uri="{FF2B5EF4-FFF2-40B4-BE49-F238E27FC236}">
                <a16:creationId xmlns:a16="http://schemas.microsoft.com/office/drawing/2014/main" id="{D04228B9-9383-D64A-5D88-8EBEE94EE532}"/>
              </a:ext>
            </a:extLst>
          </p:cNvPr>
          <p:cNvSpPr>
            <a:spLocks noGrp="1"/>
          </p:cNvSpPr>
          <p:nvPr>
            <p:ph type="body" sz="quarter" idx="72" hasCustomPrompt="1"/>
          </p:nvPr>
        </p:nvSpPr>
        <p:spPr>
          <a:xfrm>
            <a:off x="493711" y="5324797"/>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6</a:t>
            </a:r>
          </a:p>
        </p:txBody>
      </p:sp>
      <p:sp>
        <p:nvSpPr>
          <p:cNvPr id="42" name="Text Placeholder 37">
            <a:extLst>
              <a:ext uri="{FF2B5EF4-FFF2-40B4-BE49-F238E27FC236}">
                <a16:creationId xmlns:a16="http://schemas.microsoft.com/office/drawing/2014/main" id="{594A6C2A-1AC6-AE94-CC5C-C7DA72C350FA}"/>
              </a:ext>
            </a:extLst>
          </p:cNvPr>
          <p:cNvSpPr>
            <a:spLocks noGrp="1"/>
          </p:cNvSpPr>
          <p:nvPr>
            <p:ph type="body" sz="quarter" idx="73" hasCustomPrompt="1"/>
          </p:nvPr>
        </p:nvSpPr>
        <p:spPr>
          <a:xfrm>
            <a:off x="493711" y="4603581"/>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5</a:t>
            </a:r>
          </a:p>
        </p:txBody>
      </p:sp>
      <p:sp>
        <p:nvSpPr>
          <p:cNvPr id="43" name="Text Placeholder 37">
            <a:extLst>
              <a:ext uri="{FF2B5EF4-FFF2-40B4-BE49-F238E27FC236}">
                <a16:creationId xmlns:a16="http://schemas.microsoft.com/office/drawing/2014/main" id="{3A7E4206-A4A7-880E-0465-63B31B298C88}"/>
              </a:ext>
            </a:extLst>
          </p:cNvPr>
          <p:cNvSpPr>
            <a:spLocks noGrp="1"/>
          </p:cNvSpPr>
          <p:nvPr>
            <p:ph type="body" sz="quarter" idx="74" hasCustomPrompt="1"/>
          </p:nvPr>
        </p:nvSpPr>
        <p:spPr>
          <a:xfrm>
            <a:off x="493711" y="3882364"/>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4</a:t>
            </a:r>
          </a:p>
        </p:txBody>
      </p:sp>
      <p:sp>
        <p:nvSpPr>
          <p:cNvPr id="44" name="Text Placeholder 37">
            <a:extLst>
              <a:ext uri="{FF2B5EF4-FFF2-40B4-BE49-F238E27FC236}">
                <a16:creationId xmlns:a16="http://schemas.microsoft.com/office/drawing/2014/main" id="{901139B3-C768-17FE-F027-372AB21C6DAF}"/>
              </a:ext>
            </a:extLst>
          </p:cNvPr>
          <p:cNvSpPr>
            <a:spLocks noGrp="1"/>
          </p:cNvSpPr>
          <p:nvPr>
            <p:ph type="body" sz="quarter" idx="75" hasCustomPrompt="1"/>
          </p:nvPr>
        </p:nvSpPr>
        <p:spPr>
          <a:xfrm>
            <a:off x="493711" y="3161147"/>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3</a:t>
            </a:r>
          </a:p>
        </p:txBody>
      </p:sp>
      <p:sp>
        <p:nvSpPr>
          <p:cNvPr id="45" name="Text Placeholder 37">
            <a:extLst>
              <a:ext uri="{FF2B5EF4-FFF2-40B4-BE49-F238E27FC236}">
                <a16:creationId xmlns:a16="http://schemas.microsoft.com/office/drawing/2014/main" id="{372D4A8B-8495-249F-0E16-219322FE2ACC}"/>
              </a:ext>
            </a:extLst>
          </p:cNvPr>
          <p:cNvSpPr>
            <a:spLocks noGrp="1"/>
          </p:cNvSpPr>
          <p:nvPr>
            <p:ph type="body" sz="quarter" idx="76" hasCustomPrompt="1"/>
          </p:nvPr>
        </p:nvSpPr>
        <p:spPr>
          <a:xfrm>
            <a:off x="493711" y="2439930"/>
            <a:ext cx="2030547" cy="422666"/>
          </a:xfrm>
          <a:prstGeom prst="roundRect">
            <a:avLst>
              <a:gd name="adj" fmla="val 50000"/>
            </a:avLst>
          </a:prstGeom>
          <a:gradFill>
            <a:gsLst>
              <a:gs pos="0">
                <a:srgbClr val="00D4FD"/>
              </a:gs>
              <a:gs pos="100000">
                <a:schemeClr val="accent2">
                  <a:lumMod val="60000"/>
                  <a:lumOff val="40000"/>
                </a:schemeClr>
              </a:gs>
            </a:gsLst>
            <a:path path="circle">
              <a:fillToRect l="100000" t="100000"/>
            </a:path>
          </a:gradFill>
        </p:spPr>
        <p:txBody>
          <a:bodyPr lIns="108000" rIns="0" anchor="ctr"/>
          <a:lstStyle>
            <a:lvl1pPr algn="ctr">
              <a:defRPr sz="1600" b="1">
                <a:solidFill>
                  <a:srgbClr val="0E0D72"/>
                </a:solidFill>
              </a:defRPr>
            </a:lvl1pPr>
          </a:lstStyle>
          <a:p>
            <a:pPr lvl="0"/>
            <a:r>
              <a:rPr lang="en-GB"/>
              <a:t>QUESTION 2</a:t>
            </a:r>
          </a:p>
        </p:txBody>
      </p:sp>
      <p:sp>
        <p:nvSpPr>
          <p:cNvPr id="46" name="Text Placeholder 55">
            <a:extLst>
              <a:ext uri="{FF2B5EF4-FFF2-40B4-BE49-F238E27FC236}">
                <a16:creationId xmlns:a16="http://schemas.microsoft.com/office/drawing/2014/main" id="{3CAF87A5-1814-8C9F-2CA9-77B26AA483A2}"/>
              </a:ext>
            </a:extLst>
          </p:cNvPr>
          <p:cNvSpPr>
            <a:spLocks noGrp="1"/>
          </p:cNvSpPr>
          <p:nvPr>
            <p:ph type="body" sz="quarter" idx="60" hasCustomPrompt="1"/>
          </p:nvPr>
        </p:nvSpPr>
        <p:spPr>
          <a:xfrm>
            <a:off x="3227768" y="1716396"/>
            <a:ext cx="5998425" cy="427300"/>
          </a:xfrm>
        </p:spPr>
        <p:txBody>
          <a:bodyPr lIns="108000" rIns="0" anchor="ctr"/>
          <a:lstStyle>
            <a:lvl1pPr algn="l">
              <a:defRPr sz="1600"/>
            </a:lvl1pPr>
          </a:lstStyle>
          <a:p>
            <a:pPr lvl="0"/>
            <a:r>
              <a:rPr lang="en-GB"/>
              <a:t>Answer 1</a:t>
            </a:r>
            <a:endParaRPr lang="en-RO"/>
          </a:p>
        </p:txBody>
      </p:sp>
      <p:sp>
        <p:nvSpPr>
          <p:cNvPr id="47" name="Text Placeholder 55">
            <a:extLst>
              <a:ext uri="{FF2B5EF4-FFF2-40B4-BE49-F238E27FC236}">
                <a16:creationId xmlns:a16="http://schemas.microsoft.com/office/drawing/2014/main" id="{DCC69750-09F7-5FFC-1CB9-4347C5F7D6C9}"/>
              </a:ext>
            </a:extLst>
          </p:cNvPr>
          <p:cNvSpPr>
            <a:spLocks noGrp="1"/>
          </p:cNvSpPr>
          <p:nvPr>
            <p:ph type="body" sz="quarter" idx="77" hasCustomPrompt="1"/>
          </p:nvPr>
        </p:nvSpPr>
        <p:spPr>
          <a:xfrm>
            <a:off x="3227768" y="2435296"/>
            <a:ext cx="5998425" cy="427300"/>
          </a:xfrm>
        </p:spPr>
        <p:txBody>
          <a:bodyPr lIns="108000" rIns="0" anchor="ctr"/>
          <a:lstStyle>
            <a:lvl1pPr algn="l">
              <a:defRPr sz="1600"/>
            </a:lvl1pPr>
          </a:lstStyle>
          <a:p>
            <a:pPr lvl="0"/>
            <a:r>
              <a:rPr lang="en-GB"/>
              <a:t>Answer 2</a:t>
            </a:r>
            <a:endParaRPr lang="en-RO"/>
          </a:p>
        </p:txBody>
      </p:sp>
      <p:sp>
        <p:nvSpPr>
          <p:cNvPr id="48" name="Text Placeholder 55">
            <a:extLst>
              <a:ext uri="{FF2B5EF4-FFF2-40B4-BE49-F238E27FC236}">
                <a16:creationId xmlns:a16="http://schemas.microsoft.com/office/drawing/2014/main" id="{53CA8085-8613-B444-2846-1D394C77520C}"/>
              </a:ext>
            </a:extLst>
          </p:cNvPr>
          <p:cNvSpPr>
            <a:spLocks noGrp="1"/>
          </p:cNvSpPr>
          <p:nvPr>
            <p:ph type="body" sz="quarter" idx="78" hasCustomPrompt="1"/>
          </p:nvPr>
        </p:nvSpPr>
        <p:spPr>
          <a:xfrm>
            <a:off x="3227768" y="3165052"/>
            <a:ext cx="5998425" cy="427300"/>
          </a:xfrm>
        </p:spPr>
        <p:txBody>
          <a:bodyPr lIns="108000" rIns="0" anchor="ctr"/>
          <a:lstStyle>
            <a:lvl1pPr algn="l">
              <a:defRPr sz="1600"/>
            </a:lvl1pPr>
          </a:lstStyle>
          <a:p>
            <a:pPr lvl="0"/>
            <a:r>
              <a:rPr lang="en-GB"/>
              <a:t>Answer 3</a:t>
            </a:r>
            <a:endParaRPr lang="en-RO"/>
          </a:p>
        </p:txBody>
      </p:sp>
      <p:sp>
        <p:nvSpPr>
          <p:cNvPr id="49" name="Text Placeholder 55">
            <a:extLst>
              <a:ext uri="{FF2B5EF4-FFF2-40B4-BE49-F238E27FC236}">
                <a16:creationId xmlns:a16="http://schemas.microsoft.com/office/drawing/2014/main" id="{407061BD-05EE-B07C-2243-AEA6CD72E7E6}"/>
              </a:ext>
            </a:extLst>
          </p:cNvPr>
          <p:cNvSpPr>
            <a:spLocks noGrp="1"/>
          </p:cNvSpPr>
          <p:nvPr>
            <p:ph type="body" sz="quarter" idx="79" hasCustomPrompt="1"/>
          </p:nvPr>
        </p:nvSpPr>
        <p:spPr>
          <a:xfrm>
            <a:off x="3227768" y="3883952"/>
            <a:ext cx="5998425" cy="427300"/>
          </a:xfrm>
        </p:spPr>
        <p:txBody>
          <a:bodyPr lIns="108000" rIns="0" anchor="ctr"/>
          <a:lstStyle>
            <a:lvl1pPr algn="l">
              <a:defRPr sz="1600"/>
            </a:lvl1pPr>
          </a:lstStyle>
          <a:p>
            <a:pPr lvl="0"/>
            <a:r>
              <a:rPr lang="en-GB"/>
              <a:t>Answer 4</a:t>
            </a:r>
            <a:endParaRPr lang="en-RO"/>
          </a:p>
        </p:txBody>
      </p:sp>
      <p:sp>
        <p:nvSpPr>
          <p:cNvPr id="50" name="Text Placeholder 55">
            <a:extLst>
              <a:ext uri="{FF2B5EF4-FFF2-40B4-BE49-F238E27FC236}">
                <a16:creationId xmlns:a16="http://schemas.microsoft.com/office/drawing/2014/main" id="{D65B776A-3B08-3BDF-0EBC-90FA32DB8FAF}"/>
              </a:ext>
            </a:extLst>
          </p:cNvPr>
          <p:cNvSpPr>
            <a:spLocks noGrp="1"/>
          </p:cNvSpPr>
          <p:nvPr>
            <p:ph type="body" sz="quarter" idx="80" hasCustomPrompt="1"/>
          </p:nvPr>
        </p:nvSpPr>
        <p:spPr>
          <a:xfrm>
            <a:off x="3227768" y="4603434"/>
            <a:ext cx="5998425" cy="427300"/>
          </a:xfrm>
        </p:spPr>
        <p:txBody>
          <a:bodyPr lIns="108000" rIns="0" anchor="ctr"/>
          <a:lstStyle>
            <a:lvl1pPr algn="l">
              <a:defRPr sz="1600"/>
            </a:lvl1pPr>
          </a:lstStyle>
          <a:p>
            <a:pPr lvl="0"/>
            <a:r>
              <a:rPr lang="en-GB"/>
              <a:t>Answer 5</a:t>
            </a:r>
            <a:endParaRPr lang="en-RO"/>
          </a:p>
        </p:txBody>
      </p:sp>
      <p:sp>
        <p:nvSpPr>
          <p:cNvPr id="51" name="Text Placeholder 55">
            <a:extLst>
              <a:ext uri="{FF2B5EF4-FFF2-40B4-BE49-F238E27FC236}">
                <a16:creationId xmlns:a16="http://schemas.microsoft.com/office/drawing/2014/main" id="{14179B4D-A45E-8A14-D5D9-4EFA0F949A5A}"/>
              </a:ext>
            </a:extLst>
          </p:cNvPr>
          <p:cNvSpPr>
            <a:spLocks noGrp="1"/>
          </p:cNvSpPr>
          <p:nvPr>
            <p:ph type="body" sz="quarter" idx="81" hasCustomPrompt="1"/>
          </p:nvPr>
        </p:nvSpPr>
        <p:spPr>
          <a:xfrm>
            <a:off x="3227768" y="5322334"/>
            <a:ext cx="5998425" cy="427300"/>
          </a:xfrm>
        </p:spPr>
        <p:txBody>
          <a:bodyPr lIns="108000" rIns="0" anchor="ctr"/>
          <a:lstStyle>
            <a:lvl1pPr algn="l">
              <a:defRPr sz="1600"/>
            </a:lvl1pPr>
          </a:lstStyle>
          <a:p>
            <a:pPr lvl="0"/>
            <a:r>
              <a:rPr lang="en-GB"/>
              <a:t>Answer 6</a:t>
            </a:r>
            <a:endParaRPr lang="en-RO"/>
          </a:p>
        </p:txBody>
      </p:sp>
    </p:spTree>
    <p:extLst>
      <p:ext uri="{BB962C8B-B14F-4D97-AF65-F5344CB8AC3E}">
        <p14:creationId xmlns:p14="http://schemas.microsoft.com/office/powerpoint/2010/main" val="26901885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Slide Timeline">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65F72-82C4-0D49-112D-0341D18692E9}"/>
              </a:ext>
            </a:extLst>
          </p:cNvPr>
          <p:cNvSpPr>
            <a:spLocks noGrp="1"/>
          </p:cNvSpPr>
          <p:nvPr>
            <p:ph type="title" hasCustomPrompt="1"/>
          </p:nvPr>
        </p:nvSpPr>
        <p:spPr>
          <a:xfrm>
            <a:off x="493712" y="342900"/>
            <a:ext cx="11202987" cy="682625"/>
          </a:xfrm>
        </p:spPr>
        <p:txBody>
          <a:bodyPr/>
          <a:lstStyle>
            <a:lvl1pPr algn="l">
              <a:defRPr sz="2800" b="1">
                <a:solidFill>
                  <a:srgbClr val="002060"/>
                </a:solidFill>
              </a:defRPr>
            </a:lvl1pPr>
          </a:lstStyle>
          <a:p>
            <a:r>
              <a:rPr lang="en-US"/>
              <a:t>ACCOUNT GROWTH</a:t>
            </a:r>
          </a:p>
        </p:txBody>
      </p:sp>
      <p:cxnSp>
        <p:nvCxnSpPr>
          <p:cNvPr id="4" name="Straight Connector 3">
            <a:extLst>
              <a:ext uri="{FF2B5EF4-FFF2-40B4-BE49-F238E27FC236}">
                <a16:creationId xmlns:a16="http://schemas.microsoft.com/office/drawing/2014/main" id="{E3E913ED-1A9C-0111-16E3-FFA01C37B4CE}"/>
              </a:ext>
            </a:extLst>
          </p:cNvPr>
          <p:cNvCxnSpPr>
            <a:cxnSpLocks/>
          </p:cNvCxnSpPr>
          <p:nvPr userDrawn="1"/>
        </p:nvCxnSpPr>
        <p:spPr>
          <a:xfrm>
            <a:off x="493712" y="3578087"/>
            <a:ext cx="11202978" cy="0"/>
          </a:xfrm>
          <a:prstGeom prst="line">
            <a:avLst/>
          </a:prstGeom>
          <a:ln w="31750" cap="rnd">
            <a:gradFill>
              <a:gsLst>
                <a:gs pos="0">
                  <a:srgbClr val="01B0FE"/>
                </a:gs>
                <a:gs pos="100000">
                  <a:schemeClr val="accent2"/>
                </a:gs>
              </a:gsLst>
              <a:lin ang="0" scaled="0"/>
            </a:gradFill>
            <a:round/>
            <a:headEnd type="none" w="lg" len="lg"/>
            <a:tailEnd type="arrow" w="lg" len="me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5F09012-56A3-8311-F818-D8C28A756D28}"/>
              </a:ext>
            </a:extLst>
          </p:cNvPr>
          <p:cNvSpPr/>
          <p:nvPr userDrawn="1"/>
        </p:nvSpPr>
        <p:spPr>
          <a:xfrm>
            <a:off x="1231943" y="3498574"/>
            <a:ext cx="159026" cy="159026"/>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14" name="Oval 13">
            <a:extLst>
              <a:ext uri="{FF2B5EF4-FFF2-40B4-BE49-F238E27FC236}">
                <a16:creationId xmlns:a16="http://schemas.microsoft.com/office/drawing/2014/main" id="{8C3F5292-754B-D4A5-DB2A-A8BE57C0C0B1}"/>
              </a:ext>
            </a:extLst>
          </p:cNvPr>
          <p:cNvSpPr/>
          <p:nvPr userDrawn="1"/>
        </p:nvSpPr>
        <p:spPr>
          <a:xfrm>
            <a:off x="3577640" y="3498574"/>
            <a:ext cx="159026" cy="159026"/>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15" name="Oval 14">
            <a:extLst>
              <a:ext uri="{FF2B5EF4-FFF2-40B4-BE49-F238E27FC236}">
                <a16:creationId xmlns:a16="http://schemas.microsoft.com/office/drawing/2014/main" id="{9829D20C-6783-8673-7671-FF711D6EEC85}"/>
              </a:ext>
            </a:extLst>
          </p:cNvPr>
          <p:cNvSpPr/>
          <p:nvPr userDrawn="1"/>
        </p:nvSpPr>
        <p:spPr>
          <a:xfrm>
            <a:off x="5923337" y="3498574"/>
            <a:ext cx="159026" cy="159026"/>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16" name="Oval 15">
            <a:extLst>
              <a:ext uri="{FF2B5EF4-FFF2-40B4-BE49-F238E27FC236}">
                <a16:creationId xmlns:a16="http://schemas.microsoft.com/office/drawing/2014/main" id="{01ED54B9-94D6-3298-DAA0-7B164FC16B6D}"/>
              </a:ext>
            </a:extLst>
          </p:cNvPr>
          <p:cNvSpPr/>
          <p:nvPr userDrawn="1"/>
        </p:nvSpPr>
        <p:spPr>
          <a:xfrm>
            <a:off x="8269034" y="3498574"/>
            <a:ext cx="159026" cy="159026"/>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17" name="Oval 16">
            <a:extLst>
              <a:ext uri="{FF2B5EF4-FFF2-40B4-BE49-F238E27FC236}">
                <a16:creationId xmlns:a16="http://schemas.microsoft.com/office/drawing/2014/main" id="{42DC7183-3234-105F-8D60-DD77DCFBC975}"/>
              </a:ext>
            </a:extLst>
          </p:cNvPr>
          <p:cNvSpPr/>
          <p:nvPr userDrawn="1"/>
        </p:nvSpPr>
        <p:spPr>
          <a:xfrm>
            <a:off x="10614730" y="3498574"/>
            <a:ext cx="159026" cy="159026"/>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RO" b="0" i="0">
              <a:solidFill>
                <a:schemeClr val="bg1"/>
              </a:solidFill>
              <a:latin typeface="ES Build Neutral" pitchFamily="2" charset="77"/>
              <a:cs typeface="Microsoft Sans Serif" panose="020B0604020202020204" pitchFamily="34" charset="0"/>
            </a:endParaRPr>
          </a:p>
        </p:txBody>
      </p:sp>
      <p:sp>
        <p:nvSpPr>
          <p:cNvPr id="20" name="Picture Placeholder 24">
            <a:extLst>
              <a:ext uri="{FF2B5EF4-FFF2-40B4-BE49-F238E27FC236}">
                <a16:creationId xmlns:a16="http://schemas.microsoft.com/office/drawing/2014/main" id="{8A716419-F524-9FF1-6125-980C21ABF35B}"/>
              </a:ext>
            </a:extLst>
          </p:cNvPr>
          <p:cNvSpPr>
            <a:spLocks noGrp="1"/>
          </p:cNvSpPr>
          <p:nvPr>
            <p:ph type="pic" sz="quarter" idx="18" hasCustomPrompt="1"/>
          </p:nvPr>
        </p:nvSpPr>
        <p:spPr>
          <a:xfrm>
            <a:off x="862337" y="2044095"/>
            <a:ext cx="898238" cy="876665"/>
          </a:xfrm>
        </p:spPr>
        <p:txBody>
          <a:bodyPr/>
          <a:lstStyle>
            <a:lvl1pPr>
              <a:defRPr sz="1200">
                <a:solidFill>
                  <a:schemeClr val="tx1"/>
                </a:solidFill>
              </a:defRPr>
            </a:lvl1pPr>
          </a:lstStyle>
          <a:p>
            <a:r>
              <a:rPr lang="en-RO"/>
              <a:t>Icon</a:t>
            </a:r>
          </a:p>
        </p:txBody>
      </p:sp>
      <p:sp>
        <p:nvSpPr>
          <p:cNvPr id="28" name="Picture Placeholder 24">
            <a:extLst>
              <a:ext uri="{FF2B5EF4-FFF2-40B4-BE49-F238E27FC236}">
                <a16:creationId xmlns:a16="http://schemas.microsoft.com/office/drawing/2014/main" id="{450F2FA3-74EE-E87C-E258-BCCCA09743B0}"/>
              </a:ext>
            </a:extLst>
          </p:cNvPr>
          <p:cNvSpPr>
            <a:spLocks noGrp="1"/>
          </p:cNvSpPr>
          <p:nvPr>
            <p:ph type="pic" sz="quarter" idx="23" hasCustomPrompt="1"/>
          </p:nvPr>
        </p:nvSpPr>
        <p:spPr>
          <a:xfrm>
            <a:off x="3213651" y="2044095"/>
            <a:ext cx="898238" cy="876665"/>
          </a:xfrm>
        </p:spPr>
        <p:txBody>
          <a:bodyPr/>
          <a:lstStyle>
            <a:lvl1pPr>
              <a:defRPr sz="1200">
                <a:solidFill>
                  <a:schemeClr val="tx1"/>
                </a:solidFill>
              </a:defRPr>
            </a:lvl1pPr>
          </a:lstStyle>
          <a:p>
            <a:r>
              <a:rPr lang="en-RO"/>
              <a:t>Icon</a:t>
            </a:r>
          </a:p>
        </p:txBody>
      </p:sp>
      <p:sp>
        <p:nvSpPr>
          <p:cNvPr id="32" name="Picture Placeholder 24">
            <a:extLst>
              <a:ext uri="{FF2B5EF4-FFF2-40B4-BE49-F238E27FC236}">
                <a16:creationId xmlns:a16="http://schemas.microsoft.com/office/drawing/2014/main" id="{61A88803-6D38-BC91-AC27-1E0D686194BB}"/>
              </a:ext>
            </a:extLst>
          </p:cNvPr>
          <p:cNvSpPr>
            <a:spLocks noGrp="1"/>
          </p:cNvSpPr>
          <p:nvPr>
            <p:ph type="pic" sz="quarter" idx="27" hasCustomPrompt="1"/>
          </p:nvPr>
        </p:nvSpPr>
        <p:spPr>
          <a:xfrm>
            <a:off x="5535937" y="2044095"/>
            <a:ext cx="898238" cy="876665"/>
          </a:xfrm>
        </p:spPr>
        <p:txBody>
          <a:bodyPr/>
          <a:lstStyle>
            <a:lvl1pPr>
              <a:defRPr sz="1200">
                <a:solidFill>
                  <a:schemeClr val="tx1"/>
                </a:solidFill>
              </a:defRPr>
            </a:lvl1pPr>
          </a:lstStyle>
          <a:p>
            <a:r>
              <a:rPr lang="en-RO"/>
              <a:t>Icon</a:t>
            </a:r>
          </a:p>
        </p:txBody>
      </p:sp>
      <p:sp>
        <p:nvSpPr>
          <p:cNvPr id="41" name="Picture Placeholder 24">
            <a:extLst>
              <a:ext uri="{FF2B5EF4-FFF2-40B4-BE49-F238E27FC236}">
                <a16:creationId xmlns:a16="http://schemas.microsoft.com/office/drawing/2014/main" id="{35AEE275-FE36-1675-236F-727297EC7C4A}"/>
              </a:ext>
            </a:extLst>
          </p:cNvPr>
          <p:cNvSpPr>
            <a:spLocks noGrp="1"/>
          </p:cNvSpPr>
          <p:nvPr>
            <p:ph type="pic" sz="quarter" idx="31" hasCustomPrompt="1"/>
          </p:nvPr>
        </p:nvSpPr>
        <p:spPr>
          <a:xfrm>
            <a:off x="7916280" y="2044095"/>
            <a:ext cx="898238" cy="876665"/>
          </a:xfrm>
        </p:spPr>
        <p:txBody>
          <a:bodyPr/>
          <a:lstStyle>
            <a:lvl1pPr>
              <a:defRPr sz="1200">
                <a:solidFill>
                  <a:schemeClr val="tx1"/>
                </a:solidFill>
              </a:defRPr>
            </a:lvl1pPr>
          </a:lstStyle>
          <a:p>
            <a:r>
              <a:rPr lang="en-RO"/>
              <a:t>Icon</a:t>
            </a:r>
          </a:p>
        </p:txBody>
      </p:sp>
      <p:sp>
        <p:nvSpPr>
          <p:cNvPr id="45" name="Picture Placeholder 24">
            <a:extLst>
              <a:ext uri="{FF2B5EF4-FFF2-40B4-BE49-F238E27FC236}">
                <a16:creationId xmlns:a16="http://schemas.microsoft.com/office/drawing/2014/main" id="{F3413C32-BBFF-3FF0-469C-67493D6D5DC2}"/>
              </a:ext>
            </a:extLst>
          </p:cNvPr>
          <p:cNvSpPr>
            <a:spLocks noGrp="1"/>
          </p:cNvSpPr>
          <p:nvPr>
            <p:ph type="pic" sz="quarter" idx="35" hasCustomPrompt="1"/>
          </p:nvPr>
        </p:nvSpPr>
        <p:spPr>
          <a:xfrm>
            <a:off x="10234756" y="2044095"/>
            <a:ext cx="898238" cy="876665"/>
          </a:xfrm>
        </p:spPr>
        <p:txBody>
          <a:bodyPr/>
          <a:lstStyle>
            <a:lvl1pPr>
              <a:defRPr sz="1200">
                <a:solidFill>
                  <a:schemeClr val="tx1"/>
                </a:solidFill>
              </a:defRPr>
            </a:lvl1pPr>
          </a:lstStyle>
          <a:p>
            <a:r>
              <a:rPr lang="en-RO"/>
              <a:t>Icon</a:t>
            </a:r>
          </a:p>
        </p:txBody>
      </p:sp>
      <p:sp>
        <p:nvSpPr>
          <p:cNvPr id="48" name="Text Placeholder 47">
            <a:extLst>
              <a:ext uri="{FF2B5EF4-FFF2-40B4-BE49-F238E27FC236}">
                <a16:creationId xmlns:a16="http://schemas.microsoft.com/office/drawing/2014/main" id="{244BC2B1-B371-AA13-D98C-37A949609C63}"/>
              </a:ext>
            </a:extLst>
          </p:cNvPr>
          <p:cNvSpPr>
            <a:spLocks noGrp="1"/>
          </p:cNvSpPr>
          <p:nvPr>
            <p:ph type="body" sz="quarter" idx="37" hasCustomPrompt="1"/>
          </p:nvPr>
        </p:nvSpPr>
        <p:spPr>
          <a:xfrm>
            <a:off x="495715" y="3111500"/>
            <a:ext cx="1631482" cy="231775"/>
          </a:xfrm>
        </p:spPr>
        <p:txBody>
          <a:bodyPr anchor="b"/>
          <a:lstStyle>
            <a:lvl1pPr algn="ctr">
              <a:defRPr sz="1400" b="1" i="0">
                <a:solidFill>
                  <a:srgbClr val="0E0D72"/>
                </a:solidFill>
                <a:latin typeface="ES Build Neutral" pitchFamily="2" charset="77"/>
                <a:ea typeface="ES Build Neutral" pitchFamily="2" charset="77"/>
              </a:defRPr>
            </a:lvl1pPr>
          </a:lstStyle>
          <a:p>
            <a:pPr lvl="0"/>
            <a:r>
              <a:rPr lang="en-GB"/>
              <a:t>YEAR</a:t>
            </a:r>
            <a:endParaRPr lang="en-RO"/>
          </a:p>
        </p:txBody>
      </p:sp>
      <p:sp>
        <p:nvSpPr>
          <p:cNvPr id="50" name="Text Placeholder 49">
            <a:extLst>
              <a:ext uri="{FF2B5EF4-FFF2-40B4-BE49-F238E27FC236}">
                <a16:creationId xmlns:a16="http://schemas.microsoft.com/office/drawing/2014/main" id="{7936017C-3902-669B-A068-25EF6774D694}"/>
              </a:ext>
            </a:extLst>
          </p:cNvPr>
          <p:cNvSpPr>
            <a:spLocks noGrp="1"/>
          </p:cNvSpPr>
          <p:nvPr>
            <p:ph type="body" sz="quarter" idx="38" hasCustomPrompt="1"/>
          </p:nvPr>
        </p:nvSpPr>
        <p:spPr>
          <a:xfrm>
            <a:off x="495534" y="3805238"/>
            <a:ext cx="1631482" cy="422665"/>
          </a:xfrm>
        </p:spPr>
        <p:txBody>
          <a:bodyPr anchor="b"/>
          <a:lstStyle>
            <a:lvl1pPr algn="ctr">
              <a:defRPr sz="1800">
                <a:solidFill>
                  <a:srgbClr val="0E0D72"/>
                </a:solidFill>
              </a:defRPr>
            </a:lvl1pPr>
          </a:lstStyle>
          <a:p>
            <a:pPr lvl="0"/>
            <a:r>
              <a:rPr lang="en-GB"/>
              <a:t>Point 1</a:t>
            </a:r>
            <a:endParaRPr lang="en-RO"/>
          </a:p>
        </p:txBody>
      </p:sp>
      <p:sp>
        <p:nvSpPr>
          <p:cNvPr id="52" name="Text Placeholder 51">
            <a:extLst>
              <a:ext uri="{FF2B5EF4-FFF2-40B4-BE49-F238E27FC236}">
                <a16:creationId xmlns:a16="http://schemas.microsoft.com/office/drawing/2014/main" id="{E3E1C227-E1D2-4BCD-9C98-D08376F8F778}"/>
              </a:ext>
            </a:extLst>
          </p:cNvPr>
          <p:cNvSpPr>
            <a:spLocks noGrp="1"/>
          </p:cNvSpPr>
          <p:nvPr>
            <p:ph type="body" sz="quarter" idx="39" hasCustomPrompt="1"/>
          </p:nvPr>
        </p:nvSpPr>
        <p:spPr>
          <a:xfrm>
            <a:off x="520920" y="4360863"/>
            <a:ext cx="1604276" cy="1514475"/>
          </a:xfrm>
        </p:spPr>
        <p:txBody>
          <a:bodyPr/>
          <a:lstStyle>
            <a:lvl1pPr algn="ctr">
              <a:defRPr sz="1400">
                <a:solidFill>
                  <a:srgbClr val="0E0D72"/>
                </a:solidFill>
              </a:defRPr>
            </a:lvl1pPr>
          </a:lstStyle>
          <a:p>
            <a:pPr lvl="0"/>
            <a:r>
              <a:rPr lang="en-GB"/>
              <a:t>Point description</a:t>
            </a:r>
            <a:endParaRPr lang="en-RO"/>
          </a:p>
        </p:txBody>
      </p:sp>
      <p:sp>
        <p:nvSpPr>
          <p:cNvPr id="53" name="Text Placeholder 47">
            <a:extLst>
              <a:ext uri="{FF2B5EF4-FFF2-40B4-BE49-F238E27FC236}">
                <a16:creationId xmlns:a16="http://schemas.microsoft.com/office/drawing/2014/main" id="{419B02E6-9573-179C-766D-766491520A48}"/>
              </a:ext>
            </a:extLst>
          </p:cNvPr>
          <p:cNvSpPr>
            <a:spLocks noGrp="1"/>
          </p:cNvSpPr>
          <p:nvPr>
            <p:ph type="body" sz="quarter" idx="40" hasCustomPrompt="1"/>
          </p:nvPr>
        </p:nvSpPr>
        <p:spPr>
          <a:xfrm>
            <a:off x="2835504" y="3111500"/>
            <a:ext cx="1631482" cy="231775"/>
          </a:xfrm>
        </p:spPr>
        <p:txBody>
          <a:bodyPr anchor="b"/>
          <a:lstStyle>
            <a:lvl1pPr algn="ctr">
              <a:defRPr sz="1400" b="1" i="0">
                <a:solidFill>
                  <a:srgbClr val="0E0D72"/>
                </a:solidFill>
                <a:latin typeface="ES Build Neutral" pitchFamily="2" charset="77"/>
                <a:ea typeface="ES Build Neutral" pitchFamily="2" charset="77"/>
              </a:defRPr>
            </a:lvl1pPr>
          </a:lstStyle>
          <a:p>
            <a:pPr lvl="0"/>
            <a:r>
              <a:rPr lang="en-GB"/>
              <a:t>YEAR</a:t>
            </a:r>
            <a:endParaRPr lang="en-RO"/>
          </a:p>
        </p:txBody>
      </p:sp>
      <p:sp>
        <p:nvSpPr>
          <p:cNvPr id="54" name="Text Placeholder 49">
            <a:extLst>
              <a:ext uri="{FF2B5EF4-FFF2-40B4-BE49-F238E27FC236}">
                <a16:creationId xmlns:a16="http://schemas.microsoft.com/office/drawing/2014/main" id="{1DCC8D81-5484-D16C-02F1-DD33D32399EB}"/>
              </a:ext>
            </a:extLst>
          </p:cNvPr>
          <p:cNvSpPr>
            <a:spLocks noGrp="1"/>
          </p:cNvSpPr>
          <p:nvPr>
            <p:ph type="body" sz="quarter" idx="41" hasCustomPrompt="1"/>
          </p:nvPr>
        </p:nvSpPr>
        <p:spPr>
          <a:xfrm>
            <a:off x="2835323" y="3805238"/>
            <a:ext cx="1631482" cy="422665"/>
          </a:xfrm>
        </p:spPr>
        <p:txBody>
          <a:bodyPr anchor="b"/>
          <a:lstStyle>
            <a:lvl1pPr algn="ctr">
              <a:defRPr sz="1800">
                <a:solidFill>
                  <a:srgbClr val="0E0D72"/>
                </a:solidFill>
              </a:defRPr>
            </a:lvl1pPr>
          </a:lstStyle>
          <a:p>
            <a:pPr lvl="0"/>
            <a:r>
              <a:rPr lang="en-GB"/>
              <a:t>Point 1</a:t>
            </a:r>
            <a:endParaRPr lang="en-RO"/>
          </a:p>
        </p:txBody>
      </p:sp>
      <p:sp>
        <p:nvSpPr>
          <p:cNvPr id="55" name="Text Placeholder 51">
            <a:extLst>
              <a:ext uri="{FF2B5EF4-FFF2-40B4-BE49-F238E27FC236}">
                <a16:creationId xmlns:a16="http://schemas.microsoft.com/office/drawing/2014/main" id="{AC1E1EC5-8115-9B2B-BEF5-E8326036B7C2}"/>
              </a:ext>
            </a:extLst>
          </p:cNvPr>
          <p:cNvSpPr>
            <a:spLocks noGrp="1"/>
          </p:cNvSpPr>
          <p:nvPr>
            <p:ph type="body" sz="quarter" idx="42" hasCustomPrompt="1"/>
          </p:nvPr>
        </p:nvSpPr>
        <p:spPr>
          <a:xfrm>
            <a:off x="2860709" y="4360863"/>
            <a:ext cx="1604276" cy="1514475"/>
          </a:xfrm>
        </p:spPr>
        <p:txBody>
          <a:bodyPr/>
          <a:lstStyle>
            <a:lvl1pPr algn="ctr">
              <a:defRPr sz="1400">
                <a:solidFill>
                  <a:srgbClr val="0E0D72"/>
                </a:solidFill>
              </a:defRPr>
            </a:lvl1pPr>
          </a:lstStyle>
          <a:p>
            <a:pPr lvl="0"/>
            <a:r>
              <a:rPr lang="en-GB"/>
              <a:t>Point description</a:t>
            </a:r>
            <a:endParaRPr lang="en-RO"/>
          </a:p>
        </p:txBody>
      </p:sp>
      <p:sp>
        <p:nvSpPr>
          <p:cNvPr id="56" name="Text Placeholder 47">
            <a:extLst>
              <a:ext uri="{FF2B5EF4-FFF2-40B4-BE49-F238E27FC236}">
                <a16:creationId xmlns:a16="http://schemas.microsoft.com/office/drawing/2014/main" id="{F6BC3B0A-4D98-77BF-12A5-0D9F719B9B77}"/>
              </a:ext>
            </a:extLst>
          </p:cNvPr>
          <p:cNvSpPr>
            <a:spLocks noGrp="1"/>
          </p:cNvSpPr>
          <p:nvPr>
            <p:ph type="body" sz="quarter" idx="43" hasCustomPrompt="1"/>
          </p:nvPr>
        </p:nvSpPr>
        <p:spPr>
          <a:xfrm>
            <a:off x="5202186" y="3111500"/>
            <a:ext cx="1631482" cy="231775"/>
          </a:xfrm>
        </p:spPr>
        <p:txBody>
          <a:bodyPr anchor="b"/>
          <a:lstStyle>
            <a:lvl1pPr algn="ctr">
              <a:defRPr sz="1400" b="1" i="0">
                <a:solidFill>
                  <a:srgbClr val="0E0D72"/>
                </a:solidFill>
                <a:latin typeface="ES Build Neutral" pitchFamily="2" charset="77"/>
                <a:ea typeface="ES Build Neutral" pitchFamily="2" charset="77"/>
              </a:defRPr>
            </a:lvl1pPr>
          </a:lstStyle>
          <a:p>
            <a:pPr lvl="0"/>
            <a:r>
              <a:rPr lang="en-GB"/>
              <a:t>YEAR</a:t>
            </a:r>
            <a:endParaRPr lang="en-RO"/>
          </a:p>
        </p:txBody>
      </p:sp>
      <p:sp>
        <p:nvSpPr>
          <p:cNvPr id="57" name="Text Placeholder 49">
            <a:extLst>
              <a:ext uri="{FF2B5EF4-FFF2-40B4-BE49-F238E27FC236}">
                <a16:creationId xmlns:a16="http://schemas.microsoft.com/office/drawing/2014/main" id="{7894574A-6D3C-F724-8320-C28DF9F4182A}"/>
              </a:ext>
            </a:extLst>
          </p:cNvPr>
          <p:cNvSpPr>
            <a:spLocks noGrp="1"/>
          </p:cNvSpPr>
          <p:nvPr>
            <p:ph type="body" sz="quarter" idx="44" hasCustomPrompt="1"/>
          </p:nvPr>
        </p:nvSpPr>
        <p:spPr>
          <a:xfrm>
            <a:off x="5202005" y="3805238"/>
            <a:ext cx="1631482" cy="422665"/>
          </a:xfrm>
        </p:spPr>
        <p:txBody>
          <a:bodyPr anchor="b"/>
          <a:lstStyle>
            <a:lvl1pPr algn="ctr">
              <a:defRPr sz="1800">
                <a:solidFill>
                  <a:srgbClr val="0E0D72"/>
                </a:solidFill>
              </a:defRPr>
            </a:lvl1pPr>
          </a:lstStyle>
          <a:p>
            <a:pPr lvl="0"/>
            <a:r>
              <a:rPr lang="en-GB"/>
              <a:t>Point 1</a:t>
            </a:r>
            <a:endParaRPr lang="en-RO"/>
          </a:p>
        </p:txBody>
      </p:sp>
      <p:sp>
        <p:nvSpPr>
          <p:cNvPr id="58" name="Text Placeholder 51">
            <a:extLst>
              <a:ext uri="{FF2B5EF4-FFF2-40B4-BE49-F238E27FC236}">
                <a16:creationId xmlns:a16="http://schemas.microsoft.com/office/drawing/2014/main" id="{95CE8B15-721F-9A95-00C6-EDF36947AE34}"/>
              </a:ext>
            </a:extLst>
          </p:cNvPr>
          <p:cNvSpPr>
            <a:spLocks noGrp="1"/>
          </p:cNvSpPr>
          <p:nvPr>
            <p:ph type="body" sz="quarter" idx="45" hasCustomPrompt="1"/>
          </p:nvPr>
        </p:nvSpPr>
        <p:spPr>
          <a:xfrm>
            <a:off x="5227391" y="4360863"/>
            <a:ext cx="1604276" cy="1514475"/>
          </a:xfrm>
        </p:spPr>
        <p:txBody>
          <a:bodyPr/>
          <a:lstStyle>
            <a:lvl1pPr algn="ctr">
              <a:defRPr sz="1400">
                <a:solidFill>
                  <a:srgbClr val="0E0D72"/>
                </a:solidFill>
              </a:defRPr>
            </a:lvl1pPr>
          </a:lstStyle>
          <a:p>
            <a:pPr lvl="0"/>
            <a:r>
              <a:rPr lang="en-GB"/>
              <a:t>Point description</a:t>
            </a:r>
            <a:endParaRPr lang="en-RO"/>
          </a:p>
        </p:txBody>
      </p:sp>
      <p:sp>
        <p:nvSpPr>
          <p:cNvPr id="59" name="Text Placeholder 47">
            <a:extLst>
              <a:ext uri="{FF2B5EF4-FFF2-40B4-BE49-F238E27FC236}">
                <a16:creationId xmlns:a16="http://schemas.microsoft.com/office/drawing/2014/main" id="{60A92781-D872-6118-76A2-79693C6BE4B3}"/>
              </a:ext>
            </a:extLst>
          </p:cNvPr>
          <p:cNvSpPr>
            <a:spLocks noGrp="1"/>
          </p:cNvSpPr>
          <p:nvPr>
            <p:ph type="body" sz="quarter" idx="46" hasCustomPrompt="1"/>
          </p:nvPr>
        </p:nvSpPr>
        <p:spPr>
          <a:xfrm>
            <a:off x="7595762" y="3111500"/>
            <a:ext cx="1631482" cy="231775"/>
          </a:xfrm>
        </p:spPr>
        <p:txBody>
          <a:bodyPr anchor="b"/>
          <a:lstStyle>
            <a:lvl1pPr algn="ctr">
              <a:defRPr sz="1400" b="1" i="0">
                <a:solidFill>
                  <a:srgbClr val="0E0D72"/>
                </a:solidFill>
                <a:latin typeface="ES Build Neutral" pitchFamily="2" charset="77"/>
                <a:ea typeface="ES Build Neutral" pitchFamily="2" charset="77"/>
              </a:defRPr>
            </a:lvl1pPr>
          </a:lstStyle>
          <a:p>
            <a:pPr lvl="0"/>
            <a:r>
              <a:rPr lang="en-GB"/>
              <a:t>YEAR</a:t>
            </a:r>
            <a:endParaRPr lang="en-RO"/>
          </a:p>
        </p:txBody>
      </p:sp>
      <p:sp>
        <p:nvSpPr>
          <p:cNvPr id="60" name="Text Placeholder 49">
            <a:extLst>
              <a:ext uri="{FF2B5EF4-FFF2-40B4-BE49-F238E27FC236}">
                <a16:creationId xmlns:a16="http://schemas.microsoft.com/office/drawing/2014/main" id="{23A03870-B457-A5B3-E02A-70EB405CF1F6}"/>
              </a:ext>
            </a:extLst>
          </p:cNvPr>
          <p:cNvSpPr>
            <a:spLocks noGrp="1"/>
          </p:cNvSpPr>
          <p:nvPr>
            <p:ph type="body" sz="quarter" idx="47" hasCustomPrompt="1"/>
          </p:nvPr>
        </p:nvSpPr>
        <p:spPr>
          <a:xfrm>
            <a:off x="7595581" y="3805238"/>
            <a:ext cx="1631482" cy="422665"/>
          </a:xfrm>
        </p:spPr>
        <p:txBody>
          <a:bodyPr anchor="b"/>
          <a:lstStyle>
            <a:lvl1pPr algn="ctr">
              <a:defRPr sz="1800">
                <a:solidFill>
                  <a:srgbClr val="0E0D72"/>
                </a:solidFill>
              </a:defRPr>
            </a:lvl1pPr>
          </a:lstStyle>
          <a:p>
            <a:pPr lvl="0"/>
            <a:r>
              <a:rPr lang="en-GB"/>
              <a:t>Point 1</a:t>
            </a:r>
            <a:endParaRPr lang="en-RO"/>
          </a:p>
        </p:txBody>
      </p:sp>
      <p:sp>
        <p:nvSpPr>
          <p:cNvPr id="61" name="Text Placeholder 51">
            <a:extLst>
              <a:ext uri="{FF2B5EF4-FFF2-40B4-BE49-F238E27FC236}">
                <a16:creationId xmlns:a16="http://schemas.microsoft.com/office/drawing/2014/main" id="{50FEF754-18E5-8964-AEEC-DB3CA493AE92}"/>
              </a:ext>
            </a:extLst>
          </p:cNvPr>
          <p:cNvSpPr>
            <a:spLocks noGrp="1"/>
          </p:cNvSpPr>
          <p:nvPr>
            <p:ph type="body" sz="quarter" idx="48" hasCustomPrompt="1"/>
          </p:nvPr>
        </p:nvSpPr>
        <p:spPr>
          <a:xfrm>
            <a:off x="7620967" y="4360863"/>
            <a:ext cx="1604276" cy="1514475"/>
          </a:xfrm>
        </p:spPr>
        <p:txBody>
          <a:bodyPr/>
          <a:lstStyle>
            <a:lvl1pPr algn="ctr">
              <a:defRPr sz="1400">
                <a:solidFill>
                  <a:srgbClr val="0E0D72"/>
                </a:solidFill>
              </a:defRPr>
            </a:lvl1pPr>
          </a:lstStyle>
          <a:p>
            <a:pPr lvl="0"/>
            <a:r>
              <a:rPr lang="en-GB"/>
              <a:t>Point description</a:t>
            </a:r>
            <a:endParaRPr lang="en-RO"/>
          </a:p>
        </p:txBody>
      </p:sp>
      <p:sp>
        <p:nvSpPr>
          <p:cNvPr id="62" name="Text Placeholder 47">
            <a:extLst>
              <a:ext uri="{FF2B5EF4-FFF2-40B4-BE49-F238E27FC236}">
                <a16:creationId xmlns:a16="http://schemas.microsoft.com/office/drawing/2014/main" id="{A567219A-814D-7BF2-149F-01B6EE7BCB9C}"/>
              </a:ext>
            </a:extLst>
          </p:cNvPr>
          <p:cNvSpPr>
            <a:spLocks noGrp="1"/>
          </p:cNvSpPr>
          <p:nvPr>
            <p:ph type="body" sz="quarter" idx="49" hasCustomPrompt="1"/>
          </p:nvPr>
        </p:nvSpPr>
        <p:spPr>
          <a:xfrm>
            <a:off x="9868315" y="3111500"/>
            <a:ext cx="1631482" cy="231775"/>
          </a:xfrm>
        </p:spPr>
        <p:txBody>
          <a:bodyPr anchor="b"/>
          <a:lstStyle>
            <a:lvl1pPr algn="ctr">
              <a:defRPr sz="1400" b="1" i="0">
                <a:solidFill>
                  <a:srgbClr val="0E0D72"/>
                </a:solidFill>
                <a:latin typeface="ES Build Neutral" pitchFamily="2" charset="77"/>
                <a:ea typeface="ES Build Neutral" pitchFamily="2" charset="77"/>
              </a:defRPr>
            </a:lvl1pPr>
          </a:lstStyle>
          <a:p>
            <a:pPr lvl="0"/>
            <a:r>
              <a:rPr lang="en-GB"/>
              <a:t>YEAR</a:t>
            </a:r>
            <a:endParaRPr lang="en-RO"/>
          </a:p>
        </p:txBody>
      </p:sp>
      <p:sp>
        <p:nvSpPr>
          <p:cNvPr id="63" name="Text Placeholder 49">
            <a:extLst>
              <a:ext uri="{FF2B5EF4-FFF2-40B4-BE49-F238E27FC236}">
                <a16:creationId xmlns:a16="http://schemas.microsoft.com/office/drawing/2014/main" id="{2ABED6A7-86E9-262F-2D6A-05B987349576}"/>
              </a:ext>
            </a:extLst>
          </p:cNvPr>
          <p:cNvSpPr>
            <a:spLocks noGrp="1"/>
          </p:cNvSpPr>
          <p:nvPr>
            <p:ph type="body" sz="quarter" idx="50" hasCustomPrompt="1"/>
          </p:nvPr>
        </p:nvSpPr>
        <p:spPr>
          <a:xfrm>
            <a:off x="9868134" y="3805238"/>
            <a:ext cx="1631482" cy="422665"/>
          </a:xfrm>
        </p:spPr>
        <p:txBody>
          <a:bodyPr anchor="b"/>
          <a:lstStyle>
            <a:lvl1pPr algn="ctr">
              <a:defRPr sz="1800">
                <a:solidFill>
                  <a:srgbClr val="0E0D72"/>
                </a:solidFill>
              </a:defRPr>
            </a:lvl1pPr>
          </a:lstStyle>
          <a:p>
            <a:pPr lvl="0"/>
            <a:r>
              <a:rPr lang="en-GB"/>
              <a:t>Point 1</a:t>
            </a:r>
            <a:endParaRPr lang="en-RO"/>
          </a:p>
        </p:txBody>
      </p:sp>
      <p:sp>
        <p:nvSpPr>
          <p:cNvPr id="64" name="Text Placeholder 51">
            <a:extLst>
              <a:ext uri="{FF2B5EF4-FFF2-40B4-BE49-F238E27FC236}">
                <a16:creationId xmlns:a16="http://schemas.microsoft.com/office/drawing/2014/main" id="{6E1D94CB-CBE4-D91B-E406-3C0004637CA1}"/>
              </a:ext>
            </a:extLst>
          </p:cNvPr>
          <p:cNvSpPr>
            <a:spLocks noGrp="1"/>
          </p:cNvSpPr>
          <p:nvPr>
            <p:ph type="body" sz="quarter" idx="51" hasCustomPrompt="1"/>
          </p:nvPr>
        </p:nvSpPr>
        <p:spPr>
          <a:xfrm>
            <a:off x="9893520" y="4360863"/>
            <a:ext cx="1604276" cy="1514475"/>
          </a:xfrm>
        </p:spPr>
        <p:txBody>
          <a:bodyPr/>
          <a:lstStyle>
            <a:lvl1pPr algn="ctr">
              <a:defRPr sz="1400">
                <a:solidFill>
                  <a:srgbClr val="0E0D72"/>
                </a:solidFill>
              </a:defRPr>
            </a:lvl1pPr>
          </a:lstStyle>
          <a:p>
            <a:pPr lvl="0"/>
            <a:r>
              <a:rPr lang="en-GB"/>
              <a:t>Point description</a:t>
            </a:r>
            <a:endParaRPr lang="en-RO"/>
          </a:p>
        </p:txBody>
      </p:sp>
    </p:spTree>
    <p:extLst>
      <p:ext uri="{BB962C8B-B14F-4D97-AF65-F5344CB8AC3E}">
        <p14:creationId xmlns:p14="http://schemas.microsoft.com/office/powerpoint/2010/main" val="26360666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ing Slide Dark 1">
    <p:bg>
      <p:bgPr>
        <a:solidFill>
          <a:schemeClr val="bg1"/>
        </a:solidFill>
        <a:effectLst/>
      </p:bgPr>
    </p:bg>
    <p:spTree>
      <p:nvGrpSpPr>
        <p:cNvPr id="1" name=""/>
        <p:cNvGrpSpPr/>
        <p:nvPr/>
      </p:nvGrpSpPr>
      <p:grpSpPr>
        <a:xfrm>
          <a:off x="0" y="0"/>
          <a:ext cx="0" cy="0"/>
          <a:chOff x="0" y="0"/>
          <a:chExt cx="0" cy="0"/>
        </a:xfrm>
      </p:grpSpPr>
      <p:pic>
        <p:nvPicPr>
          <p:cNvPr id="15" name="Picture 14" descr="A blue and green gradient background&#10;&#10;Description automatically generated">
            <a:extLst>
              <a:ext uri="{FF2B5EF4-FFF2-40B4-BE49-F238E27FC236}">
                <a16:creationId xmlns:a16="http://schemas.microsoft.com/office/drawing/2014/main" id="{91FDE543-C56A-3818-75DC-AAE4F748361D}"/>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4" name="Graphic 8">
            <a:extLst>
              <a:ext uri="{FF2B5EF4-FFF2-40B4-BE49-F238E27FC236}">
                <a16:creationId xmlns:a16="http://schemas.microsoft.com/office/drawing/2014/main" id="{DCF6184E-D152-B7E9-ABE5-F7C43ECF7CE9}"/>
              </a:ext>
            </a:extLst>
          </p:cNvPr>
          <p:cNvGrpSpPr/>
          <p:nvPr userDrawn="1"/>
        </p:nvGrpSpPr>
        <p:grpSpPr>
          <a:xfrm>
            <a:off x="782097" y="517392"/>
            <a:ext cx="1325503" cy="396622"/>
            <a:chOff x="689187" y="517392"/>
            <a:chExt cx="1325503" cy="396622"/>
          </a:xfrm>
        </p:grpSpPr>
        <p:sp>
          <p:nvSpPr>
            <p:cNvPr id="6" name="Freeform 5">
              <a:extLst>
                <a:ext uri="{FF2B5EF4-FFF2-40B4-BE49-F238E27FC236}">
                  <a16:creationId xmlns:a16="http://schemas.microsoft.com/office/drawing/2014/main" id="{7A1F908C-3E5C-373B-ECC5-67780527D693}"/>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7" name="Graphic 8">
              <a:extLst>
                <a:ext uri="{FF2B5EF4-FFF2-40B4-BE49-F238E27FC236}">
                  <a16:creationId xmlns:a16="http://schemas.microsoft.com/office/drawing/2014/main" id="{8DAF9DBA-0300-8BDD-782D-97C2E998A5E9}"/>
                </a:ext>
              </a:extLst>
            </p:cNvPr>
            <p:cNvGrpSpPr/>
            <p:nvPr/>
          </p:nvGrpSpPr>
          <p:grpSpPr>
            <a:xfrm>
              <a:off x="783659" y="616135"/>
              <a:ext cx="1112528" cy="199137"/>
              <a:chOff x="783659" y="616135"/>
              <a:chExt cx="1112528" cy="199137"/>
            </a:xfrm>
            <a:solidFill>
              <a:srgbClr val="FFFFFF"/>
            </a:solidFill>
          </p:grpSpPr>
          <p:sp>
            <p:nvSpPr>
              <p:cNvPr id="8" name="Freeform 7">
                <a:extLst>
                  <a:ext uri="{FF2B5EF4-FFF2-40B4-BE49-F238E27FC236}">
                    <a16:creationId xmlns:a16="http://schemas.microsoft.com/office/drawing/2014/main" id="{7EB7E472-2956-F649-57E8-A55C163C6533}"/>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9" name="Freeform 8">
                <a:extLst>
                  <a:ext uri="{FF2B5EF4-FFF2-40B4-BE49-F238E27FC236}">
                    <a16:creationId xmlns:a16="http://schemas.microsoft.com/office/drawing/2014/main" id="{62FD5A80-D007-529A-9235-8E7261C2266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0" name="Freeform 9">
                <a:extLst>
                  <a:ext uri="{FF2B5EF4-FFF2-40B4-BE49-F238E27FC236}">
                    <a16:creationId xmlns:a16="http://schemas.microsoft.com/office/drawing/2014/main" id="{62BE15F8-1CEF-0AE3-CA31-E93B6CA3A87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1" name="Freeform 10">
                <a:extLst>
                  <a:ext uri="{FF2B5EF4-FFF2-40B4-BE49-F238E27FC236}">
                    <a16:creationId xmlns:a16="http://schemas.microsoft.com/office/drawing/2014/main" id="{F5142990-0CC3-A946-E335-75575EBA2A33}"/>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12" name="Freeform 11">
                <a:extLst>
                  <a:ext uri="{FF2B5EF4-FFF2-40B4-BE49-F238E27FC236}">
                    <a16:creationId xmlns:a16="http://schemas.microsoft.com/office/drawing/2014/main" id="{A3A7C860-CF68-EDAE-D470-17D9E7715D0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33" name="Text Placeholder 7">
            <a:extLst>
              <a:ext uri="{FF2B5EF4-FFF2-40B4-BE49-F238E27FC236}">
                <a16:creationId xmlns:a16="http://schemas.microsoft.com/office/drawing/2014/main" id="{B160CA8A-66B2-D4BD-A54B-BA9414D2C483}"/>
              </a:ext>
            </a:extLst>
          </p:cNvPr>
          <p:cNvSpPr>
            <a:spLocks noGrp="1"/>
          </p:cNvSpPr>
          <p:nvPr>
            <p:ph type="body" sz="quarter" idx="10" hasCustomPrompt="1"/>
          </p:nvPr>
        </p:nvSpPr>
        <p:spPr>
          <a:xfrm>
            <a:off x="765931" y="2597150"/>
            <a:ext cx="6737350" cy="1682750"/>
          </a:xfrm>
        </p:spPr>
        <p:txBody>
          <a:bodyPr anchor="ctr"/>
          <a:lstStyle>
            <a:lvl1pPr algn="l">
              <a:defRPr sz="6600" b="1">
                <a:solidFill>
                  <a:schemeClr val="bg1"/>
                </a:solidFill>
                <a:latin typeface="ES Build" pitchFamily="2" charset="77"/>
                <a:ea typeface="ES Build" pitchFamily="2" charset="77"/>
              </a:defRPr>
            </a:lvl1pPr>
          </a:lstStyle>
          <a:p>
            <a:pPr lvl="0"/>
            <a:r>
              <a:rPr lang="en-US" dirty="0"/>
              <a:t>Thank You</a:t>
            </a:r>
            <a:endParaRPr lang="en-RO" dirty="0"/>
          </a:p>
        </p:txBody>
      </p:sp>
    </p:spTree>
    <p:extLst>
      <p:ext uri="{BB962C8B-B14F-4D97-AF65-F5344CB8AC3E}">
        <p14:creationId xmlns:p14="http://schemas.microsoft.com/office/powerpoint/2010/main" val="6661943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Ending Slide Dark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85B1A7-5EA9-EDD3-CE72-1429DB45FB22}"/>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4" name="Graphic 8">
            <a:extLst>
              <a:ext uri="{FF2B5EF4-FFF2-40B4-BE49-F238E27FC236}">
                <a16:creationId xmlns:a16="http://schemas.microsoft.com/office/drawing/2014/main" id="{DCF6184E-D152-B7E9-ABE5-F7C43ECF7CE9}"/>
              </a:ext>
            </a:extLst>
          </p:cNvPr>
          <p:cNvGrpSpPr/>
          <p:nvPr userDrawn="1"/>
        </p:nvGrpSpPr>
        <p:grpSpPr>
          <a:xfrm>
            <a:off x="782097" y="517392"/>
            <a:ext cx="1325503" cy="396622"/>
            <a:chOff x="689187" y="517392"/>
            <a:chExt cx="1325503" cy="396622"/>
          </a:xfrm>
        </p:grpSpPr>
        <p:sp>
          <p:nvSpPr>
            <p:cNvPr id="6" name="Freeform 5">
              <a:extLst>
                <a:ext uri="{FF2B5EF4-FFF2-40B4-BE49-F238E27FC236}">
                  <a16:creationId xmlns:a16="http://schemas.microsoft.com/office/drawing/2014/main" id="{7A1F908C-3E5C-373B-ECC5-67780527D693}"/>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7" name="Graphic 8">
              <a:extLst>
                <a:ext uri="{FF2B5EF4-FFF2-40B4-BE49-F238E27FC236}">
                  <a16:creationId xmlns:a16="http://schemas.microsoft.com/office/drawing/2014/main" id="{8DAF9DBA-0300-8BDD-782D-97C2E998A5E9}"/>
                </a:ext>
              </a:extLst>
            </p:cNvPr>
            <p:cNvGrpSpPr/>
            <p:nvPr/>
          </p:nvGrpSpPr>
          <p:grpSpPr>
            <a:xfrm>
              <a:off x="783659" y="616135"/>
              <a:ext cx="1112528" cy="199137"/>
              <a:chOff x="783659" y="616135"/>
              <a:chExt cx="1112528" cy="199137"/>
            </a:xfrm>
            <a:solidFill>
              <a:srgbClr val="FFFFFF"/>
            </a:solidFill>
          </p:grpSpPr>
          <p:sp>
            <p:nvSpPr>
              <p:cNvPr id="8" name="Freeform 7">
                <a:extLst>
                  <a:ext uri="{FF2B5EF4-FFF2-40B4-BE49-F238E27FC236}">
                    <a16:creationId xmlns:a16="http://schemas.microsoft.com/office/drawing/2014/main" id="{7EB7E472-2956-F649-57E8-A55C163C6533}"/>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9" name="Freeform 8">
                <a:extLst>
                  <a:ext uri="{FF2B5EF4-FFF2-40B4-BE49-F238E27FC236}">
                    <a16:creationId xmlns:a16="http://schemas.microsoft.com/office/drawing/2014/main" id="{62FD5A80-D007-529A-9235-8E7261C2266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0" name="Freeform 9">
                <a:extLst>
                  <a:ext uri="{FF2B5EF4-FFF2-40B4-BE49-F238E27FC236}">
                    <a16:creationId xmlns:a16="http://schemas.microsoft.com/office/drawing/2014/main" id="{62BE15F8-1CEF-0AE3-CA31-E93B6CA3A87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1" name="Freeform 10">
                <a:extLst>
                  <a:ext uri="{FF2B5EF4-FFF2-40B4-BE49-F238E27FC236}">
                    <a16:creationId xmlns:a16="http://schemas.microsoft.com/office/drawing/2014/main" id="{F5142990-0CC3-A946-E335-75575EBA2A33}"/>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12" name="Freeform 11">
                <a:extLst>
                  <a:ext uri="{FF2B5EF4-FFF2-40B4-BE49-F238E27FC236}">
                    <a16:creationId xmlns:a16="http://schemas.microsoft.com/office/drawing/2014/main" id="{A3A7C860-CF68-EDAE-D470-17D9E7715D0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3" name="Text Placeholder 7">
            <a:extLst>
              <a:ext uri="{FF2B5EF4-FFF2-40B4-BE49-F238E27FC236}">
                <a16:creationId xmlns:a16="http://schemas.microsoft.com/office/drawing/2014/main" id="{553ABB7F-18CD-FD4F-EE6C-BA74AD81A1A5}"/>
              </a:ext>
            </a:extLst>
          </p:cNvPr>
          <p:cNvSpPr>
            <a:spLocks noGrp="1"/>
          </p:cNvSpPr>
          <p:nvPr>
            <p:ph type="body" sz="quarter" idx="10" hasCustomPrompt="1"/>
          </p:nvPr>
        </p:nvSpPr>
        <p:spPr>
          <a:xfrm>
            <a:off x="765931" y="2597150"/>
            <a:ext cx="6737350" cy="1682750"/>
          </a:xfrm>
        </p:spPr>
        <p:txBody>
          <a:bodyPr anchor="ctr"/>
          <a:lstStyle>
            <a:lvl1pPr algn="l">
              <a:defRPr sz="6600" b="1">
                <a:solidFill>
                  <a:schemeClr val="bg1"/>
                </a:solidFill>
                <a:latin typeface="ES Build" pitchFamily="2" charset="77"/>
                <a:ea typeface="ES Build" pitchFamily="2" charset="77"/>
              </a:defRPr>
            </a:lvl1pPr>
          </a:lstStyle>
          <a:p>
            <a:pPr lvl="0"/>
            <a:r>
              <a:rPr lang="en-US" dirty="0"/>
              <a:t>Thank You</a:t>
            </a:r>
            <a:endParaRPr lang="en-RO" dirty="0"/>
          </a:p>
        </p:txBody>
      </p:sp>
    </p:spTree>
    <p:extLst>
      <p:ext uri="{BB962C8B-B14F-4D97-AF65-F5344CB8AC3E}">
        <p14:creationId xmlns:p14="http://schemas.microsoft.com/office/powerpoint/2010/main" val="39253003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Ending Slide Dark 3">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94E0B1-74A1-CA51-B80C-BF0C07C095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4" name="Graphic 8">
            <a:extLst>
              <a:ext uri="{FF2B5EF4-FFF2-40B4-BE49-F238E27FC236}">
                <a16:creationId xmlns:a16="http://schemas.microsoft.com/office/drawing/2014/main" id="{DCF6184E-D152-B7E9-ABE5-F7C43ECF7CE9}"/>
              </a:ext>
            </a:extLst>
          </p:cNvPr>
          <p:cNvGrpSpPr/>
          <p:nvPr userDrawn="1"/>
        </p:nvGrpSpPr>
        <p:grpSpPr>
          <a:xfrm>
            <a:off x="782097" y="517392"/>
            <a:ext cx="1325503" cy="396622"/>
            <a:chOff x="689187" y="517392"/>
            <a:chExt cx="1325503" cy="396622"/>
          </a:xfrm>
        </p:grpSpPr>
        <p:sp>
          <p:nvSpPr>
            <p:cNvPr id="6" name="Freeform 5">
              <a:extLst>
                <a:ext uri="{FF2B5EF4-FFF2-40B4-BE49-F238E27FC236}">
                  <a16:creationId xmlns:a16="http://schemas.microsoft.com/office/drawing/2014/main" id="{7A1F908C-3E5C-373B-ECC5-67780527D693}"/>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7" name="Graphic 8">
              <a:extLst>
                <a:ext uri="{FF2B5EF4-FFF2-40B4-BE49-F238E27FC236}">
                  <a16:creationId xmlns:a16="http://schemas.microsoft.com/office/drawing/2014/main" id="{8DAF9DBA-0300-8BDD-782D-97C2E998A5E9}"/>
                </a:ext>
              </a:extLst>
            </p:cNvPr>
            <p:cNvGrpSpPr/>
            <p:nvPr/>
          </p:nvGrpSpPr>
          <p:grpSpPr>
            <a:xfrm>
              <a:off x="783659" y="616135"/>
              <a:ext cx="1112528" cy="199137"/>
              <a:chOff x="783659" y="616135"/>
              <a:chExt cx="1112528" cy="199137"/>
            </a:xfrm>
            <a:solidFill>
              <a:srgbClr val="FFFFFF"/>
            </a:solidFill>
          </p:grpSpPr>
          <p:sp>
            <p:nvSpPr>
              <p:cNvPr id="8" name="Freeform 7">
                <a:extLst>
                  <a:ext uri="{FF2B5EF4-FFF2-40B4-BE49-F238E27FC236}">
                    <a16:creationId xmlns:a16="http://schemas.microsoft.com/office/drawing/2014/main" id="{7EB7E472-2956-F649-57E8-A55C163C6533}"/>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9" name="Freeform 8">
                <a:extLst>
                  <a:ext uri="{FF2B5EF4-FFF2-40B4-BE49-F238E27FC236}">
                    <a16:creationId xmlns:a16="http://schemas.microsoft.com/office/drawing/2014/main" id="{62FD5A80-D007-529A-9235-8E7261C2266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0" name="Freeform 9">
                <a:extLst>
                  <a:ext uri="{FF2B5EF4-FFF2-40B4-BE49-F238E27FC236}">
                    <a16:creationId xmlns:a16="http://schemas.microsoft.com/office/drawing/2014/main" id="{62BE15F8-1CEF-0AE3-CA31-E93B6CA3A87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1" name="Freeform 10">
                <a:extLst>
                  <a:ext uri="{FF2B5EF4-FFF2-40B4-BE49-F238E27FC236}">
                    <a16:creationId xmlns:a16="http://schemas.microsoft.com/office/drawing/2014/main" id="{F5142990-0CC3-A946-E335-75575EBA2A33}"/>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12" name="Freeform 11">
                <a:extLst>
                  <a:ext uri="{FF2B5EF4-FFF2-40B4-BE49-F238E27FC236}">
                    <a16:creationId xmlns:a16="http://schemas.microsoft.com/office/drawing/2014/main" id="{A3A7C860-CF68-EDAE-D470-17D9E7715D0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3" name="Text Placeholder 7">
            <a:extLst>
              <a:ext uri="{FF2B5EF4-FFF2-40B4-BE49-F238E27FC236}">
                <a16:creationId xmlns:a16="http://schemas.microsoft.com/office/drawing/2014/main" id="{31F3A47B-827A-D857-FBFD-C677B28161C2}"/>
              </a:ext>
            </a:extLst>
          </p:cNvPr>
          <p:cNvSpPr>
            <a:spLocks noGrp="1"/>
          </p:cNvSpPr>
          <p:nvPr>
            <p:ph type="body" sz="quarter" idx="10" hasCustomPrompt="1"/>
          </p:nvPr>
        </p:nvSpPr>
        <p:spPr>
          <a:xfrm>
            <a:off x="765931" y="2597150"/>
            <a:ext cx="6737350" cy="1682750"/>
          </a:xfrm>
        </p:spPr>
        <p:txBody>
          <a:bodyPr anchor="ctr"/>
          <a:lstStyle>
            <a:lvl1pPr algn="l">
              <a:defRPr sz="6600" b="1">
                <a:solidFill>
                  <a:schemeClr val="bg1"/>
                </a:solidFill>
                <a:latin typeface="ES Build" pitchFamily="2" charset="77"/>
                <a:ea typeface="ES Build" pitchFamily="2" charset="77"/>
              </a:defRPr>
            </a:lvl1pPr>
          </a:lstStyle>
          <a:p>
            <a:pPr lvl="0"/>
            <a:r>
              <a:rPr lang="en-US" dirty="0"/>
              <a:t>Thank You</a:t>
            </a:r>
            <a:endParaRPr lang="en-RO" dirty="0"/>
          </a:p>
        </p:txBody>
      </p:sp>
    </p:spTree>
    <p:extLst>
      <p:ext uri="{BB962C8B-B14F-4D97-AF65-F5344CB8AC3E}">
        <p14:creationId xmlns:p14="http://schemas.microsoft.com/office/powerpoint/2010/main" val="3995083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Ending Slide Light 1">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B3144B-C870-3DD7-E33D-242E5382BA9B}"/>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4" name="Graphic 8">
            <a:extLst>
              <a:ext uri="{FF2B5EF4-FFF2-40B4-BE49-F238E27FC236}">
                <a16:creationId xmlns:a16="http://schemas.microsoft.com/office/drawing/2014/main" id="{DCF6184E-D152-B7E9-ABE5-F7C43ECF7CE9}"/>
              </a:ext>
            </a:extLst>
          </p:cNvPr>
          <p:cNvGrpSpPr/>
          <p:nvPr userDrawn="1"/>
        </p:nvGrpSpPr>
        <p:grpSpPr>
          <a:xfrm>
            <a:off x="782097" y="517392"/>
            <a:ext cx="1325503" cy="396622"/>
            <a:chOff x="689187" y="517392"/>
            <a:chExt cx="1325503" cy="396622"/>
          </a:xfrm>
        </p:grpSpPr>
        <p:sp>
          <p:nvSpPr>
            <p:cNvPr id="6" name="Freeform 5">
              <a:extLst>
                <a:ext uri="{FF2B5EF4-FFF2-40B4-BE49-F238E27FC236}">
                  <a16:creationId xmlns:a16="http://schemas.microsoft.com/office/drawing/2014/main" id="{7A1F908C-3E5C-373B-ECC5-67780527D693}"/>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7" name="Graphic 8">
              <a:extLst>
                <a:ext uri="{FF2B5EF4-FFF2-40B4-BE49-F238E27FC236}">
                  <a16:creationId xmlns:a16="http://schemas.microsoft.com/office/drawing/2014/main" id="{8DAF9DBA-0300-8BDD-782D-97C2E998A5E9}"/>
                </a:ext>
              </a:extLst>
            </p:cNvPr>
            <p:cNvGrpSpPr/>
            <p:nvPr/>
          </p:nvGrpSpPr>
          <p:grpSpPr>
            <a:xfrm>
              <a:off x="783659" y="616135"/>
              <a:ext cx="1112528" cy="199137"/>
              <a:chOff x="783659" y="616135"/>
              <a:chExt cx="1112528" cy="199137"/>
            </a:xfrm>
            <a:solidFill>
              <a:srgbClr val="FFFFFF"/>
            </a:solidFill>
          </p:grpSpPr>
          <p:sp>
            <p:nvSpPr>
              <p:cNvPr id="8" name="Freeform 7">
                <a:extLst>
                  <a:ext uri="{FF2B5EF4-FFF2-40B4-BE49-F238E27FC236}">
                    <a16:creationId xmlns:a16="http://schemas.microsoft.com/office/drawing/2014/main" id="{7EB7E472-2956-F649-57E8-A55C163C6533}"/>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9" name="Freeform 8">
                <a:extLst>
                  <a:ext uri="{FF2B5EF4-FFF2-40B4-BE49-F238E27FC236}">
                    <a16:creationId xmlns:a16="http://schemas.microsoft.com/office/drawing/2014/main" id="{62FD5A80-D007-529A-9235-8E7261C2266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0" name="Freeform 9">
                <a:extLst>
                  <a:ext uri="{FF2B5EF4-FFF2-40B4-BE49-F238E27FC236}">
                    <a16:creationId xmlns:a16="http://schemas.microsoft.com/office/drawing/2014/main" id="{62BE15F8-1CEF-0AE3-CA31-E93B6CA3A87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1" name="Freeform 10">
                <a:extLst>
                  <a:ext uri="{FF2B5EF4-FFF2-40B4-BE49-F238E27FC236}">
                    <a16:creationId xmlns:a16="http://schemas.microsoft.com/office/drawing/2014/main" id="{F5142990-0CC3-A946-E335-75575EBA2A33}"/>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12" name="Freeform 11">
                <a:extLst>
                  <a:ext uri="{FF2B5EF4-FFF2-40B4-BE49-F238E27FC236}">
                    <a16:creationId xmlns:a16="http://schemas.microsoft.com/office/drawing/2014/main" id="{A3A7C860-CF68-EDAE-D470-17D9E7715D0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2" name="Text Placeholder 7">
            <a:extLst>
              <a:ext uri="{FF2B5EF4-FFF2-40B4-BE49-F238E27FC236}">
                <a16:creationId xmlns:a16="http://schemas.microsoft.com/office/drawing/2014/main" id="{6DB22D5D-1A11-25BD-BA20-6BE7975594FF}"/>
              </a:ext>
            </a:extLst>
          </p:cNvPr>
          <p:cNvSpPr>
            <a:spLocks noGrp="1"/>
          </p:cNvSpPr>
          <p:nvPr>
            <p:ph type="body" sz="quarter" idx="10" hasCustomPrompt="1"/>
          </p:nvPr>
        </p:nvSpPr>
        <p:spPr>
          <a:xfrm>
            <a:off x="765931" y="2597150"/>
            <a:ext cx="6737350" cy="1682750"/>
          </a:xfrm>
        </p:spPr>
        <p:txBody>
          <a:bodyPr anchor="ctr"/>
          <a:lstStyle>
            <a:lvl1pPr algn="l">
              <a:defRPr sz="6600" b="1">
                <a:solidFill>
                  <a:srgbClr val="002060"/>
                </a:solidFill>
                <a:latin typeface="ES Build" pitchFamily="2" charset="77"/>
                <a:ea typeface="ES Build" pitchFamily="2" charset="77"/>
              </a:defRPr>
            </a:lvl1pPr>
          </a:lstStyle>
          <a:p>
            <a:pPr lvl="0"/>
            <a:r>
              <a:rPr lang="en-US" dirty="0"/>
              <a:t>Thank You</a:t>
            </a:r>
            <a:endParaRPr lang="en-RO" dirty="0"/>
          </a:p>
        </p:txBody>
      </p:sp>
    </p:spTree>
    <p:extLst>
      <p:ext uri="{BB962C8B-B14F-4D97-AF65-F5344CB8AC3E}">
        <p14:creationId xmlns:p14="http://schemas.microsoft.com/office/powerpoint/2010/main" val="14107596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ing Slide Light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0BCD14-5DC4-CB92-BDA4-1260D7E50774}"/>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4" name="Graphic 8">
            <a:extLst>
              <a:ext uri="{FF2B5EF4-FFF2-40B4-BE49-F238E27FC236}">
                <a16:creationId xmlns:a16="http://schemas.microsoft.com/office/drawing/2014/main" id="{DCF6184E-D152-B7E9-ABE5-F7C43ECF7CE9}"/>
              </a:ext>
            </a:extLst>
          </p:cNvPr>
          <p:cNvGrpSpPr/>
          <p:nvPr userDrawn="1"/>
        </p:nvGrpSpPr>
        <p:grpSpPr>
          <a:xfrm>
            <a:off x="782097" y="517392"/>
            <a:ext cx="1325503" cy="396622"/>
            <a:chOff x="689187" y="517392"/>
            <a:chExt cx="1325503" cy="396622"/>
          </a:xfrm>
        </p:grpSpPr>
        <p:sp>
          <p:nvSpPr>
            <p:cNvPr id="6" name="Freeform 5">
              <a:extLst>
                <a:ext uri="{FF2B5EF4-FFF2-40B4-BE49-F238E27FC236}">
                  <a16:creationId xmlns:a16="http://schemas.microsoft.com/office/drawing/2014/main" id="{7A1F908C-3E5C-373B-ECC5-67780527D693}"/>
                </a:ext>
              </a:extLst>
            </p:cNvPr>
            <p:cNvSpPr/>
            <p:nvPr/>
          </p:nvSpPr>
          <p:spPr>
            <a:xfrm>
              <a:off x="689187" y="517392"/>
              <a:ext cx="1325503" cy="396622"/>
            </a:xfrm>
            <a:custGeom>
              <a:avLst/>
              <a:gdLst>
                <a:gd name="csX0" fmla="*/ 13259 w 1325503"/>
                <a:gd name="csY0" fmla="*/ 80564 h 396622"/>
                <a:gd name="csX1" fmla="*/ 0 w 1325503"/>
                <a:gd name="csY1" fmla="*/ 111963 h 396622"/>
                <a:gd name="csX2" fmla="*/ 0 w 1325503"/>
                <a:gd name="csY2" fmla="*/ 396622 h 396622"/>
                <a:gd name="csX3" fmla="*/ 1214044 w 1325503"/>
                <a:gd name="csY3" fmla="*/ 396622 h 396622"/>
                <a:gd name="csX4" fmla="*/ 1245534 w 1325503"/>
                <a:gd name="csY4" fmla="*/ 383402 h 396622"/>
                <a:gd name="csX5" fmla="*/ 1312245 w 1325503"/>
                <a:gd name="csY5" fmla="*/ 316885 h 396622"/>
                <a:gd name="csX6" fmla="*/ 1325504 w 1325503"/>
                <a:gd name="csY6" fmla="*/ 285485 h 396622"/>
                <a:gd name="csX7" fmla="*/ 1325504 w 1325503"/>
                <a:gd name="csY7" fmla="*/ 0 h 396622"/>
                <a:gd name="csX8" fmla="*/ 112703 w 1325503"/>
                <a:gd name="csY8" fmla="*/ 0 h 396622"/>
                <a:gd name="csX9" fmla="*/ 81212 w 1325503"/>
                <a:gd name="csY9" fmla="*/ 13221 h 396622"/>
                <a:gd name="csX10" fmla="*/ 13259 w 1325503"/>
                <a:gd name="csY10" fmla="*/ 80564 h 396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25503" h="396622">
                  <a:moveTo>
                    <a:pt x="13259" y="80564"/>
                  </a:moveTo>
                  <a:cubicBezTo>
                    <a:pt x="4972" y="88827"/>
                    <a:pt x="0" y="100395"/>
                    <a:pt x="0" y="111963"/>
                  </a:cubicBezTo>
                  <a:lnTo>
                    <a:pt x="0" y="396622"/>
                  </a:lnTo>
                  <a:lnTo>
                    <a:pt x="1214044" y="396622"/>
                  </a:lnTo>
                  <a:cubicBezTo>
                    <a:pt x="1226060" y="396622"/>
                    <a:pt x="1237247" y="392078"/>
                    <a:pt x="1245534" y="383402"/>
                  </a:cubicBezTo>
                  <a:lnTo>
                    <a:pt x="1312245" y="316885"/>
                  </a:lnTo>
                  <a:cubicBezTo>
                    <a:pt x="1320532" y="308622"/>
                    <a:pt x="1325504" y="297054"/>
                    <a:pt x="1325504" y="285485"/>
                  </a:cubicBezTo>
                  <a:lnTo>
                    <a:pt x="1325504" y="0"/>
                  </a:lnTo>
                  <a:lnTo>
                    <a:pt x="112703" y="0"/>
                  </a:lnTo>
                  <a:cubicBezTo>
                    <a:pt x="100687" y="0"/>
                    <a:pt x="89499" y="4545"/>
                    <a:pt x="81212" y="13221"/>
                  </a:cubicBezTo>
                  <a:lnTo>
                    <a:pt x="13259" y="80564"/>
                  </a:lnTo>
                  <a:close/>
                </a:path>
              </a:pathLst>
            </a:custGeom>
            <a:solidFill>
              <a:srgbClr val="00D15F"/>
            </a:solidFill>
            <a:ln w="4134" cap="flat">
              <a:noFill/>
              <a:prstDash val="solid"/>
              <a:miter/>
            </a:ln>
          </p:spPr>
          <p:txBody>
            <a:bodyPr/>
            <a:lstStyle/>
            <a:p>
              <a:endParaRPr lang="en-RO"/>
            </a:p>
          </p:txBody>
        </p:sp>
        <p:grpSp>
          <p:nvGrpSpPr>
            <p:cNvPr id="7" name="Graphic 8">
              <a:extLst>
                <a:ext uri="{FF2B5EF4-FFF2-40B4-BE49-F238E27FC236}">
                  <a16:creationId xmlns:a16="http://schemas.microsoft.com/office/drawing/2014/main" id="{8DAF9DBA-0300-8BDD-782D-97C2E998A5E9}"/>
                </a:ext>
              </a:extLst>
            </p:cNvPr>
            <p:cNvGrpSpPr/>
            <p:nvPr/>
          </p:nvGrpSpPr>
          <p:grpSpPr>
            <a:xfrm>
              <a:off x="783659" y="616135"/>
              <a:ext cx="1112528" cy="199137"/>
              <a:chOff x="783659" y="616135"/>
              <a:chExt cx="1112528" cy="199137"/>
            </a:xfrm>
            <a:solidFill>
              <a:srgbClr val="FFFFFF"/>
            </a:solidFill>
          </p:grpSpPr>
          <p:sp>
            <p:nvSpPr>
              <p:cNvPr id="8" name="Freeform 7">
                <a:extLst>
                  <a:ext uri="{FF2B5EF4-FFF2-40B4-BE49-F238E27FC236}">
                    <a16:creationId xmlns:a16="http://schemas.microsoft.com/office/drawing/2014/main" id="{7EB7E472-2956-F649-57E8-A55C163C6533}"/>
                  </a:ext>
                </a:extLst>
              </p:cNvPr>
              <p:cNvSpPr/>
              <p:nvPr/>
            </p:nvSpPr>
            <p:spPr>
              <a:xfrm>
                <a:off x="783659" y="620679"/>
                <a:ext cx="217533" cy="190874"/>
              </a:xfrm>
              <a:custGeom>
                <a:avLst/>
                <a:gdLst>
                  <a:gd name="csX0" fmla="*/ 91571 w 217533"/>
                  <a:gd name="csY0" fmla="*/ 190461 h 190874"/>
                  <a:gd name="csX1" fmla="*/ 0 w 217533"/>
                  <a:gd name="csY1" fmla="*/ 0 h 190874"/>
                  <a:gd name="csX2" fmla="*/ 41435 w 217533"/>
                  <a:gd name="csY2" fmla="*/ 0 h 190874"/>
                  <a:gd name="csX3" fmla="*/ 108560 w 217533"/>
                  <a:gd name="csY3" fmla="*/ 143362 h 190874"/>
                  <a:gd name="csX4" fmla="*/ 109388 w 217533"/>
                  <a:gd name="csY4" fmla="*/ 143362 h 190874"/>
                  <a:gd name="csX5" fmla="*/ 176513 w 217533"/>
                  <a:gd name="csY5" fmla="*/ 0 h 190874"/>
                  <a:gd name="csX6" fmla="*/ 217533 w 217533"/>
                  <a:gd name="csY6" fmla="*/ 0 h 190874"/>
                  <a:gd name="csX7" fmla="*/ 125962 w 217533"/>
                  <a:gd name="csY7" fmla="*/ 190874 h 190874"/>
                  <a:gd name="csX8" fmla="*/ 91571 w 217533"/>
                  <a:gd name="csY8" fmla="*/ 190461 h 190874"/>
                  <a:gd name="csX9" fmla="*/ 91571 w 217533"/>
                  <a:gd name="csY9" fmla="*/ 190461 h 190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7533" h="190874">
                    <a:moveTo>
                      <a:pt x="91571" y="190461"/>
                    </a:moveTo>
                    <a:lnTo>
                      <a:pt x="0" y="0"/>
                    </a:lnTo>
                    <a:lnTo>
                      <a:pt x="41435" y="0"/>
                    </a:lnTo>
                    <a:cubicBezTo>
                      <a:pt x="41435" y="0"/>
                      <a:pt x="106902" y="136752"/>
                      <a:pt x="108560" y="143362"/>
                    </a:cubicBezTo>
                    <a:lnTo>
                      <a:pt x="109388" y="143362"/>
                    </a:lnTo>
                    <a:cubicBezTo>
                      <a:pt x="111046" y="136339"/>
                      <a:pt x="176513" y="0"/>
                      <a:pt x="176513" y="0"/>
                    </a:cubicBezTo>
                    <a:lnTo>
                      <a:pt x="217533" y="0"/>
                    </a:lnTo>
                    <a:lnTo>
                      <a:pt x="125962" y="190874"/>
                    </a:lnTo>
                    <a:lnTo>
                      <a:pt x="91571" y="190461"/>
                    </a:lnTo>
                    <a:lnTo>
                      <a:pt x="91571" y="190461"/>
                    </a:lnTo>
                    <a:close/>
                  </a:path>
                </a:pathLst>
              </a:custGeom>
              <a:solidFill>
                <a:srgbClr val="FFFFFF"/>
              </a:solidFill>
              <a:ln w="4134" cap="flat">
                <a:noFill/>
                <a:prstDash val="solid"/>
                <a:miter/>
              </a:ln>
            </p:spPr>
            <p:txBody>
              <a:bodyPr/>
              <a:lstStyle/>
              <a:p>
                <a:endParaRPr lang="en-RO"/>
              </a:p>
            </p:txBody>
          </p:sp>
          <p:sp>
            <p:nvSpPr>
              <p:cNvPr id="9" name="Freeform 8">
                <a:extLst>
                  <a:ext uri="{FF2B5EF4-FFF2-40B4-BE49-F238E27FC236}">
                    <a16:creationId xmlns:a16="http://schemas.microsoft.com/office/drawing/2014/main" id="{62FD5A80-D007-529A-9235-8E7261C2266A}"/>
                  </a:ext>
                </a:extLst>
              </p:cNvPr>
              <p:cNvSpPr/>
              <p:nvPr/>
            </p:nvSpPr>
            <p:spPr>
              <a:xfrm>
                <a:off x="991248"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0" name="Freeform 9">
                <a:extLst>
                  <a:ext uri="{FF2B5EF4-FFF2-40B4-BE49-F238E27FC236}">
                    <a16:creationId xmlns:a16="http://schemas.microsoft.com/office/drawing/2014/main" id="{62BE15F8-1CEF-0AE3-CA31-E93B6CA3A87D}"/>
                  </a:ext>
                </a:extLst>
              </p:cNvPr>
              <p:cNvSpPr/>
              <p:nvPr/>
            </p:nvSpPr>
            <p:spPr>
              <a:xfrm>
                <a:off x="1194693" y="616135"/>
                <a:ext cx="188114" cy="199137"/>
              </a:xfrm>
              <a:custGeom>
                <a:avLst/>
                <a:gdLst>
                  <a:gd name="csX0" fmla="*/ 187286 w 188114"/>
                  <a:gd name="csY0" fmla="*/ 114442 h 199137"/>
                  <a:gd name="csX1" fmla="*/ 38949 w 188114"/>
                  <a:gd name="csY1" fmla="*/ 114442 h 199137"/>
                  <a:gd name="csX2" fmla="*/ 96543 w 188114"/>
                  <a:gd name="csY2" fmla="*/ 164846 h 199137"/>
                  <a:gd name="csX3" fmla="*/ 144608 w 188114"/>
                  <a:gd name="csY3" fmla="*/ 137991 h 199137"/>
                  <a:gd name="csX4" fmla="*/ 183142 w 188114"/>
                  <a:gd name="csY4" fmla="*/ 137991 h 199137"/>
                  <a:gd name="csX5" fmla="*/ 96543 w 188114"/>
                  <a:gd name="csY5" fmla="*/ 199137 h 199137"/>
                  <a:gd name="csX6" fmla="*/ 0 w 188114"/>
                  <a:gd name="csY6" fmla="*/ 99569 h 199137"/>
                  <a:gd name="csX7" fmla="*/ 96543 w 188114"/>
                  <a:gd name="csY7" fmla="*/ 0 h 199137"/>
                  <a:gd name="csX8" fmla="*/ 188115 w 188114"/>
                  <a:gd name="csY8" fmla="*/ 99569 h 199137"/>
                  <a:gd name="csX9" fmla="*/ 187286 w 188114"/>
                  <a:gd name="csY9" fmla="*/ 114442 h 199137"/>
                  <a:gd name="csX10" fmla="*/ 39363 w 188114"/>
                  <a:gd name="csY10" fmla="*/ 83456 h 199137"/>
                  <a:gd name="csX11" fmla="*/ 149166 w 188114"/>
                  <a:gd name="csY11" fmla="*/ 83456 h 199137"/>
                  <a:gd name="csX12" fmla="*/ 96543 w 188114"/>
                  <a:gd name="csY12" fmla="*/ 34704 h 199137"/>
                  <a:gd name="csX13" fmla="*/ 39363 w 188114"/>
                  <a:gd name="csY13" fmla="*/ 83456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8114" h="199137">
                    <a:moveTo>
                      <a:pt x="187286" y="114442"/>
                    </a:moveTo>
                    <a:lnTo>
                      <a:pt x="38949" y="114442"/>
                    </a:lnTo>
                    <a:cubicBezTo>
                      <a:pt x="44335" y="145428"/>
                      <a:pt x="67125" y="164846"/>
                      <a:pt x="96543" y="164846"/>
                    </a:cubicBezTo>
                    <a:cubicBezTo>
                      <a:pt x="120576" y="164846"/>
                      <a:pt x="136735" y="155344"/>
                      <a:pt x="144608" y="137991"/>
                    </a:cubicBezTo>
                    <a:lnTo>
                      <a:pt x="183142" y="137991"/>
                    </a:lnTo>
                    <a:cubicBezTo>
                      <a:pt x="171541" y="174349"/>
                      <a:pt x="138807" y="199137"/>
                      <a:pt x="96543" y="199137"/>
                    </a:cubicBezTo>
                    <a:cubicBezTo>
                      <a:pt x="41021" y="199137"/>
                      <a:pt x="0" y="158649"/>
                      <a:pt x="0" y="99569"/>
                    </a:cubicBezTo>
                    <a:cubicBezTo>
                      <a:pt x="0" y="40902"/>
                      <a:pt x="40192" y="0"/>
                      <a:pt x="96543" y="0"/>
                    </a:cubicBezTo>
                    <a:cubicBezTo>
                      <a:pt x="146680" y="0"/>
                      <a:pt x="188115" y="42967"/>
                      <a:pt x="188115" y="99569"/>
                    </a:cubicBezTo>
                    <a:cubicBezTo>
                      <a:pt x="188115" y="105353"/>
                      <a:pt x="188115" y="108658"/>
                      <a:pt x="187286" y="114442"/>
                    </a:cubicBezTo>
                    <a:close/>
                    <a:moveTo>
                      <a:pt x="39363" y="83456"/>
                    </a:moveTo>
                    <a:lnTo>
                      <a:pt x="149166" y="83456"/>
                    </a:lnTo>
                    <a:cubicBezTo>
                      <a:pt x="146680" y="57428"/>
                      <a:pt x="125548" y="34704"/>
                      <a:pt x="96543" y="34704"/>
                    </a:cubicBezTo>
                    <a:cubicBezTo>
                      <a:pt x="67125" y="34291"/>
                      <a:pt x="45164" y="53709"/>
                      <a:pt x="39363" y="83456"/>
                    </a:cubicBezTo>
                    <a:close/>
                  </a:path>
                </a:pathLst>
              </a:custGeom>
              <a:solidFill>
                <a:srgbClr val="FFFFFF"/>
              </a:solidFill>
              <a:ln w="4134" cap="flat">
                <a:noFill/>
                <a:prstDash val="solid"/>
                <a:miter/>
              </a:ln>
            </p:spPr>
            <p:txBody>
              <a:bodyPr/>
              <a:lstStyle/>
              <a:p>
                <a:endParaRPr lang="en-RO"/>
              </a:p>
            </p:txBody>
          </p:sp>
          <p:sp>
            <p:nvSpPr>
              <p:cNvPr id="11" name="Freeform 10">
                <a:extLst>
                  <a:ext uri="{FF2B5EF4-FFF2-40B4-BE49-F238E27FC236}">
                    <a16:creationId xmlns:a16="http://schemas.microsoft.com/office/drawing/2014/main" id="{F5142990-0CC3-A946-E335-75575EBA2A33}"/>
                  </a:ext>
                </a:extLst>
              </p:cNvPr>
              <p:cNvSpPr/>
              <p:nvPr/>
            </p:nvSpPr>
            <p:spPr>
              <a:xfrm>
                <a:off x="1397725" y="616135"/>
                <a:ext cx="192258" cy="199137"/>
              </a:xfrm>
              <a:custGeom>
                <a:avLst/>
                <a:gdLst>
                  <a:gd name="csX0" fmla="*/ 192258 w 192258"/>
                  <a:gd name="csY0" fmla="*/ 99569 h 199137"/>
                  <a:gd name="csX1" fmla="*/ 192258 w 192258"/>
                  <a:gd name="csY1" fmla="*/ 195006 h 199137"/>
                  <a:gd name="csX2" fmla="*/ 159110 w 192258"/>
                  <a:gd name="csY2" fmla="*/ 195006 h 199137"/>
                  <a:gd name="csX3" fmla="*/ 155795 w 192258"/>
                  <a:gd name="csY3" fmla="*/ 165259 h 199137"/>
                  <a:gd name="csX4" fmla="*/ 91986 w 192258"/>
                  <a:gd name="csY4" fmla="*/ 199137 h 199137"/>
                  <a:gd name="csX5" fmla="*/ 0 w 192258"/>
                  <a:gd name="csY5" fmla="*/ 99569 h 199137"/>
                  <a:gd name="csX6" fmla="*/ 96958 w 192258"/>
                  <a:gd name="csY6" fmla="*/ 0 h 199137"/>
                  <a:gd name="csX7" fmla="*/ 192258 w 192258"/>
                  <a:gd name="csY7" fmla="*/ 99569 h 199137"/>
                  <a:gd name="csX8" fmla="*/ 154552 w 192258"/>
                  <a:gd name="csY8" fmla="*/ 99569 h 199137"/>
                  <a:gd name="csX9" fmla="*/ 96958 w 192258"/>
                  <a:gd name="csY9" fmla="*/ 34291 h 199137"/>
                  <a:gd name="csX10" fmla="*/ 37706 w 192258"/>
                  <a:gd name="csY10" fmla="*/ 99569 h 199137"/>
                  <a:gd name="csX11" fmla="*/ 96958 w 192258"/>
                  <a:gd name="csY11" fmla="*/ 164846 h 199137"/>
                  <a:gd name="csX12" fmla="*/ 154552 w 192258"/>
                  <a:gd name="csY12" fmla="*/ 99569 h 199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2258" h="199137">
                    <a:moveTo>
                      <a:pt x="192258" y="99569"/>
                    </a:moveTo>
                    <a:lnTo>
                      <a:pt x="192258" y="195006"/>
                    </a:lnTo>
                    <a:lnTo>
                      <a:pt x="159110" y="195006"/>
                    </a:lnTo>
                    <a:lnTo>
                      <a:pt x="155795" y="165259"/>
                    </a:lnTo>
                    <a:cubicBezTo>
                      <a:pt x="141293" y="187156"/>
                      <a:pt x="115189" y="199137"/>
                      <a:pt x="91986" y="199137"/>
                    </a:cubicBezTo>
                    <a:cubicBezTo>
                      <a:pt x="39778" y="199137"/>
                      <a:pt x="0" y="157409"/>
                      <a:pt x="0" y="99569"/>
                    </a:cubicBezTo>
                    <a:cubicBezTo>
                      <a:pt x="0" y="42554"/>
                      <a:pt x="42678" y="0"/>
                      <a:pt x="96958" y="0"/>
                    </a:cubicBezTo>
                    <a:cubicBezTo>
                      <a:pt x="147094" y="413"/>
                      <a:pt x="192258" y="35944"/>
                      <a:pt x="192258" y="99569"/>
                    </a:cubicBezTo>
                    <a:close/>
                    <a:moveTo>
                      <a:pt x="154552" y="99569"/>
                    </a:moveTo>
                    <a:cubicBezTo>
                      <a:pt x="154552" y="57428"/>
                      <a:pt x="126791" y="34291"/>
                      <a:pt x="96958" y="34291"/>
                    </a:cubicBezTo>
                    <a:cubicBezTo>
                      <a:pt x="64224" y="34291"/>
                      <a:pt x="37706" y="60320"/>
                      <a:pt x="37706" y="99569"/>
                    </a:cubicBezTo>
                    <a:cubicBezTo>
                      <a:pt x="37706" y="138818"/>
                      <a:pt x="62152" y="164846"/>
                      <a:pt x="96958" y="164846"/>
                    </a:cubicBezTo>
                    <a:cubicBezTo>
                      <a:pt x="126377" y="164846"/>
                      <a:pt x="154552" y="140470"/>
                      <a:pt x="154552" y="99569"/>
                    </a:cubicBezTo>
                    <a:close/>
                  </a:path>
                </a:pathLst>
              </a:custGeom>
              <a:solidFill>
                <a:srgbClr val="FFFFFF"/>
              </a:solidFill>
              <a:ln w="4134" cap="flat">
                <a:noFill/>
                <a:prstDash val="solid"/>
                <a:miter/>
              </a:ln>
            </p:spPr>
            <p:txBody>
              <a:bodyPr/>
              <a:lstStyle/>
              <a:p>
                <a:endParaRPr lang="en-RO"/>
              </a:p>
            </p:txBody>
          </p:sp>
          <p:sp>
            <p:nvSpPr>
              <p:cNvPr id="12" name="Freeform 11">
                <a:extLst>
                  <a:ext uri="{FF2B5EF4-FFF2-40B4-BE49-F238E27FC236}">
                    <a16:creationId xmlns:a16="http://schemas.microsoft.com/office/drawing/2014/main" id="{A3A7C860-CF68-EDAE-D470-17D9E7715D0A}"/>
                  </a:ext>
                </a:extLst>
              </p:cNvPr>
              <p:cNvSpPr/>
              <p:nvPr/>
            </p:nvSpPr>
            <p:spPr>
              <a:xfrm>
                <a:off x="1615258" y="616548"/>
                <a:ext cx="280928" cy="195005"/>
              </a:xfrm>
              <a:custGeom>
                <a:avLst/>
                <a:gdLst>
                  <a:gd name="csX0" fmla="*/ 0 w 280928"/>
                  <a:gd name="csY0" fmla="*/ 194593 h 195005"/>
                  <a:gd name="csX1" fmla="*/ 0 w 280928"/>
                  <a:gd name="csY1" fmla="*/ 81803 h 195005"/>
                  <a:gd name="csX2" fmla="*/ 78312 w 280928"/>
                  <a:gd name="csY2" fmla="*/ 0 h 195005"/>
                  <a:gd name="csX3" fmla="*/ 140050 w 280928"/>
                  <a:gd name="csY3" fmla="*/ 34704 h 195005"/>
                  <a:gd name="csX4" fmla="*/ 140879 w 280928"/>
                  <a:gd name="csY4" fmla="*/ 34704 h 195005"/>
                  <a:gd name="csX5" fmla="*/ 202617 w 280928"/>
                  <a:gd name="csY5" fmla="*/ 0 h 195005"/>
                  <a:gd name="csX6" fmla="*/ 280929 w 280928"/>
                  <a:gd name="csY6" fmla="*/ 81803 h 195005"/>
                  <a:gd name="csX7" fmla="*/ 280929 w 280928"/>
                  <a:gd name="csY7" fmla="*/ 194593 h 195005"/>
                  <a:gd name="csX8" fmla="*/ 243637 w 280928"/>
                  <a:gd name="csY8" fmla="*/ 194593 h 195005"/>
                  <a:gd name="csX9" fmla="*/ 243637 w 280928"/>
                  <a:gd name="csY9" fmla="*/ 84695 h 195005"/>
                  <a:gd name="csX10" fmla="*/ 201374 w 280928"/>
                  <a:gd name="csY10" fmla="*/ 35118 h 195005"/>
                  <a:gd name="csX11" fmla="*/ 159110 w 280928"/>
                  <a:gd name="csY11" fmla="*/ 85522 h 195005"/>
                  <a:gd name="csX12" fmla="*/ 159110 w 280928"/>
                  <a:gd name="csY12" fmla="*/ 195006 h 195005"/>
                  <a:gd name="csX13" fmla="*/ 121404 w 280928"/>
                  <a:gd name="csY13" fmla="*/ 195006 h 195005"/>
                  <a:gd name="csX14" fmla="*/ 121404 w 280928"/>
                  <a:gd name="csY14" fmla="*/ 85522 h 195005"/>
                  <a:gd name="csX15" fmla="*/ 79141 w 280928"/>
                  <a:gd name="csY15" fmla="*/ 35118 h 195005"/>
                  <a:gd name="csX16" fmla="*/ 36877 w 280928"/>
                  <a:gd name="csY16" fmla="*/ 84695 h 195005"/>
                  <a:gd name="csX17" fmla="*/ 36877 w 280928"/>
                  <a:gd name="csY17" fmla="*/ 194593 h 195005"/>
                  <a:gd name="csX18" fmla="*/ 0 w 280928"/>
                  <a:gd name="csY18" fmla="*/ 194593 h 195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0928" h="195005">
                    <a:moveTo>
                      <a:pt x="0" y="194593"/>
                    </a:moveTo>
                    <a:lnTo>
                      <a:pt x="0" y="81803"/>
                    </a:lnTo>
                    <a:cubicBezTo>
                      <a:pt x="0" y="34291"/>
                      <a:pt x="30662" y="0"/>
                      <a:pt x="78312" y="0"/>
                    </a:cubicBezTo>
                    <a:cubicBezTo>
                      <a:pt x="116846" y="0"/>
                      <a:pt x="137150" y="25615"/>
                      <a:pt x="140050" y="34704"/>
                    </a:cubicBezTo>
                    <a:lnTo>
                      <a:pt x="140879" y="34704"/>
                    </a:lnTo>
                    <a:cubicBezTo>
                      <a:pt x="143779" y="25615"/>
                      <a:pt x="164082" y="0"/>
                      <a:pt x="202617" y="0"/>
                    </a:cubicBezTo>
                    <a:cubicBezTo>
                      <a:pt x="250267" y="0"/>
                      <a:pt x="280929" y="34291"/>
                      <a:pt x="280929" y="81803"/>
                    </a:cubicBezTo>
                    <a:lnTo>
                      <a:pt x="280929" y="194593"/>
                    </a:lnTo>
                    <a:lnTo>
                      <a:pt x="243637" y="194593"/>
                    </a:lnTo>
                    <a:lnTo>
                      <a:pt x="243637" y="84695"/>
                    </a:lnTo>
                    <a:cubicBezTo>
                      <a:pt x="243637" y="53709"/>
                      <a:pt x="229550" y="35118"/>
                      <a:pt x="201374" y="35118"/>
                    </a:cubicBezTo>
                    <a:cubicBezTo>
                      <a:pt x="173198" y="35118"/>
                      <a:pt x="159110" y="53709"/>
                      <a:pt x="159110" y="85522"/>
                    </a:cubicBezTo>
                    <a:lnTo>
                      <a:pt x="159110" y="195006"/>
                    </a:lnTo>
                    <a:lnTo>
                      <a:pt x="121404" y="195006"/>
                    </a:lnTo>
                    <a:lnTo>
                      <a:pt x="121404" y="85522"/>
                    </a:lnTo>
                    <a:cubicBezTo>
                      <a:pt x="121404" y="53709"/>
                      <a:pt x="107316" y="35118"/>
                      <a:pt x="79141" y="35118"/>
                    </a:cubicBezTo>
                    <a:cubicBezTo>
                      <a:pt x="50965" y="35118"/>
                      <a:pt x="36877" y="53709"/>
                      <a:pt x="36877" y="84695"/>
                    </a:cubicBezTo>
                    <a:lnTo>
                      <a:pt x="36877" y="194593"/>
                    </a:lnTo>
                    <a:lnTo>
                      <a:pt x="0" y="194593"/>
                    </a:lnTo>
                    <a:close/>
                  </a:path>
                </a:pathLst>
              </a:custGeom>
              <a:solidFill>
                <a:srgbClr val="FFFFFF"/>
              </a:solidFill>
              <a:ln w="4134" cap="flat">
                <a:noFill/>
                <a:prstDash val="solid"/>
                <a:miter/>
              </a:ln>
            </p:spPr>
            <p:txBody>
              <a:bodyPr/>
              <a:lstStyle/>
              <a:p>
                <a:endParaRPr lang="en-RO"/>
              </a:p>
            </p:txBody>
          </p:sp>
        </p:grpSp>
      </p:grpSp>
      <p:sp>
        <p:nvSpPr>
          <p:cNvPr id="3" name="Text Placeholder 7">
            <a:extLst>
              <a:ext uri="{FF2B5EF4-FFF2-40B4-BE49-F238E27FC236}">
                <a16:creationId xmlns:a16="http://schemas.microsoft.com/office/drawing/2014/main" id="{F42ED927-9A7D-E656-F486-B82DB68D4DAB}"/>
              </a:ext>
            </a:extLst>
          </p:cNvPr>
          <p:cNvSpPr>
            <a:spLocks noGrp="1"/>
          </p:cNvSpPr>
          <p:nvPr>
            <p:ph type="body" sz="quarter" idx="10" hasCustomPrompt="1"/>
          </p:nvPr>
        </p:nvSpPr>
        <p:spPr>
          <a:xfrm>
            <a:off x="765931" y="2597150"/>
            <a:ext cx="6737350" cy="1682750"/>
          </a:xfrm>
        </p:spPr>
        <p:txBody>
          <a:bodyPr anchor="ctr"/>
          <a:lstStyle>
            <a:lvl1pPr algn="l">
              <a:defRPr sz="6600" b="1">
                <a:solidFill>
                  <a:srgbClr val="002060"/>
                </a:solidFill>
                <a:latin typeface="ES Build" pitchFamily="2" charset="77"/>
                <a:ea typeface="ES Build" pitchFamily="2" charset="77"/>
              </a:defRPr>
            </a:lvl1pPr>
          </a:lstStyle>
          <a:p>
            <a:pPr lvl="0"/>
            <a:r>
              <a:rPr lang="en-US" dirty="0"/>
              <a:t>Thank You</a:t>
            </a:r>
            <a:endParaRPr lang="en-RO" dirty="0"/>
          </a:p>
        </p:txBody>
      </p:sp>
    </p:spTree>
    <p:extLst>
      <p:ext uri="{BB962C8B-B14F-4D97-AF65-F5344CB8AC3E}">
        <p14:creationId xmlns:p14="http://schemas.microsoft.com/office/powerpoint/2010/main" val="2687148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White">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14B3B3-230B-6CB2-B836-A5132C862073}"/>
              </a:ext>
            </a:extLst>
          </p:cNvPr>
          <p:cNvSpPr>
            <a:spLocks noGrp="1"/>
          </p:cNvSpPr>
          <p:nvPr>
            <p:ph type="body" idx="1"/>
          </p:nvPr>
        </p:nvSpPr>
        <p:spPr>
          <a:xfrm>
            <a:off x="493288" y="1648925"/>
            <a:ext cx="11202987" cy="45200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Title Placeholder 1">
            <a:extLst>
              <a:ext uri="{FF2B5EF4-FFF2-40B4-BE49-F238E27FC236}">
                <a16:creationId xmlns:a16="http://schemas.microsoft.com/office/drawing/2014/main" id="{545D83A8-9E79-2C61-4D66-EF1466741576}"/>
              </a:ext>
            </a:extLst>
          </p:cNvPr>
          <p:cNvSpPr>
            <a:spLocks noGrp="1"/>
          </p:cNvSpPr>
          <p:nvPr>
            <p:ph type="title"/>
          </p:nvPr>
        </p:nvSpPr>
        <p:spPr>
          <a:xfrm>
            <a:off x="493712" y="342900"/>
            <a:ext cx="11202987" cy="682625"/>
          </a:xfrm>
          <a:prstGeom prst="rect">
            <a:avLst/>
          </a:prstGeom>
        </p:spPr>
        <p:txBody>
          <a:bodyPr vert="horz" lIns="0" tIns="0" rIns="0" bIns="0" rtlCol="0" anchor="ctr" anchorCtr="0">
            <a:noAutofit/>
          </a:bodyPr>
          <a:lstStyle/>
          <a:p>
            <a:r>
              <a:rPr lang="en-US"/>
              <a:t>CLICK TO EDIT MASTER TITLE STYLE</a:t>
            </a:r>
          </a:p>
        </p:txBody>
      </p:sp>
      <p:sp>
        <p:nvSpPr>
          <p:cNvPr id="95" name="TextBox 94">
            <a:extLst>
              <a:ext uri="{FF2B5EF4-FFF2-40B4-BE49-F238E27FC236}">
                <a16:creationId xmlns:a16="http://schemas.microsoft.com/office/drawing/2014/main" id="{FA504D58-0E95-843B-D693-959DB54CB7A1}"/>
              </a:ext>
            </a:extLst>
          </p:cNvPr>
          <p:cNvSpPr txBox="1"/>
          <p:nvPr userDrawn="1"/>
        </p:nvSpPr>
        <p:spPr>
          <a:xfrm>
            <a:off x="493288" y="6562481"/>
            <a:ext cx="5029200" cy="107722"/>
          </a:xfrm>
          <a:prstGeom prst="rect">
            <a:avLst/>
          </a:prstGeom>
          <a:noFill/>
        </p:spPr>
        <p:txBody>
          <a:bodyPr wrap="square" lIns="0" tIns="0" rIns="0" bIns="0">
            <a:spAutoFit/>
          </a:bodyPr>
          <a:lstStyle/>
          <a:p>
            <a:r>
              <a:rPr lang="en-US" sz="700">
                <a:solidFill>
                  <a:schemeClr val="tx2"/>
                </a:solidFill>
              </a:rPr>
              <a:t>© 2026 Veeam Software. Confidential information. All rights reserved. All trademarks are the property of their respective owners. </a:t>
            </a:r>
          </a:p>
        </p:txBody>
      </p:sp>
      <p:sp>
        <p:nvSpPr>
          <p:cNvPr id="6" name="Freeform 5">
            <a:extLst>
              <a:ext uri="{FF2B5EF4-FFF2-40B4-BE49-F238E27FC236}">
                <a16:creationId xmlns:a16="http://schemas.microsoft.com/office/drawing/2014/main" id="{C257AF4E-7F6C-A299-976A-94085C2A8141}"/>
              </a:ext>
            </a:extLst>
          </p:cNvPr>
          <p:cNvSpPr/>
          <p:nvPr/>
        </p:nvSpPr>
        <p:spPr>
          <a:xfrm>
            <a:off x="11181347" y="6514378"/>
            <a:ext cx="514510" cy="154596"/>
          </a:xfrm>
          <a:custGeom>
            <a:avLst/>
            <a:gdLst>
              <a:gd name="csX0" fmla="*/ 43564 w 514510"/>
              <a:gd name="csY0" fmla="*/ 0 h 154596"/>
              <a:gd name="csX1" fmla="*/ 31319 w 514510"/>
              <a:gd name="csY1" fmla="*/ 5071 h 154596"/>
              <a:gd name="csX2" fmla="*/ 5071 w 514510"/>
              <a:gd name="csY2" fmla="*/ 31319 h 154596"/>
              <a:gd name="csX3" fmla="*/ 0 w 514510"/>
              <a:gd name="csY3" fmla="*/ 43564 h 154596"/>
              <a:gd name="csX4" fmla="*/ 0 w 514510"/>
              <a:gd name="csY4" fmla="*/ 154597 h 154596"/>
              <a:gd name="csX5" fmla="*/ 471222 w 514510"/>
              <a:gd name="csY5" fmla="*/ 154322 h 154596"/>
              <a:gd name="csX6" fmla="*/ 483466 w 514510"/>
              <a:gd name="csY6" fmla="*/ 149251 h 154596"/>
              <a:gd name="csX7" fmla="*/ 509423 w 514510"/>
              <a:gd name="csY7" fmla="*/ 123295 h 154596"/>
              <a:gd name="csX8" fmla="*/ 514494 w 514510"/>
              <a:gd name="csY8" fmla="*/ 111050 h 154596"/>
              <a:gd name="csX9" fmla="*/ 514511 w 514510"/>
              <a:gd name="csY9" fmla="*/ 0 h 154596"/>
              <a:gd name="csX10" fmla="*/ 43564 w 514510"/>
              <a:gd name="csY10" fmla="*/ 0 h 15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10" h="154596">
                <a:moveTo>
                  <a:pt x="43564" y="0"/>
                </a:moveTo>
                <a:cubicBezTo>
                  <a:pt x="38973" y="0"/>
                  <a:pt x="34563" y="1828"/>
                  <a:pt x="31319" y="5071"/>
                </a:cubicBezTo>
                <a:lnTo>
                  <a:pt x="5071" y="31319"/>
                </a:lnTo>
                <a:cubicBezTo>
                  <a:pt x="1828" y="34563"/>
                  <a:pt x="0" y="38973"/>
                  <a:pt x="0" y="43564"/>
                </a:cubicBezTo>
                <a:lnTo>
                  <a:pt x="0" y="154597"/>
                </a:lnTo>
                <a:lnTo>
                  <a:pt x="471222" y="154322"/>
                </a:lnTo>
                <a:cubicBezTo>
                  <a:pt x="475812" y="154322"/>
                  <a:pt x="480223" y="152494"/>
                  <a:pt x="483466" y="149251"/>
                </a:cubicBezTo>
                <a:lnTo>
                  <a:pt x="509423" y="123295"/>
                </a:lnTo>
                <a:cubicBezTo>
                  <a:pt x="512666" y="120051"/>
                  <a:pt x="514494" y="115641"/>
                  <a:pt x="514494" y="111050"/>
                </a:cubicBezTo>
                <a:lnTo>
                  <a:pt x="514511" y="0"/>
                </a:lnTo>
                <a:lnTo>
                  <a:pt x="43564" y="0"/>
                </a:lnTo>
                <a:close/>
              </a:path>
            </a:pathLst>
          </a:custGeom>
          <a:solidFill>
            <a:srgbClr val="00D15F"/>
          </a:solidFill>
          <a:ln w="854" cap="flat">
            <a:noFill/>
            <a:prstDash val="solid"/>
            <a:miter/>
          </a:ln>
        </p:spPr>
        <p:txBody>
          <a:bodyPr/>
          <a:lstStyle/>
          <a:p>
            <a:endParaRPr lang="en-RO"/>
          </a:p>
        </p:txBody>
      </p:sp>
      <p:sp>
        <p:nvSpPr>
          <p:cNvPr id="7" name="Freeform 6">
            <a:extLst>
              <a:ext uri="{FF2B5EF4-FFF2-40B4-BE49-F238E27FC236}">
                <a16:creationId xmlns:a16="http://schemas.microsoft.com/office/drawing/2014/main" id="{6D8FB353-437C-2B7B-DFDE-CE8A6363B8AE}"/>
              </a:ext>
            </a:extLst>
          </p:cNvPr>
          <p:cNvSpPr/>
          <p:nvPr/>
        </p:nvSpPr>
        <p:spPr>
          <a:xfrm>
            <a:off x="11180146" y="6513177"/>
            <a:ext cx="516913" cy="156999"/>
          </a:xfrm>
          <a:custGeom>
            <a:avLst/>
            <a:gdLst>
              <a:gd name="csX0" fmla="*/ 0 w 516913"/>
              <a:gd name="csY0" fmla="*/ 156999 h 156999"/>
              <a:gd name="csX1" fmla="*/ 0 w 516913"/>
              <a:gd name="csY1" fmla="*/ 44765 h 156999"/>
              <a:gd name="csX2" fmla="*/ 5423 w 516913"/>
              <a:gd name="csY2" fmla="*/ 31671 h 156999"/>
              <a:gd name="csX3" fmla="*/ 31671 w 516913"/>
              <a:gd name="csY3" fmla="*/ 5423 h 156999"/>
              <a:gd name="csX4" fmla="*/ 44765 w 516913"/>
              <a:gd name="csY4" fmla="*/ 0 h 156999"/>
              <a:gd name="csX5" fmla="*/ 516913 w 516913"/>
              <a:gd name="csY5" fmla="*/ 0 h 156999"/>
              <a:gd name="csX6" fmla="*/ 516896 w 516913"/>
              <a:gd name="csY6" fmla="*/ 112251 h 156999"/>
              <a:gd name="csX7" fmla="*/ 511473 w 516913"/>
              <a:gd name="csY7" fmla="*/ 125345 h 156999"/>
              <a:gd name="csX8" fmla="*/ 485517 w 516913"/>
              <a:gd name="csY8" fmla="*/ 151302 h 156999"/>
              <a:gd name="csX9" fmla="*/ 472423 w 516913"/>
              <a:gd name="csY9" fmla="*/ 156725 h 156999"/>
              <a:gd name="csX10" fmla="*/ 0 w 516913"/>
              <a:gd name="csY10" fmla="*/ 156999 h 156999"/>
              <a:gd name="csX11" fmla="*/ 44765 w 516913"/>
              <a:gd name="csY11" fmla="*/ 2403 h 156999"/>
              <a:gd name="csX12" fmla="*/ 33370 w 516913"/>
              <a:gd name="csY12" fmla="*/ 7122 h 156999"/>
              <a:gd name="csX13" fmla="*/ 7122 w 516913"/>
              <a:gd name="csY13" fmla="*/ 33370 h 156999"/>
              <a:gd name="csX14" fmla="*/ 2403 w 516913"/>
              <a:gd name="csY14" fmla="*/ 44765 h 156999"/>
              <a:gd name="csX15" fmla="*/ 2403 w 516913"/>
              <a:gd name="csY15" fmla="*/ 154597 h 156999"/>
              <a:gd name="csX16" fmla="*/ 472423 w 516913"/>
              <a:gd name="csY16" fmla="*/ 154322 h 156999"/>
              <a:gd name="csX17" fmla="*/ 483818 w 516913"/>
              <a:gd name="csY17" fmla="*/ 149603 h 156999"/>
              <a:gd name="csX18" fmla="*/ 509774 w 516913"/>
              <a:gd name="csY18" fmla="*/ 123646 h 156999"/>
              <a:gd name="csX19" fmla="*/ 514494 w 516913"/>
              <a:gd name="csY19" fmla="*/ 112251 h 156999"/>
              <a:gd name="csX20" fmla="*/ 514511 w 516913"/>
              <a:gd name="csY20" fmla="*/ 2403 h 156999"/>
              <a:gd name="csX21" fmla="*/ 44765 w 516913"/>
              <a:gd name="csY21" fmla="*/ 2403 h 156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16913" h="156999">
                <a:moveTo>
                  <a:pt x="0" y="156999"/>
                </a:moveTo>
                <a:lnTo>
                  <a:pt x="0" y="44765"/>
                </a:lnTo>
                <a:cubicBezTo>
                  <a:pt x="0" y="39891"/>
                  <a:pt x="1974" y="35120"/>
                  <a:pt x="5423" y="31671"/>
                </a:cubicBezTo>
                <a:lnTo>
                  <a:pt x="31671" y="5423"/>
                </a:lnTo>
                <a:cubicBezTo>
                  <a:pt x="35120" y="1974"/>
                  <a:pt x="39891" y="0"/>
                  <a:pt x="44765" y="0"/>
                </a:cubicBezTo>
                <a:lnTo>
                  <a:pt x="516913" y="0"/>
                </a:lnTo>
                <a:lnTo>
                  <a:pt x="516896" y="112251"/>
                </a:lnTo>
                <a:cubicBezTo>
                  <a:pt x="516896" y="117125"/>
                  <a:pt x="514923" y="121905"/>
                  <a:pt x="511473" y="125345"/>
                </a:cubicBezTo>
                <a:lnTo>
                  <a:pt x="485517" y="151302"/>
                </a:lnTo>
                <a:cubicBezTo>
                  <a:pt x="482068" y="154751"/>
                  <a:pt x="477297" y="156725"/>
                  <a:pt x="472423" y="156725"/>
                </a:cubicBezTo>
                <a:lnTo>
                  <a:pt x="0" y="156999"/>
                </a:lnTo>
                <a:close/>
                <a:moveTo>
                  <a:pt x="44765" y="2403"/>
                </a:moveTo>
                <a:cubicBezTo>
                  <a:pt x="40518" y="2403"/>
                  <a:pt x="36365" y="4119"/>
                  <a:pt x="33370" y="7122"/>
                </a:cubicBezTo>
                <a:lnTo>
                  <a:pt x="7122" y="33370"/>
                </a:lnTo>
                <a:cubicBezTo>
                  <a:pt x="4119" y="36373"/>
                  <a:pt x="2403" y="40526"/>
                  <a:pt x="2403" y="44765"/>
                </a:cubicBezTo>
                <a:lnTo>
                  <a:pt x="2403" y="154597"/>
                </a:lnTo>
                <a:lnTo>
                  <a:pt x="472423" y="154322"/>
                </a:lnTo>
                <a:cubicBezTo>
                  <a:pt x="476670" y="154322"/>
                  <a:pt x="480823" y="152606"/>
                  <a:pt x="483818" y="149603"/>
                </a:cubicBezTo>
                <a:lnTo>
                  <a:pt x="509774" y="123646"/>
                </a:lnTo>
                <a:cubicBezTo>
                  <a:pt x="512778" y="120643"/>
                  <a:pt x="514494" y="116490"/>
                  <a:pt x="514494" y="112251"/>
                </a:cubicBezTo>
                <a:lnTo>
                  <a:pt x="514511" y="2403"/>
                </a:lnTo>
                <a:lnTo>
                  <a:pt x="44765" y="2403"/>
                </a:lnTo>
                <a:close/>
              </a:path>
            </a:pathLst>
          </a:custGeom>
          <a:solidFill>
            <a:srgbClr val="FFFFFF"/>
          </a:solidFill>
          <a:ln w="854" cap="flat">
            <a:noFill/>
            <a:prstDash val="solid"/>
            <a:miter/>
          </a:ln>
        </p:spPr>
        <p:txBody>
          <a:bodyPr/>
          <a:lstStyle/>
          <a:p>
            <a:endParaRPr lang="en-RO"/>
          </a:p>
        </p:txBody>
      </p:sp>
      <p:grpSp>
        <p:nvGrpSpPr>
          <p:cNvPr id="9" name="Graphic 3">
            <a:extLst>
              <a:ext uri="{FF2B5EF4-FFF2-40B4-BE49-F238E27FC236}">
                <a16:creationId xmlns:a16="http://schemas.microsoft.com/office/drawing/2014/main" id="{1DE30424-A7F4-A37E-AE22-60C87AABAF43}"/>
              </a:ext>
            </a:extLst>
          </p:cNvPr>
          <p:cNvGrpSpPr/>
          <p:nvPr/>
        </p:nvGrpSpPr>
        <p:grpSpPr>
          <a:xfrm>
            <a:off x="11217977" y="6552879"/>
            <a:ext cx="432093" cy="77405"/>
            <a:chOff x="11217977" y="6552879"/>
            <a:chExt cx="432093" cy="77405"/>
          </a:xfrm>
          <a:solidFill>
            <a:srgbClr val="FFFFFF"/>
          </a:solidFill>
        </p:grpSpPr>
        <p:sp>
          <p:nvSpPr>
            <p:cNvPr id="10" name="Freeform 9">
              <a:extLst>
                <a:ext uri="{FF2B5EF4-FFF2-40B4-BE49-F238E27FC236}">
                  <a16:creationId xmlns:a16="http://schemas.microsoft.com/office/drawing/2014/main" id="{86E05DC2-416D-7306-6C9D-7A9997D22276}"/>
                </a:ext>
              </a:extLst>
            </p:cNvPr>
            <p:cNvSpPr/>
            <p:nvPr/>
          </p:nvSpPr>
          <p:spPr>
            <a:xfrm>
              <a:off x="11217977" y="6554492"/>
              <a:ext cx="84553" cy="74230"/>
            </a:xfrm>
            <a:custGeom>
              <a:avLst/>
              <a:gdLst>
                <a:gd name="csX0" fmla="*/ 35549 w 84553"/>
                <a:gd name="csY0" fmla="*/ 74231 h 74230"/>
                <a:gd name="csX1" fmla="*/ 0 w 84553"/>
                <a:gd name="csY1" fmla="*/ 0 h 74230"/>
                <a:gd name="csX2" fmla="*/ 16020 w 84553"/>
                <a:gd name="csY2" fmla="*/ 0 h 74230"/>
                <a:gd name="csX3" fmla="*/ 42045 w 84553"/>
                <a:gd name="csY3" fmla="*/ 55825 h 74230"/>
                <a:gd name="csX4" fmla="*/ 42354 w 84553"/>
                <a:gd name="csY4" fmla="*/ 55825 h 74230"/>
                <a:gd name="csX5" fmla="*/ 68379 w 84553"/>
                <a:gd name="csY5" fmla="*/ 0 h 74230"/>
                <a:gd name="csX6" fmla="*/ 84553 w 84553"/>
                <a:gd name="csY6" fmla="*/ 0 h 74230"/>
                <a:gd name="csX7" fmla="*/ 49004 w 84553"/>
                <a:gd name="csY7" fmla="*/ 74231 h 74230"/>
                <a:gd name="csX8" fmla="*/ 35532 w 84553"/>
                <a:gd name="csY8" fmla="*/ 74231 h 74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4553" h="74230">
                  <a:moveTo>
                    <a:pt x="35549" y="74231"/>
                  </a:moveTo>
                  <a:lnTo>
                    <a:pt x="0" y="0"/>
                  </a:lnTo>
                  <a:lnTo>
                    <a:pt x="16020" y="0"/>
                  </a:lnTo>
                  <a:cubicBezTo>
                    <a:pt x="16020" y="0"/>
                    <a:pt x="41427" y="53140"/>
                    <a:pt x="42045" y="55825"/>
                  </a:cubicBezTo>
                  <a:lnTo>
                    <a:pt x="42354" y="55825"/>
                  </a:lnTo>
                  <a:cubicBezTo>
                    <a:pt x="42989" y="53131"/>
                    <a:pt x="68379" y="0"/>
                    <a:pt x="68379" y="0"/>
                  </a:cubicBezTo>
                  <a:lnTo>
                    <a:pt x="84553" y="0"/>
                  </a:lnTo>
                  <a:lnTo>
                    <a:pt x="49004" y="74231"/>
                  </a:lnTo>
                  <a:lnTo>
                    <a:pt x="35532" y="74231"/>
                  </a:lnTo>
                  <a:close/>
                </a:path>
              </a:pathLst>
            </a:custGeom>
            <a:solidFill>
              <a:srgbClr val="FFFFFF"/>
            </a:solidFill>
            <a:ln w="854" cap="flat">
              <a:noFill/>
              <a:prstDash val="solid"/>
              <a:miter/>
            </a:ln>
          </p:spPr>
          <p:txBody>
            <a:bodyPr/>
            <a:lstStyle/>
            <a:p>
              <a:endParaRPr lang="en-RO"/>
            </a:p>
          </p:txBody>
        </p:sp>
        <p:sp>
          <p:nvSpPr>
            <p:cNvPr id="11" name="Freeform 10">
              <a:extLst>
                <a:ext uri="{FF2B5EF4-FFF2-40B4-BE49-F238E27FC236}">
                  <a16:creationId xmlns:a16="http://schemas.microsoft.com/office/drawing/2014/main" id="{677DC64F-CEF2-BE51-36B6-3D8B18B59908}"/>
                </a:ext>
              </a:extLst>
            </p:cNvPr>
            <p:cNvSpPr/>
            <p:nvPr/>
          </p:nvSpPr>
          <p:spPr>
            <a:xfrm>
              <a:off x="11298755"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27" y="20791"/>
                    <a:pt x="15222" y="32366"/>
                  </a:cubicBezTo>
                  <a:close/>
                </a:path>
              </a:pathLst>
            </a:custGeom>
            <a:solidFill>
              <a:srgbClr val="FFFFFF"/>
            </a:solidFill>
            <a:ln w="854" cap="flat">
              <a:noFill/>
              <a:prstDash val="solid"/>
              <a:miter/>
            </a:ln>
          </p:spPr>
          <p:txBody>
            <a:bodyPr/>
            <a:lstStyle/>
            <a:p>
              <a:endParaRPr lang="en-RO"/>
            </a:p>
          </p:txBody>
        </p:sp>
        <p:sp>
          <p:nvSpPr>
            <p:cNvPr id="12" name="Freeform 11">
              <a:extLst>
                <a:ext uri="{FF2B5EF4-FFF2-40B4-BE49-F238E27FC236}">
                  <a16:creationId xmlns:a16="http://schemas.microsoft.com/office/drawing/2014/main" id="{0E666D85-2B83-A208-1984-822752DC03E4}"/>
                </a:ext>
              </a:extLst>
            </p:cNvPr>
            <p:cNvSpPr/>
            <p:nvPr/>
          </p:nvSpPr>
          <p:spPr>
            <a:xfrm>
              <a:off x="11377723" y="6552879"/>
              <a:ext cx="72960" cy="77397"/>
            </a:xfrm>
            <a:custGeom>
              <a:avLst/>
              <a:gdLst>
                <a:gd name="csX0" fmla="*/ 72635 w 72960"/>
                <a:gd name="csY0" fmla="*/ 44422 h 77397"/>
                <a:gd name="csX1" fmla="*/ 15068 w 72960"/>
                <a:gd name="csY1" fmla="*/ 44422 h 77397"/>
                <a:gd name="csX2" fmla="*/ 37437 w 72960"/>
                <a:gd name="csY2" fmla="*/ 64080 h 77397"/>
                <a:gd name="csX3" fmla="*/ 56152 w 72960"/>
                <a:gd name="csY3" fmla="*/ 53612 h 77397"/>
                <a:gd name="csX4" fmla="*/ 71056 w 72960"/>
                <a:gd name="csY4" fmla="*/ 53612 h 77397"/>
                <a:gd name="csX5" fmla="*/ 37429 w 72960"/>
                <a:gd name="csY5" fmla="*/ 77397 h 77397"/>
                <a:gd name="csX6" fmla="*/ 0 w 72960"/>
                <a:gd name="csY6" fmla="*/ 38699 h 77397"/>
                <a:gd name="csX7" fmla="*/ 37429 w 72960"/>
                <a:gd name="csY7" fmla="*/ 0 h 77397"/>
                <a:gd name="csX8" fmla="*/ 72961 w 72960"/>
                <a:gd name="csY8" fmla="*/ 38699 h 77397"/>
                <a:gd name="csX9" fmla="*/ 72652 w 72960"/>
                <a:gd name="csY9" fmla="*/ 44422 h 77397"/>
                <a:gd name="csX10" fmla="*/ 15222 w 72960"/>
                <a:gd name="csY10" fmla="*/ 32366 h 77397"/>
                <a:gd name="csX11" fmla="*/ 57893 w 72960"/>
                <a:gd name="csY11" fmla="*/ 32366 h 77397"/>
                <a:gd name="csX12" fmla="*/ 37437 w 72960"/>
                <a:gd name="csY12" fmla="*/ 13343 h 77397"/>
                <a:gd name="csX13" fmla="*/ 15222 w 72960"/>
                <a:gd name="csY13" fmla="*/ 32366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2960" h="77397">
                  <a:moveTo>
                    <a:pt x="72635" y="44422"/>
                  </a:moveTo>
                  <a:lnTo>
                    <a:pt x="15068" y="44422"/>
                  </a:lnTo>
                  <a:cubicBezTo>
                    <a:pt x="17135" y="56478"/>
                    <a:pt x="25999" y="64080"/>
                    <a:pt x="37437" y="64080"/>
                  </a:cubicBezTo>
                  <a:cubicBezTo>
                    <a:pt x="46799" y="64080"/>
                    <a:pt x="52977" y="60425"/>
                    <a:pt x="56152" y="53612"/>
                  </a:cubicBezTo>
                  <a:lnTo>
                    <a:pt x="71056" y="53612"/>
                  </a:lnTo>
                  <a:cubicBezTo>
                    <a:pt x="66603" y="67718"/>
                    <a:pt x="53775" y="77397"/>
                    <a:pt x="37429" y="77397"/>
                  </a:cubicBezTo>
                  <a:cubicBezTo>
                    <a:pt x="15857" y="77397"/>
                    <a:pt x="0" y="61703"/>
                    <a:pt x="0" y="38699"/>
                  </a:cubicBezTo>
                  <a:cubicBezTo>
                    <a:pt x="0" y="15694"/>
                    <a:pt x="15539" y="0"/>
                    <a:pt x="37429" y="0"/>
                  </a:cubicBezTo>
                  <a:cubicBezTo>
                    <a:pt x="56932" y="0"/>
                    <a:pt x="72961" y="16664"/>
                    <a:pt x="72961" y="38699"/>
                  </a:cubicBezTo>
                  <a:cubicBezTo>
                    <a:pt x="72961" y="40921"/>
                    <a:pt x="72961" y="42199"/>
                    <a:pt x="72652" y="44422"/>
                  </a:cubicBezTo>
                  <a:close/>
                  <a:moveTo>
                    <a:pt x="15222" y="32366"/>
                  </a:moveTo>
                  <a:lnTo>
                    <a:pt x="57893" y="32366"/>
                  </a:lnTo>
                  <a:cubicBezTo>
                    <a:pt x="56941" y="22207"/>
                    <a:pt x="48704" y="13343"/>
                    <a:pt x="37437" y="13343"/>
                  </a:cubicBezTo>
                  <a:cubicBezTo>
                    <a:pt x="25999" y="13326"/>
                    <a:pt x="17444" y="20791"/>
                    <a:pt x="15222" y="32366"/>
                  </a:cubicBezTo>
                  <a:close/>
                </a:path>
              </a:pathLst>
            </a:custGeom>
            <a:solidFill>
              <a:srgbClr val="FFFFFF"/>
            </a:solidFill>
            <a:ln w="854" cap="flat">
              <a:noFill/>
              <a:prstDash val="solid"/>
              <a:miter/>
            </a:ln>
          </p:spPr>
          <p:txBody>
            <a:bodyPr/>
            <a:lstStyle/>
            <a:p>
              <a:endParaRPr lang="en-RO"/>
            </a:p>
          </p:txBody>
        </p:sp>
        <p:sp>
          <p:nvSpPr>
            <p:cNvPr id="13" name="Freeform 12">
              <a:extLst>
                <a:ext uri="{FF2B5EF4-FFF2-40B4-BE49-F238E27FC236}">
                  <a16:creationId xmlns:a16="http://schemas.microsoft.com/office/drawing/2014/main" id="{EF2CDD2A-E465-884F-B364-3ACADC374B4B}"/>
                </a:ext>
              </a:extLst>
            </p:cNvPr>
            <p:cNvSpPr/>
            <p:nvPr/>
          </p:nvSpPr>
          <p:spPr>
            <a:xfrm>
              <a:off x="11456536" y="6552888"/>
              <a:ext cx="74556" cy="77397"/>
            </a:xfrm>
            <a:custGeom>
              <a:avLst/>
              <a:gdLst>
                <a:gd name="csX0" fmla="*/ 74557 w 74556"/>
                <a:gd name="csY0" fmla="*/ 38699 h 77397"/>
                <a:gd name="csX1" fmla="*/ 74557 w 74556"/>
                <a:gd name="csY1" fmla="*/ 75810 h 77397"/>
                <a:gd name="csX2" fmla="*/ 61712 w 74556"/>
                <a:gd name="csY2" fmla="*/ 75810 h 77397"/>
                <a:gd name="csX3" fmla="*/ 60433 w 74556"/>
                <a:gd name="csY3" fmla="*/ 64234 h 77397"/>
                <a:gd name="csX4" fmla="*/ 35687 w 74556"/>
                <a:gd name="csY4" fmla="*/ 77397 h 77397"/>
                <a:gd name="csX5" fmla="*/ 0 w 74556"/>
                <a:gd name="csY5" fmla="*/ 38699 h 77397"/>
                <a:gd name="csX6" fmla="*/ 37583 w 74556"/>
                <a:gd name="csY6" fmla="*/ 0 h 77397"/>
                <a:gd name="csX7" fmla="*/ 74557 w 74556"/>
                <a:gd name="csY7" fmla="*/ 38699 h 77397"/>
                <a:gd name="csX8" fmla="*/ 59953 w 74556"/>
                <a:gd name="csY8" fmla="*/ 38699 h 77397"/>
                <a:gd name="csX9" fmla="*/ 37583 w 74556"/>
                <a:gd name="csY9" fmla="*/ 13326 h 77397"/>
                <a:gd name="csX10" fmla="*/ 14596 w 74556"/>
                <a:gd name="csY10" fmla="*/ 38699 h 77397"/>
                <a:gd name="csX11" fmla="*/ 37583 w 74556"/>
                <a:gd name="csY11" fmla="*/ 64071 h 77397"/>
                <a:gd name="csX12" fmla="*/ 59953 w 74556"/>
                <a:gd name="csY12" fmla="*/ 38699 h 77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4556" h="77397">
                  <a:moveTo>
                    <a:pt x="74557" y="38699"/>
                  </a:moveTo>
                  <a:lnTo>
                    <a:pt x="74557" y="75810"/>
                  </a:lnTo>
                  <a:lnTo>
                    <a:pt x="61712" y="75810"/>
                  </a:lnTo>
                  <a:lnTo>
                    <a:pt x="60433" y="64234"/>
                  </a:lnTo>
                  <a:cubicBezTo>
                    <a:pt x="54727" y="72806"/>
                    <a:pt x="44739" y="77397"/>
                    <a:pt x="35687" y="77397"/>
                  </a:cubicBezTo>
                  <a:cubicBezTo>
                    <a:pt x="15385" y="77397"/>
                    <a:pt x="0" y="61223"/>
                    <a:pt x="0" y="38699"/>
                  </a:cubicBezTo>
                  <a:cubicBezTo>
                    <a:pt x="0" y="16174"/>
                    <a:pt x="16492" y="0"/>
                    <a:pt x="37583" y="0"/>
                  </a:cubicBezTo>
                  <a:cubicBezTo>
                    <a:pt x="56950" y="0"/>
                    <a:pt x="74557" y="13952"/>
                    <a:pt x="74557" y="38699"/>
                  </a:cubicBezTo>
                  <a:close/>
                  <a:moveTo>
                    <a:pt x="59953" y="38699"/>
                  </a:moveTo>
                  <a:cubicBezTo>
                    <a:pt x="59953" y="22370"/>
                    <a:pt x="49176" y="13326"/>
                    <a:pt x="37583" y="13326"/>
                  </a:cubicBezTo>
                  <a:cubicBezTo>
                    <a:pt x="24892" y="13326"/>
                    <a:pt x="14596" y="23485"/>
                    <a:pt x="14596" y="38699"/>
                  </a:cubicBezTo>
                  <a:cubicBezTo>
                    <a:pt x="14596" y="53912"/>
                    <a:pt x="24120" y="64071"/>
                    <a:pt x="37583" y="64071"/>
                  </a:cubicBezTo>
                  <a:cubicBezTo>
                    <a:pt x="49021" y="64071"/>
                    <a:pt x="59953" y="54547"/>
                    <a:pt x="59953" y="38699"/>
                  </a:cubicBezTo>
                  <a:close/>
                </a:path>
              </a:pathLst>
            </a:custGeom>
            <a:solidFill>
              <a:srgbClr val="FFFFFF"/>
            </a:solidFill>
            <a:ln w="854" cap="flat">
              <a:noFill/>
              <a:prstDash val="solid"/>
              <a:miter/>
            </a:ln>
          </p:spPr>
          <p:txBody>
            <a:bodyPr/>
            <a:lstStyle/>
            <a:p>
              <a:endParaRPr lang="en-RO"/>
            </a:p>
          </p:txBody>
        </p:sp>
        <p:sp>
          <p:nvSpPr>
            <p:cNvPr id="14" name="Freeform 13">
              <a:extLst>
                <a:ext uri="{FF2B5EF4-FFF2-40B4-BE49-F238E27FC236}">
                  <a16:creationId xmlns:a16="http://schemas.microsoft.com/office/drawing/2014/main" id="{295A2F16-FFE4-E72C-CC7A-9827629F803E}"/>
                </a:ext>
              </a:extLst>
            </p:cNvPr>
            <p:cNvSpPr/>
            <p:nvPr/>
          </p:nvSpPr>
          <p:spPr>
            <a:xfrm>
              <a:off x="11540926" y="6552913"/>
              <a:ext cx="109145" cy="75946"/>
            </a:xfrm>
            <a:custGeom>
              <a:avLst/>
              <a:gdLst>
                <a:gd name="csX0" fmla="*/ 0 w 109145"/>
                <a:gd name="csY0" fmla="*/ 75792 h 75946"/>
                <a:gd name="csX1" fmla="*/ 0 w 109145"/>
                <a:gd name="csY1" fmla="*/ 31868 h 75946"/>
                <a:gd name="csX2" fmla="*/ 30461 w 109145"/>
                <a:gd name="csY2" fmla="*/ 0 h 75946"/>
                <a:gd name="csX3" fmla="*/ 54418 w 109145"/>
                <a:gd name="csY3" fmla="*/ 13489 h 75946"/>
                <a:gd name="csX4" fmla="*/ 54727 w 109145"/>
                <a:gd name="csY4" fmla="*/ 13489 h 75946"/>
                <a:gd name="csX5" fmla="*/ 78684 w 109145"/>
                <a:gd name="csY5" fmla="*/ 0 h 75946"/>
                <a:gd name="csX6" fmla="*/ 109145 w 109145"/>
                <a:gd name="csY6" fmla="*/ 31868 h 75946"/>
                <a:gd name="csX7" fmla="*/ 109145 w 109145"/>
                <a:gd name="csY7" fmla="*/ 75792 h 75946"/>
                <a:gd name="csX8" fmla="*/ 94558 w 109145"/>
                <a:gd name="csY8" fmla="*/ 75792 h 75946"/>
                <a:gd name="csX9" fmla="*/ 94558 w 109145"/>
                <a:gd name="csY9" fmla="*/ 32967 h 75946"/>
                <a:gd name="csX10" fmla="*/ 78229 w 109145"/>
                <a:gd name="csY10" fmla="*/ 13617 h 75946"/>
                <a:gd name="csX11" fmla="*/ 61901 w 109145"/>
                <a:gd name="csY11" fmla="*/ 33276 h 75946"/>
                <a:gd name="csX12" fmla="*/ 61901 w 109145"/>
                <a:gd name="csY12" fmla="*/ 75947 h 75946"/>
                <a:gd name="csX13" fmla="*/ 47314 w 109145"/>
                <a:gd name="csY13" fmla="*/ 75947 h 75946"/>
                <a:gd name="csX14" fmla="*/ 47314 w 109145"/>
                <a:gd name="csY14" fmla="*/ 33276 h 75946"/>
                <a:gd name="csX15" fmla="*/ 30985 w 109145"/>
                <a:gd name="csY15" fmla="*/ 13617 h 75946"/>
                <a:gd name="csX16" fmla="*/ 14656 w 109145"/>
                <a:gd name="csY16" fmla="*/ 32967 h 75946"/>
                <a:gd name="csX17" fmla="*/ 14656 w 109145"/>
                <a:gd name="csY17" fmla="*/ 75792 h 75946"/>
                <a:gd name="csX18" fmla="*/ 34 w 109145"/>
                <a:gd name="csY18" fmla="*/ 75792 h 75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9145" h="75946">
                  <a:moveTo>
                    <a:pt x="0" y="75792"/>
                  </a:moveTo>
                  <a:lnTo>
                    <a:pt x="0" y="31868"/>
                  </a:lnTo>
                  <a:cubicBezTo>
                    <a:pt x="0" y="13309"/>
                    <a:pt x="11901" y="0"/>
                    <a:pt x="30461" y="0"/>
                  </a:cubicBezTo>
                  <a:cubicBezTo>
                    <a:pt x="45366" y="0"/>
                    <a:pt x="53294" y="9988"/>
                    <a:pt x="54418" y="13489"/>
                  </a:cubicBezTo>
                  <a:lnTo>
                    <a:pt x="54727" y="13489"/>
                  </a:lnTo>
                  <a:cubicBezTo>
                    <a:pt x="55834" y="10005"/>
                    <a:pt x="63763" y="0"/>
                    <a:pt x="78684" y="0"/>
                  </a:cubicBezTo>
                  <a:cubicBezTo>
                    <a:pt x="97244" y="0"/>
                    <a:pt x="109145" y="13317"/>
                    <a:pt x="109145" y="31868"/>
                  </a:cubicBezTo>
                  <a:lnTo>
                    <a:pt x="109145" y="75792"/>
                  </a:lnTo>
                  <a:lnTo>
                    <a:pt x="94558" y="75792"/>
                  </a:lnTo>
                  <a:lnTo>
                    <a:pt x="94558" y="32967"/>
                  </a:lnTo>
                  <a:cubicBezTo>
                    <a:pt x="94558" y="20911"/>
                    <a:pt x="89161" y="13617"/>
                    <a:pt x="78229" y="13617"/>
                  </a:cubicBezTo>
                  <a:cubicBezTo>
                    <a:pt x="67298" y="13617"/>
                    <a:pt x="61901" y="20911"/>
                    <a:pt x="61901" y="33276"/>
                  </a:cubicBezTo>
                  <a:lnTo>
                    <a:pt x="61901" y="75947"/>
                  </a:lnTo>
                  <a:lnTo>
                    <a:pt x="47314" y="75947"/>
                  </a:lnTo>
                  <a:lnTo>
                    <a:pt x="47314" y="33276"/>
                  </a:lnTo>
                  <a:cubicBezTo>
                    <a:pt x="47314" y="20911"/>
                    <a:pt x="41916" y="13617"/>
                    <a:pt x="30985" y="13617"/>
                  </a:cubicBezTo>
                  <a:cubicBezTo>
                    <a:pt x="20053" y="13617"/>
                    <a:pt x="14656" y="20911"/>
                    <a:pt x="14656" y="32967"/>
                  </a:cubicBezTo>
                  <a:lnTo>
                    <a:pt x="14656" y="75792"/>
                  </a:lnTo>
                  <a:lnTo>
                    <a:pt x="34" y="75792"/>
                  </a:lnTo>
                  <a:close/>
                </a:path>
              </a:pathLst>
            </a:custGeom>
            <a:solidFill>
              <a:srgbClr val="FFFFFF"/>
            </a:solidFill>
            <a:ln w="854" cap="flat">
              <a:noFill/>
              <a:prstDash val="solid"/>
              <a:miter/>
            </a:ln>
          </p:spPr>
          <p:txBody>
            <a:bodyPr/>
            <a:lstStyle/>
            <a:p>
              <a:endParaRPr lang="en-RO"/>
            </a:p>
          </p:txBody>
        </p:sp>
      </p:grpSp>
    </p:spTree>
    <p:extLst>
      <p:ext uri="{BB962C8B-B14F-4D97-AF65-F5344CB8AC3E}">
        <p14:creationId xmlns:p14="http://schemas.microsoft.com/office/powerpoint/2010/main" val="533486435"/>
      </p:ext>
    </p:extLst>
  </p:cSld>
  <p:clrMap bg1="lt1" tx1="dk1" bg2="lt2" tx2="dk2" accent1="accent1" accent2="accent2" accent3="accent3" accent4="accent4" accent5="accent5" accent6="accent6" hlink="hlink" folHlink="folHlink"/>
  <p:sldLayoutIdLst>
    <p:sldLayoutId id="2147484273" r:id="rId1"/>
    <p:sldLayoutId id="2147484311" r:id="rId2"/>
    <p:sldLayoutId id="2147484359" r:id="rId3"/>
    <p:sldLayoutId id="2147484360" r:id="rId4"/>
    <p:sldLayoutId id="2147484328" r:id="rId5"/>
    <p:sldLayoutId id="2147484312" r:id="rId6"/>
    <p:sldLayoutId id="2147484379" r:id="rId7"/>
    <p:sldLayoutId id="2147484389" r:id="rId8"/>
    <p:sldLayoutId id="2147484362" r:id="rId9"/>
    <p:sldLayoutId id="2147484383" r:id="rId10"/>
    <p:sldLayoutId id="2147484307" r:id="rId11"/>
    <p:sldLayoutId id="2147484363" r:id="rId12"/>
    <p:sldLayoutId id="2147484364" r:id="rId13"/>
    <p:sldLayoutId id="2147484365" r:id="rId14"/>
    <p:sldLayoutId id="2147484366" r:id="rId15"/>
    <p:sldLayoutId id="2147484367" r:id="rId16"/>
    <p:sldLayoutId id="2147484368" r:id="rId17"/>
    <p:sldLayoutId id="2147484369" r:id="rId18"/>
    <p:sldLayoutId id="2147484303" r:id="rId19"/>
    <p:sldLayoutId id="2147484377" r:id="rId20"/>
    <p:sldLayoutId id="2147484381" r:id="rId21"/>
    <p:sldLayoutId id="2147484382" r:id="rId22"/>
    <p:sldLayoutId id="2147484370" r:id="rId23"/>
    <p:sldLayoutId id="2147484371" r:id="rId24"/>
    <p:sldLayoutId id="2147484284" r:id="rId25"/>
    <p:sldLayoutId id="2147484387" r:id="rId26"/>
    <p:sldLayoutId id="2147484351" r:id="rId27"/>
    <p:sldLayoutId id="2147484350" r:id="rId28"/>
    <p:sldLayoutId id="2147484331" r:id="rId29"/>
    <p:sldLayoutId id="2147484332" r:id="rId30"/>
    <p:sldLayoutId id="2147484333" r:id="rId31"/>
    <p:sldLayoutId id="2147484334" r:id="rId32"/>
    <p:sldLayoutId id="2147484295" r:id="rId33"/>
    <p:sldLayoutId id="2147484375" r:id="rId34"/>
    <p:sldLayoutId id="2147484376" r:id="rId35"/>
    <p:sldLayoutId id="2147484385" r:id="rId36"/>
    <p:sldLayoutId id="2147484344" r:id="rId37"/>
    <p:sldLayoutId id="2147484319" r:id="rId38"/>
    <p:sldLayoutId id="2147484320" r:id="rId39"/>
    <p:sldLayoutId id="2147484321" r:id="rId40"/>
    <p:sldLayoutId id="2147484323" r:id="rId41"/>
    <p:sldLayoutId id="2147484324" r:id="rId42"/>
    <p:sldLayoutId id="2147484289" r:id="rId43"/>
    <p:sldLayoutId id="2147484372" r:id="rId44"/>
    <p:sldLayoutId id="2147484373" r:id="rId45"/>
    <p:sldLayoutId id="2147484380" r:id="rId46"/>
    <p:sldLayoutId id="2147484374" r:id="rId47"/>
  </p:sldLayoutIdLst>
  <p:hf sldNum="0" hdr="0" dt="0"/>
  <p:txStyles>
    <p:titleStyle>
      <a:lvl1pPr algn="l" defTabSz="914400" rtl="0" eaLnBrk="1" latinLnBrk="0" hangingPunct="1">
        <a:lnSpc>
          <a:spcPct val="90000"/>
        </a:lnSpc>
        <a:spcBef>
          <a:spcPct val="0"/>
        </a:spcBef>
        <a:buNone/>
        <a:defRPr sz="2800" b="1" i="0" kern="1200">
          <a:solidFill>
            <a:srgbClr val="0E0D72"/>
          </a:solidFill>
          <a:latin typeface="ES Build" pitchFamily="2" charset="77"/>
          <a:ea typeface="ES Build" pitchFamily="2" charset="77"/>
          <a:cs typeface="+mj-cs"/>
        </a:defRPr>
      </a:lvl1pPr>
    </p:titleStyle>
    <p:bodyStyle>
      <a:lvl1pPr marL="0" indent="0" algn="l" defTabSz="914400" rtl="0" eaLnBrk="1" latinLnBrk="0" hangingPunct="1">
        <a:lnSpc>
          <a:spcPct val="96000"/>
        </a:lnSpc>
        <a:spcBef>
          <a:spcPts val="1200"/>
        </a:spcBef>
        <a:spcAft>
          <a:spcPts val="600"/>
        </a:spcAft>
        <a:buClrTx/>
        <a:buFont typeface="Calibri" panose="020F0502020204030204" pitchFamily="34" charset="0"/>
        <a:buNone/>
        <a:tabLst/>
        <a:defRPr sz="2000" b="0" i="0" kern="1200">
          <a:solidFill>
            <a:schemeClr val="tx1"/>
          </a:solidFill>
          <a:latin typeface="ES Build Neutral" pitchFamily="2" charset="77"/>
          <a:ea typeface="ES Build Neutral" pitchFamily="2" charset="77"/>
          <a:cs typeface="+mn-cs"/>
        </a:defRPr>
      </a:lvl1pPr>
      <a:lvl2pPr marL="173736" indent="-173736" algn="l" defTabSz="914400" rtl="0" eaLnBrk="1" latinLnBrk="0" hangingPunct="1">
        <a:lnSpc>
          <a:spcPct val="96000"/>
        </a:lnSpc>
        <a:spcBef>
          <a:spcPts val="300"/>
        </a:spcBef>
        <a:spcAft>
          <a:spcPts val="150"/>
        </a:spcAft>
        <a:buClrTx/>
        <a:buFont typeface="Arial" panose="020B0604020202020204" pitchFamily="34" charset="0"/>
        <a:buChar char="•"/>
        <a:tabLst/>
        <a:defRPr sz="2100" b="0" i="0" kern="1200">
          <a:solidFill>
            <a:schemeClr val="tx1"/>
          </a:solidFill>
          <a:latin typeface="ES Build Neutral" pitchFamily="2" charset="77"/>
          <a:ea typeface="ES Build Neutral" pitchFamily="2" charset="77"/>
          <a:cs typeface="+mn-cs"/>
        </a:defRPr>
      </a:lvl2pPr>
      <a:lvl3pPr marL="342900" indent="-171450" algn="l" defTabSz="914400" rtl="0" eaLnBrk="1" latinLnBrk="0" hangingPunct="1">
        <a:lnSpc>
          <a:spcPct val="96000"/>
        </a:lnSpc>
        <a:spcBef>
          <a:spcPts val="300"/>
        </a:spcBef>
        <a:spcAft>
          <a:spcPts val="150"/>
        </a:spcAft>
        <a:buClrTx/>
        <a:buFont typeface="Arial" panose="020B0604020202020204" pitchFamily="34" charset="0"/>
        <a:buChar char="•"/>
        <a:tabLst/>
        <a:defRPr sz="1600" b="0" i="0" kern="1200">
          <a:solidFill>
            <a:schemeClr val="tx1"/>
          </a:solidFill>
          <a:latin typeface="ES Build Neutral" pitchFamily="2" charset="77"/>
          <a:ea typeface="ES Build Neutral" pitchFamily="2" charset="77"/>
          <a:cs typeface="+mn-cs"/>
        </a:defRPr>
      </a:lvl3pPr>
      <a:lvl4pPr marL="576072" indent="-173736" algn="l" defTabSz="914400" rtl="0" eaLnBrk="1" latinLnBrk="0" hangingPunct="1">
        <a:lnSpc>
          <a:spcPct val="96000"/>
        </a:lnSpc>
        <a:spcBef>
          <a:spcPts val="300"/>
        </a:spcBef>
        <a:spcAft>
          <a:spcPts val="150"/>
        </a:spcAft>
        <a:buClrTx/>
        <a:buFont typeface="Arial" panose="020B0604020202020204" pitchFamily="34" charset="0"/>
        <a:buChar char="•"/>
        <a:tabLst/>
        <a:defRPr sz="1600" b="0" i="0" kern="1200">
          <a:solidFill>
            <a:schemeClr val="tx1"/>
          </a:solidFill>
          <a:latin typeface="ES Build Neutral" pitchFamily="2" charset="77"/>
          <a:ea typeface="ES Build Neutral" pitchFamily="2" charset="77"/>
          <a:cs typeface="+mn-cs"/>
        </a:defRPr>
      </a:lvl4pPr>
      <a:lvl5pPr marL="731520" indent="-173736" algn="l" defTabSz="914400" rtl="0" eaLnBrk="1" latinLnBrk="0" hangingPunct="1">
        <a:lnSpc>
          <a:spcPct val="96000"/>
        </a:lnSpc>
        <a:spcBef>
          <a:spcPts val="300"/>
        </a:spcBef>
        <a:spcAft>
          <a:spcPts val="150"/>
        </a:spcAft>
        <a:buFont typeface="Arial" panose="020B0604020202020204" pitchFamily="34" charset="0"/>
        <a:buChar char="•"/>
        <a:tabLst/>
        <a:defRPr sz="1400" b="0" i="0" kern="1200">
          <a:solidFill>
            <a:schemeClr val="tx1"/>
          </a:solidFill>
          <a:latin typeface="ES Build Neutral" pitchFamily="2" charset="77"/>
          <a:ea typeface="ES Build Neutral" pitchFamily="2" charset="77"/>
          <a:cs typeface="+mn-cs"/>
        </a:defRPr>
      </a:lvl5pPr>
      <a:lvl6pPr marL="11113" indent="0" algn="l" defTabSz="914400" rtl="0" eaLnBrk="1" latinLnBrk="0" hangingPunct="1">
        <a:lnSpc>
          <a:spcPct val="96000"/>
        </a:lnSpc>
        <a:spcBef>
          <a:spcPts val="600"/>
        </a:spcBef>
        <a:spcAft>
          <a:spcPts val="300"/>
        </a:spcAft>
        <a:buFont typeface="System Font Regular"/>
        <a:buNone/>
        <a:tabLst/>
        <a:defRPr sz="1600" b="0" i="0" kern="1200">
          <a:solidFill>
            <a:schemeClr val="tx1"/>
          </a:solidFill>
          <a:latin typeface="ES Build Neutral" pitchFamily="2" charset="77"/>
          <a:ea typeface="ES Build Neutral" pitchFamily="2" charset="77"/>
          <a:cs typeface="+mn-cs"/>
        </a:defRPr>
      </a:lvl6pPr>
      <a:lvl7pPr marL="11113" indent="0" algn="l" defTabSz="914400" rtl="0" eaLnBrk="1" latinLnBrk="0" hangingPunct="1">
        <a:lnSpc>
          <a:spcPct val="96000"/>
        </a:lnSpc>
        <a:spcBef>
          <a:spcPts val="600"/>
        </a:spcBef>
        <a:spcAft>
          <a:spcPts val="300"/>
        </a:spcAft>
        <a:buFont typeface="System Font Regular"/>
        <a:buNone/>
        <a:tabLst/>
        <a:defRPr sz="1600" b="0" i="0" kern="1200">
          <a:solidFill>
            <a:schemeClr val="tx1"/>
          </a:solidFill>
          <a:latin typeface="ES Build Neutral" pitchFamily="2" charset="77"/>
          <a:ea typeface="ES Build Neutral" pitchFamily="2" charset="77"/>
          <a:cs typeface="+mn-cs"/>
        </a:defRPr>
      </a:lvl7pPr>
      <a:lvl8pPr marL="0" indent="0" algn="l" defTabSz="914400" rtl="0" eaLnBrk="1" latinLnBrk="0" hangingPunct="1">
        <a:lnSpc>
          <a:spcPct val="84000"/>
        </a:lnSpc>
        <a:spcBef>
          <a:spcPts val="300"/>
        </a:spcBef>
        <a:buFont typeface="System Font Regular"/>
        <a:buNone/>
        <a:tabLst/>
        <a:defRPr sz="5500" b="0" i="0" kern="1200" spc="-150" baseline="0">
          <a:solidFill>
            <a:schemeClr val="tx1"/>
          </a:solidFill>
          <a:latin typeface="ES Build Neutral" pitchFamily="2" charset="77"/>
          <a:ea typeface="ES Build Neutral" pitchFamily="2" charset="77"/>
          <a:cs typeface="+mn-cs"/>
        </a:defRPr>
      </a:lvl8pPr>
      <a:lvl9pPr marL="11113" indent="0" algn="l" defTabSz="914400" rtl="0" eaLnBrk="1" latinLnBrk="0" hangingPunct="1">
        <a:lnSpc>
          <a:spcPct val="84000"/>
        </a:lnSpc>
        <a:spcBef>
          <a:spcPts val="0"/>
        </a:spcBef>
        <a:buFont typeface="System Font Regular"/>
        <a:buNone/>
        <a:tabLst/>
        <a:defRPr sz="11000" b="0" i="0" kern="1200" spc="-300">
          <a:solidFill>
            <a:schemeClr val="tx1"/>
          </a:solidFill>
          <a:latin typeface="ES Build Neutral" pitchFamily="2" charset="77"/>
          <a:ea typeface="ES Build Neutral" pitchFamily="2" charset="77"/>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2" userDrawn="1">
          <p15:clr>
            <a:srgbClr val="F26B43"/>
          </p15:clr>
        </p15:guide>
        <p15:guide id="2" userDrawn="1">
          <p15:clr>
            <a:srgbClr val="F26B43"/>
          </p15:clr>
        </p15:guide>
        <p15:guide id="3" pos="7679" userDrawn="1">
          <p15:clr>
            <a:srgbClr val="F26B43"/>
          </p15:clr>
        </p15:guide>
        <p15:guide id="4" orient="horz" pos="1078" userDrawn="1">
          <p15:clr>
            <a:srgbClr val="F26B43"/>
          </p15:clr>
        </p15:guide>
        <p15:guide id="5" orient="horz" pos="646" userDrawn="1">
          <p15:clr>
            <a:srgbClr val="F26B43"/>
          </p15:clr>
        </p15:guide>
        <p15:guide id="6" orient="horz" pos="430" userDrawn="1">
          <p15:clr>
            <a:srgbClr val="F26B43"/>
          </p15:clr>
        </p15:guide>
        <p15:guide id="7" orient="horz" pos="214" userDrawn="1">
          <p15:clr>
            <a:srgbClr val="F26B43"/>
          </p15:clr>
        </p15:guide>
        <p15:guide id="8" orient="horz" pos="1942" userDrawn="1">
          <p15:clr>
            <a:srgbClr val="F26B43"/>
          </p15:clr>
        </p15:guide>
        <p15:guide id="9" orient="horz" pos="2158" userDrawn="1">
          <p15:clr>
            <a:srgbClr val="F26B43"/>
          </p15:clr>
        </p15:guide>
        <p15:guide id="10" orient="horz" pos="1726" userDrawn="1">
          <p15:clr>
            <a:srgbClr val="F26B43"/>
          </p15:clr>
        </p15:guide>
        <p15:guide id="11" orient="horz" pos="1510" userDrawn="1">
          <p15:clr>
            <a:srgbClr val="F26B43"/>
          </p15:clr>
        </p15:guide>
        <p15:guide id="12" orient="horz" pos="3022" userDrawn="1">
          <p15:clr>
            <a:srgbClr val="F26B43"/>
          </p15:clr>
        </p15:guide>
        <p15:guide id="13" orient="horz" pos="3238" userDrawn="1">
          <p15:clr>
            <a:srgbClr val="F26B43"/>
          </p15:clr>
        </p15:guide>
        <p15:guide id="14" orient="horz" pos="2806" userDrawn="1">
          <p15:clr>
            <a:srgbClr val="F26B43"/>
          </p15:clr>
        </p15:guide>
        <p15:guide id="15" orient="horz" pos="2590" userDrawn="1">
          <p15:clr>
            <a:srgbClr val="F26B43"/>
          </p15:clr>
        </p15:guide>
        <p15:guide id="16" orient="horz" pos="2374" userDrawn="1">
          <p15:clr>
            <a:srgbClr val="F26B43"/>
          </p15:clr>
        </p15:guide>
        <p15:guide id="17" orient="horz" pos="4102" userDrawn="1">
          <p15:clr>
            <a:srgbClr val="F26B43"/>
          </p15:clr>
        </p15:guide>
        <p15:guide id="18" orient="horz" pos="4318" userDrawn="1">
          <p15:clr>
            <a:srgbClr val="F26B43"/>
          </p15:clr>
        </p15:guide>
        <p15:guide id="19" orient="horz" pos="3886" userDrawn="1">
          <p15:clr>
            <a:srgbClr val="F26B43"/>
          </p15:clr>
        </p15:guide>
        <p15:guide id="20" orient="horz" pos="3670" userDrawn="1">
          <p15:clr>
            <a:srgbClr val="F26B43"/>
          </p15:clr>
        </p15:guide>
        <p15:guide id="21" orient="horz" pos="3454" userDrawn="1">
          <p15:clr>
            <a:srgbClr val="F26B43"/>
          </p15:clr>
        </p15:guide>
        <p15:guide id="22" orient="horz" pos="286" userDrawn="1">
          <p15:clr>
            <a:srgbClr val="F26B43"/>
          </p15:clr>
        </p15:guide>
        <p15:guide id="23" orient="horz" pos="4030" userDrawn="1">
          <p15:clr>
            <a:srgbClr val="F26B43"/>
          </p15:clr>
        </p15:guide>
        <p15:guide id="24" pos="6919" userDrawn="1">
          <p15:clr>
            <a:srgbClr val="F26B43"/>
          </p15:clr>
        </p15:guide>
        <p15:guide id="25" pos="7368" userDrawn="1">
          <p15:clr>
            <a:srgbClr val="F26B43"/>
          </p15:clr>
        </p15:guide>
        <p15:guide id="26" pos="311" userDrawn="1">
          <p15:clr>
            <a:srgbClr val="F26B43"/>
          </p15:clr>
        </p15:guide>
        <p15:guide id="27" pos="760" userDrawn="1">
          <p15:clr>
            <a:srgbClr val="F26B43"/>
          </p15:clr>
        </p15:guide>
        <p15:guide id="28" pos="911" userDrawn="1">
          <p15:clr>
            <a:srgbClr val="F26B43"/>
          </p15:clr>
        </p15:guide>
        <p15:guide id="29" pos="1361" userDrawn="1">
          <p15:clr>
            <a:srgbClr val="F26B43"/>
          </p15:clr>
        </p15:guide>
        <p15:guide id="30" pos="1512" userDrawn="1">
          <p15:clr>
            <a:srgbClr val="F26B43"/>
          </p15:clr>
        </p15:guide>
        <p15:guide id="31" pos="1961" userDrawn="1">
          <p15:clr>
            <a:srgbClr val="F26B43"/>
          </p15:clr>
        </p15:guide>
        <p15:guide id="32" pos="2113" userDrawn="1">
          <p15:clr>
            <a:srgbClr val="F26B43"/>
          </p15:clr>
        </p15:guide>
        <p15:guide id="33" pos="2562" userDrawn="1">
          <p15:clr>
            <a:srgbClr val="F26B43"/>
          </p15:clr>
        </p15:guide>
        <p15:guide id="34" pos="2714" userDrawn="1">
          <p15:clr>
            <a:srgbClr val="F26B43"/>
          </p15:clr>
        </p15:guide>
        <p15:guide id="35" pos="3163" userDrawn="1">
          <p15:clr>
            <a:srgbClr val="F26B43"/>
          </p15:clr>
        </p15:guide>
        <p15:guide id="36" pos="3314" userDrawn="1">
          <p15:clr>
            <a:srgbClr val="F26B43"/>
          </p15:clr>
        </p15:guide>
        <p15:guide id="37" pos="3764" userDrawn="1">
          <p15:clr>
            <a:srgbClr val="F26B43"/>
          </p15:clr>
        </p15:guide>
        <p15:guide id="38" pos="3915" userDrawn="1">
          <p15:clr>
            <a:srgbClr val="F26B43"/>
          </p15:clr>
        </p15:guide>
        <p15:guide id="39" pos="4365" userDrawn="1">
          <p15:clr>
            <a:srgbClr val="F26B43"/>
          </p15:clr>
        </p15:guide>
        <p15:guide id="40" pos="4516" userDrawn="1">
          <p15:clr>
            <a:srgbClr val="F26B43"/>
          </p15:clr>
        </p15:guide>
        <p15:guide id="41" pos="4965" userDrawn="1">
          <p15:clr>
            <a:srgbClr val="F26B43"/>
          </p15:clr>
        </p15:guide>
        <p15:guide id="42" pos="5117" userDrawn="1">
          <p15:clr>
            <a:srgbClr val="F26B43"/>
          </p15:clr>
        </p15:guide>
        <p15:guide id="43" pos="5566" userDrawn="1">
          <p15:clr>
            <a:srgbClr val="F26B43"/>
          </p15:clr>
        </p15:guide>
        <p15:guide id="44" pos="5718" userDrawn="1">
          <p15:clr>
            <a:srgbClr val="F26B43"/>
          </p15:clr>
        </p15:guide>
        <p15:guide id="45" pos="6167" userDrawn="1">
          <p15:clr>
            <a:srgbClr val="F26B43"/>
          </p15:clr>
        </p15:guide>
        <p15:guide id="46" pos="6318" userDrawn="1">
          <p15:clr>
            <a:srgbClr val="F26B43"/>
          </p15:clr>
        </p15:guide>
        <p15:guide id="47" pos="6768" userDrawn="1">
          <p15:clr>
            <a:srgbClr val="F26B43"/>
          </p15:clr>
        </p15:guide>
        <p15:guide id="48" orient="horz" pos="1" userDrawn="1">
          <p15:clr>
            <a:srgbClr val="F26B43"/>
          </p15:clr>
        </p15:guide>
        <p15:guide id="49" pos="7144" userDrawn="1">
          <p15:clr>
            <a:srgbClr val="F26B43"/>
          </p15:clr>
        </p15:guide>
        <p15:guide id="50" pos="535" userDrawn="1">
          <p15:clr>
            <a:srgbClr val="F26B43"/>
          </p15:clr>
        </p15:guide>
        <p15:guide id="51" pos="1136" userDrawn="1">
          <p15:clr>
            <a:srgbClr val="F26B43"/>
          </p15:clr>
        </p15:guide>
        <p15:guide id="52" pos="1737" userDrawn="1">
          <p15:clr>
            <a:srgbClr val="F26B43"/>
          </p15:clr>
        </p15:guide>
        <p15:guide id="53" pos="2338" userDrawn="1">
          <p15:clr>
            <a:srgbClr val="F26B43"/>
          </p15:clr>
        </p15:guide>
        <p15:guide id="54" pos="2938" userDrawn="1">
          <p15:clr>
            <a:srgbClr val="F26B43"/>
          </p15:clr>
        </p15:guide>
        <p15:guide id="55" pos="3539" userDrawn="1">
          <p15:clr>
            <a:srgbClr val="F26B43"/>
          </p15:clr>
        </p15:guide>
        <p15:guide id="56" pos="4140" userDrawn="1">
          <p15:clr>
            <a:srgbClr val="F26B43"/>
          </p15:clr>
        </p15:guide>
        <p15:guide id="57" pos="4741" userDrawn="1">
          <p15:clr>
            <a:srgbClr val="F26B43"/>
          </p15:clr>
        </p15:guide>
        <p15:guide id="58" pos="5341" userDrawn="1">
          <p15:clr>
            <a:srgbClr val="F26B43"/>
          </p15:clr>
        </p15:guide>
        <p15:guide id="59" pos="5942" userDrawn="1">
          <p15:clr>
            <a:srgbClr val="F26B43"/>
          </p15:clr>
        </p15:guide>
        <p15:guide id="60" pos="6543" userDrawn="1">
          <p15:clr>
            <a:srgbClr val="F26B43"/>
          </p15:clr>
        </p15:guide>
        <p15:guide id="61" orient="horz" pos="1294" userDrawn="1">
          <p15:clr>
            <a:srgbClr val="F26B43"/>
          </p15:clr>
        </p15:guide>
        <p15:guide id="62" pos="76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6.png"/><Relationship Id="rId3" Type="http://schemas.openxmlformats.org/officeDocument/2006/relationships/image" Target="../media/icon_contract_agreement_200.sv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con_file_list_201.svg"/>
<Relationship Id="rId5" Type="http://schemas.openxmlformats.org/officeDocument/2006/relationships/image" Target="../media/icon_close_circle_202.sv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9.png"/><Relationship Id="rId3" Type="http://schemas.openxmlformats.org/officeDocument/2006/relationships/image" Target="../media/icon_error_warning_203.sv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con_scan_target_204.svg"/>
<Relationship Id="rId5" Type="http://schemas.openxmlformats.org/officeDocument/2006/relationships/image" Target="../media/icon_error_warning_205.sv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2.png"/><Relationship Id="rId3" Type="http://schemas.openxmlformats.org/officeDocument/2006/relationships/image" Target="../media/icon_error_warning_206.sv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con_scan_target_207.svg"/>
<Relationship Id="rId5" Type="http://schemas.openxmlformats.org/officeDocument/2006/relationships/image" Target="../media/icon_error_warning_208.sv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con_scan_target_209.svg"/>
<Relationship Id="rId5" Type="http://schemas.openxmlformats.org/officeDocument/2006/relationships/image" Target="../media/icon_error_warning_210.sv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con_file_list_211.svg"/>
<Relationship Id="rId5" Type="http://schemas.openxmlformats.org/officeDocument/2006/relationships/image" Target="../media/icon_error_warning_212.sv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79089" y="1543050"/>
            <a:ext cx="10058400" cy="2581259"/>
          </a:xfrm>
        </p:spPr>
        <p:txBody>
          <a:bodyPr/>
          <a:lstStyle/>
          <a:p>
            <a:pPr algn="l"/>
            <a:r>
              <a:rPr b="1" sz="4200">
                <a:solidFill>
                  <a:srgbClr val="FFFFFF"/>
                </a:solidFill>
                <a:latin typeface="ES Build Neutral"/>
              </a:rPr>
              <a:t>DATASTAGE ON CLOUD PAK FOR DATA:
ENGINE-STATE PROTECTION</a:t>
            </a:r>
          </a:p>
        </p:txBody>
      </p:sp>
      <p:sp>
        <p:nvSpPr>
          <p:cNvPr id="3" name="Subtitle 2"/>
          <p:cNvSpPr>
            <a:spLocks noGrp="1"/>
          </p:cNvSpPr>
          <p:nvPr>
            <p:ph type="subTitle" idx="1"/>
          </p:nvPr>
        </p:nvSpPr>
        <p:spPr>
          <a:xfrm>
            <a:off x="579089" y="4186763"/>
            <a:ext cx="10058400" cy="685800"/>
          </a:xfrm>
        </p:spPr>
        <p:txBody>
          <a:bodyPr wrap="square"/>
          <a:lstStyle/>
          <a:p>
            <a:pPr algn="l"/>
            <a:r>
              <a:rPr sz="2000">
                <a:solidFill>
                  <a:srgbClr val="FFFFFF"/>
                </a:solidFill>
                <a:latin typeface="ES Build Neutral"/>
              </a:rPr>
              <a:t>A transcription of IBM's own backup hooks into Kanister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Three stores, and which one this protects</a:t>
            </a:r>
          </a:p>
          <a:p>
            <a:r>
              <a:t>Where the design comes from</a:t>
            </a:r>
          </a:p>
          <a:p>
            <a:r>
              <a:t>What IBM asks for at backup time, per version</a:t>
            </a:r>
          </a:p>
          <a:p>
            <a:r>
              <a:t>Deriving the flush set from the policy's own selector</a:t>
            </a:r>
          </a:p>
          <a:p>
            <a:r>
              <a:t>Shared volumes: bind every workload, coordinate with a lock</a:t>
            </a:r>
          </a:p>
          <a:p>
            <a:r>
              <a:t>What the policy captures, and how the restore frees the volumes</a:t>
            </a:r>
          </a:p>
          <a:p>
            <a:r>
              <a:t>Blueprint actions and restore prerequisites</a:t>
            </a:r>
          </a:p>
        </p:txBody>
      </p:sp>
      <p:sp>
        <p:nvSpPr>
          <p:cNvPr id="3" name="Title 2"/>
          <p:cNvSpPr>
            <a:spLocks noGrp="1"/>
          </p:cNvSpPr>
          <p:nvPr>
            <p:ph type="title"/>
          </p:nvPr>
        </p:nvSpPr>
        <p:spPr/>
        <p:txBody>
          <a:bodyPr/>
          <a:lstStyle/>
          <a:p>
            <a: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596128" y="777240"/>
            <a:ext cx="1005840" cy="1005840"/>
          </a:xfrm>
          <a:prstGeom prst="roundRect">
            <a:avLst>
              <a:gd name="adj" fmla="val 25207"/>
            </a:avLst>
          </a:prstGeom>
          <a:solidFill>
            <a:srgbClr val="FFFFFF">
              <a:alpha val="8000"/>
            </a:srgbClr>
          </a:solidFill>
          <a:ln>
            <a:gradFill>
              <a:gsLst>
                <a:gs pos="0">
                  <a:srgbClr val="4AFF9C"/>
                </a:gs>
                <a:gs pos="100000">
                  <a:srgbClr val="67FFFE"/>
                </a:gs>
              </a:gsLst>
              <a:lin ang="0" scaled="0"/>
            </a:gradFill>
          </a:ln>
          <a:effectLst>
            <a:outerShdw blurRad="190500" dist="0" dir="0" sx="102000" sy="102000" algn="ctr" rotWithShape="0">
              <a:srgbClr val="67FFFE"/>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7412" y="998524"/>
            <a:ext cx="563270" cy="563270"/>
          </a:xfrm>
          <a:prstGeom prst="rect">
            <a:avLst/>
          </a:prstGeom>
        </p:spPr>
      </p:pic>
      <p:sp>
        <p:nvSpPr>
          <p:cNvPr id="4" name="TextBox 3"/>
          <p:cNvSpPr txBox="1"/>
          <p:nvPr/>
        </p:nvSpPr>
        <p:spPr>
          <a:xfrm>
            <a:off x="1097280" y="2148840"/>
            <a:ext cx="9966960" cy="822960"/>
          </a:xfrm>
          <a:prstGeom prst="rect">
            <a:avLst/>
          </a:prstGeom>
          <a:noFill/>
        </p:spPr>
        <p:txBody>
          <a:bodyPr wrap="square">
            <a:spAutoFit/>
          </a:bodyPr>
          <a:lstStyle/>
          <a:p>
            <a:pPr algn="ctr"/>
            <a:r>
              <a:rPr sz="4000" b="1">
                <a:solidFill>
                  <a:srgbClr val="FFFFFF"/>
                </a:solidFill>
                <a:latin typeface="ES Build Neutral"/>
              </a:rPr>
              <a:t>ALMOST NOTHING HERE</a:t>
            </a:r>
          </a:p>
        </p:txBody>
      </p:sp>
      <p:sp>
        <p:nvSpPr>
          <p:cNvPr id="5" name="TextBox 4"/>
          <p:cNvSpPr txBox="1"/>
          <p:nvPr/>
        </p:nvSpPr>
        <p:spPr>
          <a:xfrm>
            <a:off x="914400" y="2880360"/>
            <a:ext cx="10332720" cy="1234440"/>
          </a:xfrm>
          <a:prstGeom prst="rect">
            <a:avLst/>
          </a:prstGeom>
          <a:noFill/>
        </p:spPr>
        <p:txBody>
          <a:bodyPr wrap="square">
            <a:spAutoFit/>
          </a:bodyPr>
          <a:lstStyle/>
          <a:p>
            <a:pPr algn="ctr"/>
            <a:r>
              <a:rPr b="1" sz="6000">
                <a:gradFill>
                  <a:gsLst>
                    <a:gs pos="4000">
                      <a:srgbClr val="4AFF9C"/>
                    </a:gs>
                    <a:gs pos="80000">
                      <a:srgbClr val="67FFFE"/>
                    </a:gs>
                  </a:gsLst>
                  <a:lin ang="0" scaled="0"/>
                </a:gradFill>
                <a:effectLst>
                  <a:outerShdw blurRad="190500" dist="0" dir="0" sx="102000" sy="102000" algn="ctr" rotWithShape="0">
                    <a:srgbClr val="4AFF9C">
                      <a:alpha val="40000"/>
                    </a:srgbClr>
                  </a:outerShdw>
                </a:effectLst>
                <a:latin typeface="ES Build Neutral"/>
              </a:rPr>
              <a:t>WAS INVENTED</a:t>
            </a:r>
          </a:p>
        </p:txBody>
      </p:sp>
      <p:sp>
        <p:nvSpPr>
          <p:cNvPr id="6" name="TextBox 5"/>
          <p:cNvSpPr txBox="1"/>
          <p:nvPr/>
        </p:nvSpPr>
        <p:spPr>
          <a:xfrm>
            <a:off x="1554480" y="4160520"/>
            <a:ext cx="9052560" cy="868680"/>
          </a:xfrm>
          <a:prstGeom prst="rect">
            <a:avLst/>
          </a:prstGeom>
          <a:noFill/>
        </p:spPr>
        <p:txBody>
          <a:bodyPr wrap="square">
            <a:spAutoFit/>
          </a:bodyPr>
          <a:lstStyle/>
          <a:p>
            <a:pPr algn="ctr">
              <a:lnSpc>
                <a:spcPct val="120000"/>
              </a:lnSpc>
            </a:pPr>
            <a:r>
              <a:rPr sz="1550" b="0">
                <a:solidFill>
                  <a:srgbClr val="FFFFFF"/>
                </a:solidFill>
                <a:latin typeface="ES Build Neutral"/>
              </a:rPr>
              <a:t>The DataStage install ships three ConfigMaps that IBM's own backup tool reads to protect DataStage.</a:t>
            </a:r>
          </a:p>
          <a:p>
            <a:pPr algn="ctr">
              <a:lnSpc>
                <a:spcPct val="120000"/>
              </a:lnSpc>
            </a:pPr>
            <a:r>
              <a:rPr sz="1550" b="0">
                <a:solidFill>
                  <a:srgbClr val="FFFFFF"/>
                </a:solidFill>
                <a:latin typeface="ES Build Neutral"/>
              </a:rPr>
              <a:t>They are a machine-readable specification, written by the people who wrote DataStage.</a:t>
            </a:r>
          </a:p>
        </p:txBody>
      </p:sp>
      <p:sp>
        <p:nvSpPr>
          <p:cNvPr id="7" name="Rounded Rectangle 6"/>
          <p:cNvSpPr/>
          <p:nvPr/>
        </p:nvSpPr>
        <p:spPr>
          <a:xfrm>
            <a:off x="3265154" y="5257800"/>
            <a:ext cx="2369820" cy="329184"/>
          </a:xfrm>
          <a:prstGeom prst="roundRect">
            <a:avLst>
              <a:gd name="adj" fmla="val 50000"/>
            </a:avLst>
          </a:prstGeom>
          <a:solidFill>
            <a:srgbClr val="FFFFFF">
              <a:alpha val="8000"/>
            </a:srgbClr>
          </a:solidFill>
          <a:ln>
            <a:gradFill>
              <a:gsLst>
                <a:gs pos="0">
                  <a:srgbClr val="4AFF9C"/>
                </a:gs>
                <a:gs pos="100000">
                  <a:srgbClr val="67FFFE"/>
                </a:gs>
              </a:gsLst>
              <a:lin ang="0" scaled="0"/>
            </a:gradFill>
          </a:ln>
          <a:effectLst>
            <a:outerShdw blurRad="190500" dist="0" dir="0" sx="102000" sy="102000" algn="ctr" rotWithShape="0">
              <a:srgbClr val="67FFFE">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datastage-maint-aux-qu-cm</a:t>
            </a:r>
          </a:p>
        </p:txBody>
      </p:sp>
      <p:sp>
        <p:nvSpPr>
          <p:cNvPr id="8" name="Rounded Rectangle 7"/>
          <p:cNvSpPr/>
          <p:nvPr/>
        </p:nvSpPr>
        <p:spPr>
          <a:xfrm>
            <a:off x="5909294" y="5257800"/>
            <a:ext cx="1371600" cy="329184"/>
          </a:xfrm>
          <a:prstGeom prst="roundRect">
            <a:avLst>
              <a:gd name="adj" fmla="val 50000"/>
            </a:avLst>
          </a:prstGeom>
          <a:solidFill>
            <a:srgbClr val="FFFFFF">
              <a:alpha val="8000"/>
            </a:srgbClr>
          </a:solidFill>
          <a:ln>
            <a:gradFill>
              <a:gsLst>
                <a:gs pos="0">
                  <a:srgbClr val="4AFF9C"/>
                </a:gs>
                <a:gs pos="100000">
                  <a:srgbClr val="67FFFE"/>
                </a:gs>
              </a:gsLst>
              <a:lin ang="0" scaled="0"/>
            </a:gradFill>
          </a:ln>
          <a:effectLst>
            <a:outerShdw blurRad="190500" dist="0" dir="0" sx="102000" sy="102000" algn="ctr" rotWithShape="0">
              <a:srgbClr val="67FFFE">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-br-cm</a:t>
            </a:r>
          </a:p>
        </p:txBody>
      </p:sp>
      <p:sp>
        <p:nvSpPr>
          <p:cNvPr id="9" name="Rounded Rectangle 8"/>
          <p:cNvSpPr/>
          <p:nvPr/>
        </p:nvSpPr>
        <p:spPr>
          <a:xfrm>
            <a:off x="7555214" y="5257800"/>
            <a:ext cx="1371600" cy="329184"/>
          </a:xfrm>
          <a:prstGeom prst="roundRect">
            <a:avLst>
              <a:gd name="adj" fmla="val 50000"/>
            </a:avLst>
          </a:prstGeom>
          <a:solidFill>
            <a:srgbClr val="FFFFFF">
              <a:alpha val="8000"/>
            </a:srgbClr>
          </a:solidFill>
          <a:ln>
            <a:gradFill>
              <a:gsLst>
                <a:gs pos="0">
                  <a:srgbClr val="4AFF9C"/>
                </a:gs>
                <a:gs pos="100000">
                  <a:srgbClr val="67FFFE"/>
                </a:gs>
              </a:gsLst>
              <a:lin ang="0" scaled="0"/>
            </a:gradFill>
          </a:ln>
          <a:effectLst>
            <a:outerShdw blurRad="190500" dist="0" dir="0" sx="102000" sy="102000" algn="ctr" rotWithShape="0">
              <a:srgbClr val="67FFFE">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-ckpt-cm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000" b="1">
                <a:solidFill>
                  <a:srgbClr val="002060"/>
                </a:solidFill>
                <a:latin typeface="ES Build Neutral"/>
              </a:rPr>
              <a:t>THREE STORES, MEASURED ON THE CLUSTER RATHER THAN TAKEN FROM DOCUMENTATION</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This blueprint covers the middle one — and only that one</a:t>
            </a:r>
          </a:p>
        </p:txBody>
      </p:sp>
      <p:graphicFrame>
        <p:nvGraphicFramePr>
          <p:cNvPr id="4" name="Table 3"/>
          <p:cNvGraphicFramePr>
            <a:graphicFrameLocks noGrp="1"/>
          </p:cNvGraphicFramePr>
          <p:nvPr/>
        </p:nvGraphicFramePr>
        <p:xfrm>
          <a:off x="471647" y="1572768"/>
          <a:ext cx="11247120" cy="3566160"/>
        </p:xfrm>
        <a:graphic>
          <a:graphicData uri="http://schemas.openxmlformats.org/drawingml/2006/table">
            <a:tbl>
              <a:tblPr firstRow="1" bandRow="1">
                <a:tableStyleId>{B301B821-A1FF-4177-AEE7-76D212191A09}</a:tableStyleId>
              </a:tblPr>
              <a:tblGrid>
                <a:gridCol w="2286000"/>
                <a:gridCol w="6035040"/>
                <a:gridCol w="2926080"/>
              </a:tblGrid>
              <a:tr h="457200">
                <a:tc>
                  <a:txBody>
                    <a:bodyPr/>
                    <a:lstStyle/>
                    <a:p>
                      <a:pPr algn="l"/>
                      <a:r>
                        <a:rPr sz="1250" b="1">
                          <a:latin typeface="ES Build Neutral"/>
                          <a:solidFill>
                            <a:srgbClr val="FFFFFF"/>
                          </a:solidFill>
                        </a:rPr>
                        <a:t>STORE</a:t>
                      </a:r>
                    </a:p>
                  </a:txBody>
                  <a:tcPr anchor="ctr" marL="91440" marR="91440">
                    <a:lnR w="12700" cap="flat" cmpd="sng" algn="ctr">
                      <a:solidFill>
                        <a:srgbClr val="002060"/>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2060"/>
                    </a:solidFill>
                  </a:tcPr>
                </a:tc>
                <a:tc>
                  <a:txBody>
                    <a:bodyPr/>
                    <a:lstStyle/>
                    <a:p>
                      <a:pPr algn="l"/>
                      <a:r>
                        <a:rPr sz="1250" b="1">
                          <a:latin typeface="ES Build Neutral"/>
                          <a:solidFill>
                            <a:srgbClr val="FFFFFF"/>
                          </a:solidFill>
                        </a:rPr>
                        <a:t>WHAT IS IN IT</a:t>
                      </a:r>
                    </a:p>
                  </a:txBody>
                  <a:tcPr anchor="ctr" marL="91440" marR="91440">
                    <a:lnR w="12700" cap="flat" cmpd="sng" algn="ctr">
                      <a:solidFill>
                        <a:srgbClr val="002060"/>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solidFill>
                  </a:tcPr>
                </a:tc>
                <a:tc>
                  <a:txBody>
                    <a:bodyPr/>
                    <a:lstStyle/>
                    <a:p>
                      <a:pPr algn="l"/>
                      <a:r>
                        <a:rPr sz="1250" b="1">
                          <a:latin typeface="ES Build Neutral"/>
                          <a:solidFill>
                            <a:srgbClr val="FFFFFF"/>
                          </a:solidFill>
                        </a:rPr>
                        <a:t>PROTECTED BY</a:t>
                      </a:r>
                    </a:p>
                  </a:txBody>
                  <a:tcPr anchor="ctr" marL="91440" marR="91440">
                    <a:lnR w="12700" cap="flat" cmpd="sng" algn="ctr">
                      <a:solidFill>
                        <a:srgbClr val="002060"/>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solidFill>
                  </a:tcPr>
                </a:tc>
              </a:tr>
              <a:tr h="822960">
                <a:tc>
                  <a:txBody>
                    <a:bodyPr/>
                    <a:lstStyle/>
                    <a:p>
                      <a:pPr algn="l"/>
                      <a:r>
                        <a:rPr sz="1100" b="1">
                          <a:latin typeface="ES Build Neutral"/>
                          <a:solidFill>
                            <a:srgbClr val="00703C"/>
                          </a:solidFill>
                        </a:rPr>
                        <a:t>CP4D project assets</a:t>
                      </a:r>
                    </a:p>
                  </a:txBody>
                  <a:tcPr anchor="ctr" marL="91440" marR="91440">
                    <a:solidFill>
                      <a:srgbClr val="EAF9FF"/>
                    </a:solidFill>
                  </a:tcPr>
                </a:tc>
                <a:tc>
                  <a:txBody>
                    <a:bodyPr/>
                    <a:lstStyle/>
                    <a:p>
                      <a:pPr algn="l"/>
                      <a:r>
                        <a:rPr sz="1000" b="0">
                          <a:latin typeface="ES Build Neutral"/>
                          <a:solidFill>
                            <a:srgbClr val="1D1F2A"/>
                          </a:solidFill>
                        </a:rPr>
                        <a:t>Flows, jobs, connections, parameter sets, table definitions, project settings, runtime environments, Data Set assets</a:t>
                      </a:r>
                    </a:p>
                  </a:txBody>
                  <a:tcPr anchor="ctr" marL="91440" marR="91440">
                    <a:noFill/>
                  </a:tcPr>
                </a:tc>
                <a:tc>
                  <a:txBody>
                    <a:bodyPr/>
                    <a:lstStyle/>
                    <a:p>
                      <a:pPr algn="l"/>
                      <a:r>
                        <a:rPr sz="1000" b="0">
                          <a:latin typeface="ES Build Neutral"/>
                          <a:solidFill>
                            <a:srgbClr val="1D1F2A"/>
                          </a:solidFill>
                        </a:rPr>
                        <a:t>cp4d-example — a project export and import</a:t>
                      </a:r>
                    </a:p>
                  </a:txBody>
                  <a:tcPr anchor="ctr" marL="91440" marR="91440">
                    <a:noFill/>
                  </a:tcPr>
                </a:tc>
              </a:tr>
              <a:tr h="1737360">
                <a:tc>
                  <a:txBody>
                    <a:bodyPr/>
                    <a:lstStyle/>
                    <a:p>
                      <a:pPr algn="l"/>
                      <a:r>
                        <a:rPr sz="1100" b="1">
                          <a:latin typeface="ES Build Neutral"/>
                          <a:solidFill>
                            <a:srgbClr val="00703C"/>
                          </a:solidFill>
                        </a:rPr>
                        <a:t>DataStage engine PVCs</a:t>
                      </a:r>
                    </a:p>
                  </a:txBody>
                  <a:tcPr anchor="ctr" marL="91440" marR="91440">
                    <a:solidFill>
                      <a:srgbClr val="EAF9FF"/>
                    </a:solidFill>
                  </a:tcPr>
                </a:tc>
                <a:tc>
                  <a:txBody>
                    <a:bodyPr/>
                    <a:lstStyle/>
                    <a:p>
                      <a:pPr algn="l"/>
                      <a:r>
                        <a:rPr sz="1000" b="0">
                          <a:latin typeface="ES Build Neutral"/>
                          <a:solidFill>
                            <a:srgbClr val="1D1F2A"/>
                          </a:solidFill>
                        </a:rPr>
                        <a:t>/ds-storage: compiled flows and jobs, run history and logs, Data Set descriptors, user-lib custom libraries, connectors/odbc. /px-storage, one per runtime instance: Data Set and File Set data, files written to filesystem paths, engine and workload-manager configuration. Plus any user volume an administrator mounted into the runtime</a:t>
                      </a:r>
                    </a:p>
                  </a:txBody>
                  <a:tcPr anchor="ctr" marL="91440" marR="91440">
                    <a:noFill/>
                  </a:tcPr>
                </a:tc>
                <a:tc>
                  <a:txBody>
                    <a:bodyPr/>
                    <a:lstStyle/>
                    <a:p>
                      <a:pPr algn="l"/>
                      <a:r>
                        <a:rPr sz="1000" b="0">
                          <a:latin typeface="ES Build Neutral"/>
                          <a:solidFill>
                            <a:srgbClr val="1D1F2A"/>
                          </a:solidFill>
                        </a:rPr>
                        <a:t>This blueprint, for every PVC you label</a:t>
                      </a:r>
                    </a:p>
                  </a:txBody>
                  <a:tcPr anchor="ctr" marL="91440" marR="91440">
                    <a:noFill/>
                  </a:tcPr>
                </a:tc>
              </a:tr>
              <a:tr h="548640">
                <a:tc>
                  <a:txBody>
                    <a:bodyPr/>
                    <a:lstStyle/>
                    <a:p>
                      <a:pPr algn="l"/>
                      <a:r>
                        <a:rPr sz="1100" b="1">
                          <a:latin typeface="ES Build Neutral"/>
                          <a:solidFill>
                            <a:srgbClr val="00703C"/>
                          </a:solidFill>
                        </a:rPr>
                        <a:t>External data sources</a:t>
                      </a:r>
                    </a:p>
                  </a:txBody>
                  <a:tcPr anchor="ctr" marL="91440" marR="91440">
                    <a:solidFill>
                      <a:srgbClr val="EAF9FF"/>
                    </a:solidFill>
                  </a:tcPr>
                </a:tc>
                <a:tc>
                  <a:txBody>
                    <a:bodyPr/>
                    <a:lstStyle/>
                    <a:p>
                      <a:pPr algn="l"/>
                      <a:r>
                        <a:rPr sz="1000" b="0">
                          <a:latin typeface="ES Build Neutral"/>
                          <a:solidFill>
                            <a:srgbClr val="1D1F2A"/>
                          </a:solidFill>
                        </a:rPr>
                        <a:t>The databases and files the flows read and write, behind connections</a:t>
                      </a:r>
                    </a:p>
                  </a:txBody>
                  <a:tcPr anchor="ctr" marL="91440" marR="91440">
                    <a:noFill/>
                  </a:tcPr>
                </a:tc>
                <a:tc>
                  <a:txBody>
                    <a:bodyPr/>
                    <a:lstStyle/>
                    <a:p>
                      <a:pPr algn="l"/>
                      <a:r>
                        <a:rPr sz="1000" b="0">
                          <a:latin typeface="ES Build Neutral"/>
                          <a:solidFill>
                            <a:srgbClr val="1D1F2A"/>
                          </a:solidFill>
                        </a:rPr>
                        <a:t>Whoever owns that database</a:t>
                      </a:r>
                    </a:p>
                  </a:txBody>
                  <a:tcPr anchor="ctr" marL="91440" marR="91440">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800" b="1">
                <a:solidFill>
                  <a:srgbClr val="002060"/>
                </a:solidFill>
                <a:latin typeface="ES Build Neutral"/>
              </a:rPr>
              <a:t>ONE LOGICAL OBJECT CAN LIVE IN THREE PLACES AT ONCE</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Which is why the two blueprints are complementary rather than alternatives</a:t>
            </a:r>
          </a:p>
        </p:txBody>
      </p:sp>
      <p:sp>
        <p:nvSpPr>
          <p:cNvPr id="4" name="Rounded Rectangle 3"/>
          <p:cNvSpPr/>
          <p:nvPr/>
        </p:nvSpPr>
        <p:spPr>
          <a:xfrm>
            <a:off x="471647"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4527" y="1755648"/>
            <a:ext cx="457200" cy="457200"/>
          </a:xfrm>
          <a:prstGeom prst="roundRect">
            <a:avLst>
              <a:gd name="adj" fmla="val 21716"/>
            </a:avLst>
          </a:prstGeom>
          <a:solidFill>
            <a:srgbClr val="CCEFFF"/>
          </a:solidFill>
          <a:ln>
            <a:noFill/>
          </a:ln>
          <a:effectLst>
            <a:outerShdw blurRad="190500" dist="0" dir="0" sx="102000" sy="102000" algn="ctr" rotWithShape="0">
              <a:srgbClr val="99DFFF">
                <a:alpha val="6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55111" y="1856231"/>
            <a:ext cx="256032" cy="256032"/>
          </a:xfrm>
          <a:prstGeom prst="rect">
            <a:avLst/>
          </a:prstGeom>
        </p:spPr>
      </p:pic>
      <p:sp>
        <p:nvSpPr>
          <p:cNvPr id="7" name="TextBox 6"/>
          <p:cNvSpPr txBox="1"/>
          <p:nvPr/>
        </p:nvSpPr>
        <p:spPr>
          <a:xfrm>
            <a:off x="1221455" y="1783080"/>
            <a:ext cx="4568205" cy="402336"/>
          </a:xfrm>
          <a:prstGeom prst="rect">
            <a:avLst/>
          </a:prstGeom>
          <a:noFill/>
        </p:spPr>
        <p:txBody>
          <a:bodyPr wrap="square">
            <a:spAutoFit/>
          </a:bodyPr>
          <a:lstStyle/>
          <a:p>
            <a:pPr algn="l"/>
            <a:r>
              <a:rPr sz="1300" b="1">
                <a:solidFill>
                  <a:srgbClr val="002060"/>
                </a:solidFill>
                <a:latin typeface="ES Build Neutral"/>
              </a:rPr>
              <a:t>A DATA SET, THREE TIMES OVER</a:t>
            </a:r>
          </a:p>
        </p:txBody>
      </p:sp>
      <p:sp>
        <p:nvSpPr>
          <p:cNvPr id="8" name="TextBox 7"/>
          <p:cNvSpPr txBox="1"/>
          <p:nvPr/>
        </p:nvSpPr>
        <p:spPr>
          <a:xfrm>
            <a:off x="654527"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A single Data Set exists as an asset in the project, as a descriptor on /ds-storage, and as partitioned data files under /px-storage/pds_files.</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One logical object, three places — so protecting only one of them restores something that looks present and does not work.</a:t>
            </a:r>
          </a:p>
        </p:txBody>
      </p:sp>
      <p:sp>
        <p:nvSpPr>
          <p:cNvPr id="9" name="Rounded Rectangle 8"/>
          <p:cNvSpPr/>
          <p:nvPr/>
        </p:nvSpPr>
        <p:spPr>
          <a:xfrm>
            <a:off x="6219428"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2308" y="1755648"/>
            <a:ext cx="457200" cy="457200"/>
          </a:xfrm>
          <a:prstGeom prst="roundRect">
            <a:avLst>
              <a:gd name="adj" fmla="val 21716"/>
            </a:avLst>
          </a:prstGeom>
          <a:solidFill>
            <a:srgbClr val="FFE8D3"/>
          </a:solidFill>
          <a:ln>
            <a:noFill/>
          </a:ln>
          <a:effectLst>
            <a:outerShdw blurRad="190500" dist="0" dir="0" sx="102000" sy="102000" algn="ctr" rotWithShape="0">
              <a:srgbClr val="FEB97C">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502892" y="1856231"/>
            <a:ext cx="256032" cy="256032"/>
          </a:xfrm>
          <a:prstGeom prst="rect">
            <a:avLst/>
          </a:prstGeom>
        </p:spPr>
      </p:pic>
      <p:sp>
        <p:nvSpPr>
          <p:cNvPr id="12" name="TextBox 11"/>
          <p:cNvSpPr txBox="1"/>
          <p:nvPr/>
        </p:nvSpPr>
        <p:spPr>
          <a:xfrm>
            <a:off x="6969236" y="1783080"/>
            <a:ext cx="4568205" cy="402336"/>
          </a:xfrm>
          <a:prstGeom prst="rect">
            <a:avLst/>
          </a:prstGeom>
          <a:noFill/>
        </p:spPr>
        <p:txBody>
          <a:bodyPr wrap="square">
            <a:spAutoFit/>
          </a:bodyPr>
          <a:lstStyle/>
          <a:p>
            <a:pPr algn="l"/>
            <a:r>
              <a:rPr sz="1300" b="1">
                <a:solidFill>
                  <a:srgbClr val="002060"/>
                </a:solidFill>
                <a:latin typeface="ES Build Neutral"/>
              </a:rPr>
              <a:t>FLOWS AND JOBS ARE NOT ENGINE STATE</a:t>
            </a:r>
          </a:p>
        </p:txBody>
      </p:sp>
      <p:sp>
        <p:nvSpPr>
          <p:cNvPr id="13" name="TextBox 12"/>
          <p:cNvSpPr txBox="1"/>
          <p:nvPr/>
        </p:nvSpPr>
        <p:spPr>
          <a:xfrm>
            <a:off x="6402308"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This blueprint deliberately does not protect DataStage flows and jobs. Those are CP4D project assets, and a project export and import restores them — verified, not assumed.</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Use cp4d-example for that half. The two are deployed independently and combine in a full rebuild.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5120640" cy="274320"/>
          </a:xfrm>
          <a:prstGeom prst="rect">
            <a:avLst/>
          </a:prstGeom>
          <a:noFill/>
        </p:spPr>
        <p:txBody>
          <a:bodyPr wrap="none">
            <a:spAutoFit/>
          </a:bodyPr>
          <a:lstStyle/>
          <a:p>
            <a:pPr algn="l"/>
            <a:r>
              <a:rPr sz="1300" b="1" spc="200">
                <a:solidFill>
                  <a:srgbClr val="4AFF9C"/>
                </a:solidFill>
                <a:latin typeface="ES Build Neutral"/>
              </a:rPr>
              <a:t>WHAT IBM ASKS FOR AT BACKUP TIME, PER VERSION</a:t>
            </a:r>
          </a:p>
        </p:txBody>
      </p:sp>
      <p:sp>
        <p:nvSpPr>
          <p:cNvPr id="3" name="TextBox 2"/>
          <p:cNvSpPr txBox="1"/>
          <p:nvPr/>
        </p:nvSpPr>
        <p:spPr>
          <a:xfrm>
            <a:off x="566928" y="960120"/>
            <a:ext cx="4846320" cy="2286000"/>
          </a:xfrm>
          <a:prstGeom prst="rect">
            <a:avLst/>
          </a:prstGeom>
          <a:noFill/>
        </p:spPr>
        <p:txBody>
          <a:bodyPr wrap="square">
            <a:spAutoFit/>
          </a:bodyPr>
          <a:lstStyle/>
          <a:p>
            <a:pPr algn="l"/>
            <a:r>
              <a:rPr b="1" sz="3000">
                <a:solidFill>
                  <a:srgbClr val="FFFFFF"/>
                </a:solidFill>
                <a:latin typeface="ES Build Neutral"/>
              </a:rPr>
              <a:t>IBM's own hooks
</a:t>
            </a:r>
            <a:r>
              <a:rPr b="1" sz="3000">
                <a:gradFill>
                  <a:gsLst>
                    <a:gs pos="4000">
                      <a:srgbClr val="4AFF9C"/>
                    </a:gs>
                    <a:gs pos="80000">
                      <a:srgbClr val="67FFFE"/>
                    </a:gs>
                  </a:gsLst>
                  <a:lin ang="0" scaled="0"/>
                </a:gradFill>
                <a:effectLst>
                  <a:outerShdw blurRad="190500" dist="0" dir="0" sx="102000" sy="102000" algn="ctr" rotWithShape="0">
                    <a:srgbClr val="4AFF9C">
                      <a:alpha val="40000"/>
                    </a:srgbClr>
                  </a:outerShdw>
                </a:effectLst>
                <a:latin typeface="ES Build Neutral"/>
              </a:rPr>
              <a:t>change between releases.</a:t>
            </a:r>
          </a:p>
        </p:txBody>
      </p:sp>
      <p:sp>
        <p:nvSpPr>
          <p:cNvPr id="4" name="TextBox 3"/>
          <p:cNvSpPr txBox="1"/>
          <p:nvPr/>
        </p:nvSpPr>
        <p:spPr>
          <a:xfrm>
            <a:off x="566928" y="3474720"/>
            <a:ext cx="4663440" cy="2194560"/>
          </a:xfrm>
          <a:prstGeom prst="rect">
            <a:avLst/>
          </a:prstGeom>
          <a:noFill/>
        </p:spPr>
        <p:txBody>
          <a:bodyPr wrap="square">
            <a:spAutoFit/>
          </a:bodyPr>
          <a:lstStyle/>
          <a:p>
            <a:pPr algn="l">
              <a:lnSpc>
                <a:spcPct val="120000"/>
              </a:lnSpc>
            </a:pPr>
            <a:r>
              <a:rPr sz="1300" b="0">
                <a:solidFill>
                  <a:srgbClr val="FFFFFF"/>
                </a:solidFill>
                <a:latin typeface="ES Build Neutral"/>
              </a:rPr>
              <a:t>Read the ConfigMaps on your own cluster before adapting anything. Each version has its own folder in the repository because the specification is not the same from one release to the next.</a:t>
            </a:r>
          </a:p>
        </p:txBody>
      </p:sp>
      <p:sp>
        <p:nvSpPr>
          <p:cNvPr id="5" name="Rectangle 4"/>
          <p:cNvSpPr/>
          <p:nvPr/>
        </p:nvSpPr>
        <p:spPr>
          <a:xfrm>
            <a:off x="5715000" y="822960"/>
            <a:ext cx="27432" cy="5029200"/>
          </a:xfrm>
          <a:prstGeom prst="rect">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0" y="960120"/>
            <a:ext cx="960120" cy="777240"/>
          </a:xfrm>
          <a:prstGeom prst="rect">
            <a:avLst/>
          </a:prstGeom>
          <a:noFill/>
        </p:spPr>
        <p:txBody>
          <a:bodyPr wrap="none">
            <a:spAutoFit/>
          </a:bodyPr>
          <a:lstStyle/>
          <a:p>
            <a:pPr algn="l"/>
            <a:r>
              <a:rPr sz="4000" b="1">
                <a:solidFill>
                  <a:srgbClr val="FFFFFF"/>
                </a:solidFill>
                <a:latin typeface="ES Build Neutral"/>
              </a:rPr>
              <a:t>01</a:t>
            </a:r>
          </a:p>
        </p:txBody>
      </p:sp>
      <p:sp>
        <p:nvSpPr>
          <p:cNvPr id="7" name="TextBox 6"/>
          <p:cNvSpPr txBox="1"/>
          <p:nvPr/>
        </p:nvSpPr>
        <p:spPr>
          <a:xfrm>
            <a:off x="7178040" y="1014984"/>
            <a:ext cx="4434840" cy="420624"/>
          </a:xfrm>
          <a:prstGeom prst="rect">
            <a:avLst/>
          </a:prstGeom>
          <a:noFill/>
        </p:spPr>
        <p:txBody>
          <a:bodyPr wrap="square">
            <a:spAutoFit/>
          </a:bodyPr>
          <a:lstStyle/>
          <a:p>
            <a:pPr algn="l"/>
            <a:r>
              <a:rPr sz="1350" b="1">
                <a:solidFill>
                  <a:srgbClr val="FFFFFF"/>
                </a:solidFill>
                <a:latin typeface="ES Build Neutral"/>
              </a:rPr>
              <a:t>5.2 AND 5.4: A PRECHECK, AND SINCE 5.4 A LOCK FILE</a:t>
            </a:r>
          </a:p>
        </p:txBody>
      </p:sp>
      <p:sp>
        <p:nvSpPr>
          <p:cNvPr id="8" name="TextBox 7"/>
          <p:cNvSpPr txBox="1"/>
          <p:nvPr/>
        </p:nvSpPr>
        <p:spPr>
          <a:xfrm>
            <a:off x="7178040" y="1490472"/>
            <a:ext cx="4434840" cy="987552"/>
          </a:xfrm>
          <a:prstGeom prst="rect">
            <a:avLst/>
          </a:prstGeom>
          <a:noFill/>
        </p:spPr>
        <p:txBody>
          <a:bodyPr wrap="square">
            <a:spAutoFit/>
          </a:bodyPr>
          <a:lstStyle/>
          <a:p>
            <a:pPr algn="l">
              <a:lnSpc>
                <a:spcPct val="120000"/>
              </a:lnSpc>
            </a:pPr>
            <a:r>
              <a:rPr sz="1100" b="0">
                <a:solidFill>
                  <a:srgbClr val="FFFFFF"/>
                </a:solidFill>
                <a:latin typeface="ES Build Neutral"/>
              </a:rPr>
              <a:t>datastage-maint-aux-ckpt-cm, IBM's online path, has no checkpoint hooks and scales nothing down. It requires dsStatus == Completed on the DataStage and PXRuntime custom resources, with on-error: Fail. Since 5.4 it also creates and removes a backup lock file on /ds-storage.</a:t>
            </a:r>
          </a:p>
        </p:txBody>
      </p:sp>
      <p:sp>
        <p:nvSpPr>
          <p:cNvPr id="9" name="TextBox 8"/>
          <p:cNvSpPr txBox="1"/>
          <p:nvPr/>
        </p:nvSpPr>
        <p:spPr>
          <a:xfrm>
            <a:off x="6172200" y="2606040"/>
            <a:ext cx="960120" cy="777240"/>
          </a:xfrm>
          <a:prstGeom prst="rect">
            <a:avLst/>
          </a:prstGeom>
          <a:noFill/>
        </p:spPr>
        <p:txBody>
          <a:bodyPr wrap="none">
            <a:spAutoFit/>
          </a:bodyPr>
          <a:lstStyle/>
          <a:p>
            <a:pPr algn="l"/>
            <a:r>
              <a:rPr sz="4000" b="1">
                <a:solidFill>
                  <a:srgbClr val="FFFFFF"/>
                </a:solidFill>
                <a:latin typeface="ES Build Neutral"/>
              </a:rPr>
              <a:t>02</a:t>
            </a:r>
          </a:p>
        </p:txBody>
      </p:sp>
      <p:sp>
        <p:nvSpPr>
          <p:cNvPr id="10" name="TextBox 9"/>
          <p:cNvSpPr txBox="1"/>
          <p:nvPr/>
        </p:nvSpPr>
        <p:spPr>
          <a:xfrm>
            <a:off x="7178040" y="2660904"/>
            <a:ext cx="4434840" cy="420624"/>
          </a:xfrm>
          <a:prstGeom prst="rect">
            <a:avLst/>
          </a:prstGeom>
          <a:noFill/>
        </p:spPr>
        <p:txBody>
          <a:bodyPr wrap="square">
            <a:spAutoFit/>
          </a:bodyPr>
          <a:lstStyle/>
          <a:p>
            <a:pPr algn="l"/>
            <a:r>
              <a:rPr sz="1500" b="1">
                <a:solidFill>
                  <a:srgbClr val="FFFFFF"/>
                </a:solidFill>
                <a:latin typeface="ES Build Neutral"/>
              </a:rPr>
              <a:t>4.8: MAINTENANCE MODE AROUND THE BACKUP</a:t>
            </a:r>
          </a:p>
        </p:txBody>
      </p:sp>
      <p:sp>
        <p:nvSpPr>
          <p:cNvPr id="11" name="TextBox 10"/>
          <p:cNvSpPr txBox="1"/>
          <p:nvPr/>
        </p:nvSpPr>
        <p:spPr>
          <a:xfrm>
            <a:off x="7178040" y="3136392"/>
            <a:ext cx="4434840" cy="987552"/>
          </a:xfrm>
          <a:prstGeom prst="rect">
            <a:avLst/>
          </a:prstGeom>
          <a:noFill/>
        </p:spPr>
        <p:txBody>
          <a:bodyPr wrap="square">
            <a:spAutoFit/>
          </a:bodyPr>
          <a:lstStyle/>
          <a:p>
            <a:pPr algn="l">
              <a:lnSpc>
                <a:spcPct val="120000"/>
              </a:lnSpc>
            </a:pPr>
            <a:r>
              <a:rPr sz="1250" b="0">
                <a:solidFill>
                  <a:srgbClr val="FFFFFF"/>
                </a:solidFill>
                <a:latin typeface="ES Build Neutral"/>
              </a:rPr>
              <a:t>4.8.9 ships no online path at all. Its only backup specification, br-cm, puts both custom resources in maintenance mode before the backup and takes them out after. That pauses the operator, not the engine: measured, every pod kept running.</a:t>
            </a:r>
          </a:p>
        </p:txBody>
      </p:sp>
      <p:sp>
        <p:nvSpPr>
          <p:cNvPr id="12" name="TextBox 11"/>
          <p:cNvSpPr txBox="1"/>
          <p:nvPr/>
        </p:nvSpPr>
        <p:spPr>
          <a:xfrm>
            <a:off x="6172200" y="4251960"/>
            <a:ext cx="960120" cy="777240"/>
          </a:xfrm>
          <a:prstGeom prst="rect">
            <a:avLst/>
          </a:prstGeom>
          <a:noFill/>
        </p:spPr>
        <p:txBody>
          <a:bodyPr wrap="none">
            <a:spAutoFit/>
          </a:bodyPr>
          <a:lstStyle/>
          <a:p>
            <a:pPr algn="l"/>
            <a:r>
              <a:rPr sz="4000" b="1">
                <a:solidFill>
                  <a:srgbClr val="FFFFFF"/>
                </a:solidFill>
                <a:latin typeface="ES Build Neutral"/>
              </a:rPr>
              <a:t>03</a:t>
            </a:r>
          </a:p>
        </p:txBody>
      </p:sp>
      <p:sp>
        <p:nvSpPr>
          <p:cNvPr id="13" name="TextBox 12"/>
          <p:cNvSpPr txBox="1"/>
          <p:nvPr/>
        </p:nvSpPr>
        <p:spPr>
          <a:xfrm>
            <a:off x="7178040" y="4306824"/>
            <a:ext cx="4434840" cy="420624"/>
          </a:xfrm>
          <a:prstGeom prst="rect">
            <a:avLst/>
          </a:prstGeom>
          <a:noFill/>
        </p:spPr>
        <p:txBody>
          <a:bodyPr wrap="square">
            <a:spAutoFit/>
          </a:bodyPr>
          <a:lstStyle/>
          <a:p>
            <a:pPr algn="l"/>
            <a:r>
              <a:rPr sz="1400" b="1">
                <a:solidFill>
                  <a:srgbClr val="FFFFFF"/>
                </a:solidFill>
                <a:latin typeface="ES Build Neutral"/>
              </a:rPr>
              <a:t>EVERY VERSION: THE RESTORE IS THE OFFLINE PATH</a:t>
            </a:r>
          </a:p>
        </p:txBody>
      </p:sp>
      <p:sp>
        <p:nvSpPr>
          <p:cNvPr id="14" name="TextBox 13"/>
          <p:cNvSpPr txBox="1"/>
          <p:nvPr/>
        </p:nvSpPr>
        <p:spPr>
          <a:xfrm>
            <a:off x="7178040" y="4782312"/>
            <a:ext cx="4434840" cy="987552"/>
          </a:xfrm>
          <a:prstGeom prst="rect">
            <a:avLst/>
          </a:prstGeom>
          <a:noFill/>
        </p:spPr>
        <p:txBody>
          <a:bodyPr wrap="square">
            <a:spAutoFit/>
          </a:bodyPr>
          <a:lstStyle/>
          <a:p>
            <a:pPr algn="l">
              <a:lnSpc>
                <a:spcPct val="120000"/>
              </a:lnSpc>
            </a:pPr>
            <a:r>
              <a:rPr sz="1300" b="0">
                <a:solidFill>
                  <a:srgbClr val="FFFFFF"/>
                </a:solidFill>
                <a:latin typeface="ES Build Neutral"/>
              </a:rPr>
              <a:t>A Kasten restore replaces the PersistentVolumeClaims, so the workloads must be down. That is IBM's offline situation, and its restore hook — leave maintenance, wait for Completed — is the one the blueprint uses.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596128" y="777240"/>
            <a:ext cx="1005840" cy="1005840"/>
          </a:xfrm>
          <a:prstGeom prst="roundRect">
            <a:avLst>
              <a:gd name="adj" fmla="val 25207"/>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7412" y="998524"/>
            <a:ext cx="563270" cy="563270"/>
          </a:xfrm>
          <a:prstGeom prst="rect">
            <a:avLst/>
          </a:prstGeom>
        </p:spPr>
      </p:pic>
      <p:sp>
        <p:nvSpPr>
          <p:cNvPr id="4" name="TextBox 3"/>
          <p:cNvSpPr txBox="1"/>
          <p:nvPr/>
        </p:nvSpPr>
        <p:spPr>
          <a:xfrm>
            <a:off x="1097280" y="2148840"/>
            <a:ext cx="9966960" cy="822960"/>
          </a:xfrm>
          <a:prstGeom prst="rect">
            <a:avLst/>
          </a:prstGeom>
          <a:noFill/>
        </p:spPr>
        <p:txBody>
          <a:bodyPr wrap="square">
            <a:spAutoFit/>
          </a:bodyPr>
          <a:lstStyle/>
          <a:p>
            <a:pPr algn="ctr"/>
            <a:r>
              <a:rPr sz="4000" b="1">
                <a:solidFill>
                  <a:srgbClr val="FFFFFF"/>
                </a:solidFill>
                <a:latin typeface="ES Build Neutral"/>
              </a:rPr>
              <a:t>WITHOUT A SYNC,</a:t>
            </a:r>
          </a:p>
        </p:txBody>
      </p:sp>
      <p:sp>
        <p:nvSpPr>
          <p:cNvPr id="5" name="TextBox 4"/>
          <p:cNvSpPr txBox="1"/>
          <p:nvPr/>
        </p:nvSpPr>
        <p:spPr>
          <a:xfrm>
            <a:off x="914400" y="2880360"/>
            <a:ext cx="10332720" cy="1234440"/>
          </a:xfrm>
          <a:prstGeom prst="rect">
            <a:avLst/>
          </a:prstGeom>
          <a:noFill/>
        </p:spPr>
        <p:txBody>
          <a:bodyPr wrap="square">
            <a:spAutoFit/>
          </a:bodyPr>
          <a:lstStyle/>
          <a:p>
            <a:pPr algn="ctr"/>
            <a:r>
              <a:rPr b="1" sz="6000">
                <a:gradFill>
                  <a:gsLst>
                    <a:gs pos="4000">
                      <a:srgbClr val="FFD839"/>
                    </a:gs>
                    <a:gs pos="80000">
                      <a:srgbClr val="ED2B3D"/>
                    </a:gs>
                  </a:gsLst>
                  <a:lin ang="0" scaled="0"/>
                </a:gradFill>
                <a:effectLst>
                  <a:outerShdw blurRad="190500" dist="0" dir="0" sx="102000" sy="102000" algn="ctr" rotWithShape="0">
                    <a:srgbClr val="FFD836">
                      <a:alpha val="25000"/>
                    </a:srgbClr>
                  </a:outerShdw>
                </a:effectLst>
                <a:latin typeface="ES Build Neutral"/>
              </a:rPr>
              <a:t>THE FILE IS ZERO BYTES</a:t>
            </a:r>
          </a:p>
        </p:txBody>
      </p:sp>
      <p:sp>
        <p:nvSpPr>
          <p:cNvPr id="6" name="TextBox 5"/>
          <p:cNvSpPr txBox="1"/>
          <p:nvPr/>
        </p:nvSpPr>
        <p:spPr>
          <a:xfrm>
            <a:off x="1554480" y="4160520"/>
            <a:ext cx="9052560" cy="868680"/>
          </a:xfrm>
          <a:prstGeom prst="rect">
            <a:avLst/>
          </a:prstGeom>
          <a:noFill/>
        </p:spPr>
        <p:txBody>
          <a:bodyPr wrap="square">
            <a:spAutoFit/>
          </a:bodyPr>
          <a:lstStyle/>
          <a:p>
            <a:pPr algn="ctr">
              <a:lnSpc>
                <a:spcPct val="120000"/>
              </a:lnSpc>
            </a:pPr>
            <a:r>
              <a:rPr sz="1650" b="0">
                <a:solidFill>
                  <a:srgbClr val="FFFFFF"/>
                </a:solidFill>
                <a:latin typeface="ES Build Neutral"/>
              </a:rPr>
              <a:t>A CSI snapshot captures the block device, and Kasten does not freeze the filesystem. Data the writer</a:t>
            </a:r>
          </a:p>
          <a:p>
            <a:pPr algn="ctr">
              <a:lnSpc>
                <a:spcPct val="120000"/>
              </a:lnSpc>
            </a:pPr>
            <a:r>
              <a:rPr sz="1650" b="0">
                <a:solidFill>
                  <a:srgbClr val="FFFFFF"/>
                </a:solidFill>
                <a:latin typeface="ES Build Neutral"/>
              </a:rPr>
              <a:t>has acknowledged but the kernel has not flushed is simply not in the snapshot.</a:t>
            </a:r>
          </a:p>
        </p:txBody>
      </p:sp>
      <p:sp>
        <p:nvSpPr>
          <p:cNvPr id="7" name="Rounded Rectangle 6"/>
          <p:cNvSpPr/>
          <p:nvPr/>
        </p:nvSpPr>
        <p:spPr>
          <a:xfrm>
            <a:off x="3344529" y="5257800"/>
            <a:ext cx="137160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Right name</a:t>
            </a:r>
          </a:p>
        </p:txBody>
      </p:sp>
      <p:sp>
        <p:nvSpPr>
          <p:cNvPr id="8" name="Rounded Rectangle 7"/>
          <p:cNvSpPr/>
          <p:nvPr/>
        </p:nvSpPr>
        <p:spPr>
          <a:xfrm>
            <a:off x="4990449" y="5257800"/>
            <a:ext cx="137160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Zero bytes</a:t>
            </a:r>
          </a:p>
        </p:txBody>
      </p:sp>
      <p:sp>
        <p:nvSpPr>
          <p:cNvPr id="9" name="Rounded Rectangle 8"/>
          <p:cNvSpPr/>
          <p:nvPr/>
        </p:nvSpPr>
        <p:spPr>
          <a:xfrm>
            <a:off x="6636369" y="5257800"/>
            <a:ext cx="221107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Found only at restore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800" b="1">
                <a:solidFill>
                  <a:srgbClr val="002060"/>
                </a:solidFill>
                <a:latin typeface="ES Build Neutral"/>
              </a:rPr>
              <a:t>DERIVING THE FLUSH SET FROM THE POLICY'S OWN SELECTOR</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If the prehook discovers writers differently from how the policy selects PVCs, the two sets drift</a:t>
            </a:r>
          </a:p>
        </p:txBody>
      </p:sp>
      <p:sp>
        <p:nvSpPr>
          <p:cNvPr id="4" name="Rounded Rectangle 3"/>
          <p:cNvSpPr/>
          <p:nvPr/>
        </p:nvSpPr>
        <p:spPr>
          <a:xfrm>
            <a:off x="471647"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4527" y="1755648"/>
            <a:ext cx="457200" cy="457200"/>
          </a:xfrm>
          <a:prstGeom prst="roundRect">
            <a:avLst>
              <a:gd name="adj" fmla="val 21716"/>
            </a:avLst>
          </a:prstGeom>
          <a:solidFill>
            <a:srgbClr val="CCEFFF"/>
          </a:solidFill>
          <a:ln>
            <a:noFill/>
          </a:ln>
          <a:effectLst>
            <a:outerShdw blurRad="190500" dist="0" dir="0" sx="102000" sy="102000" algn="ctr" rotWithShape="0">
              <a:srgbClr val="99DFFF">
                <a:alpha val="6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55111" y="1856231"/>
            <a:ext cx="256032" cy="256032"/>
          </a:xfrm>
          <a:prstGeom prst="rect">
            <a:avLst/>
          </a:prstGeom>
        </p:spPr>
      </p:pic>
      <p:sp>
        <p:nvSpPr>
          <p:cNvPr id="7" name="TextBox 6"/>
          <p:cNvSpPr txBox="1"/>
          <p:nvPr/>
        </p:nvSpPr>
        <p:spPr>
          <a:xfrm>
            <a:off x="1221455" y="1783080"/>
            <a:ext cx="4568205" cy="402336"/>
          </a:xfrm>
          <a:prstGeom prst="rect">
            <a:avLst/>
          </a:prstGeom>
          <a:noFill/>
        </p:spPr>
        <p:txBody>
          <a:bodyPr wrap="square">
            <a:spAutoFit/>
          </a:bodyPr>
          <a:lstStyle/>
          <a:p>
            <a:pPr algn="l"/>
            <a:r>
              <a:rPr sz="1300" b="1">
                <a:solidFill>
                  <a:srgbClr val="002060"/>
                </a:solidFill>
                <a:latin typeface="ES Build Neutral"/>
              </a:rPr>
              <a:t>READ THE SAME LABEL THE POLICY READS</a:t>
            </a:r>
          </a:p>
        </p:txBody>
      </p:sp>
      <p:sp>
        <p:nvSpPr>
          <p:cNvPr id="8" name="TextBox 7"/>
          <p:cNvSpPr txBox="1"/>
          <p:nvPr/>
        </p:nvSpPr>
        <p:spPr>
          <a:xfrm>
            <a:off x="654527"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The prehook resolves the union of the PVCs carrying blueprint-ai/datastage-engine=true — the same label the policy selects on — and anything matching the engine naming pattern as a safety net.</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So user volumes are covered, and adding a PVC to the backup flushes it automatically. The naming pattern alone would have missed them: a user volume is neither created by the install nor matched by the engine names.</a:t>
            </a:r>
          </a:p>
        </p:txBody>
      </p:sp>
      <p:sp>
        <p:nvSpPr>
          <p:cNvPr id="9" name="Rounded Rectangle 8"/>
          <p:cNvSpPr/>
          <p:nvPr/>
        </p:nvSpPr>
        <p:spPr>
          <a:xfrm>
            <a:off x="6219428"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2308" y="1755648"/>
            <a:ext cx="457200" cy="457200"/>
          </a:xfrm>
          <a:prstGeom prst="roundRect">
            <a:avLst>
              <a:gd name="adj" fmla="val 21716"/>
            </a:avLst>
          </a:prstGeom>
          <a:solidFill>
            <a:srgbClr val="FFE8D3"/>
          </a:solidFill>
          <a:ln>
            <a:noFill/>
          </a:ln>
          <a:effectLst>
            <a:outerShdw blurRad="190500" dist="0" dir="0" sx="102000" sy="102000" algn="ctr" rotWithShape="0">
              <a:srgbClr val="FEB97C">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502892" y="1856231"/>
            <a:ext cx="256032" cy="256032"/>
          </a:xfrm>
          <a:prstGeom prst="rect">
            <a:avLst/>
          </a:prstGeom>
        </p:spPr>
      </p:pic>
      <p:sp>
        <p:nvSpPr>
          <p:cNvPr id="12" name="TextBox 11"/>
          <p:cNvSpPr txBox="1"/>
          <p:nvPr/>
        </p:nvSpPr>
        <p:spPr>
          <a:xfrm>
            <a:off x="6969236" y="1783080"/>
            <a:ext cx="4568205" cy="402336"/>
          </a:xfrm>
          <a:prstGeom prst="rect">
            <a:avLst/>
          </a:prstGeom>
          <a:noFill/>
        </p:spPr>
        <p:txBody>
          <a:bodyPr wrap="square">
            <a:spAutoFit/>
          </a:bodyPr>
          <a:lstStyle/>
          <a:p>
            <a:pPr algn="l"/>
            <a:r>
              <a:rPr sz="1300" b="1">
                <a:solidFill>
                  <a:srgbClr val="002060"/>
                </a:solidFill>
                <a:latin typeface="ES Build Neutral"/>
              </a:rPr>
              <a:t>AND WARN ON BOTH SILENT FAILURES</a:t>
            </a:r>
          </a:p>
        </p:txBody>
      </p:sp>
      <p:sp>
        <p:nvSpPr>
          <p:cNvPr id="13" name="TextBox 12"/>
          <p:cNvSpPr txBox="1"/>
          <p:nvPr/>
        </p:nvSpPr>
        <p:spPr>
          <a:xfrm>
            <a:off x="6402308"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It warns if no PVC carries the label at all — the backup would then capture no engine volume.</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And it names any labelled PVC that no running pod mounts, because that one gets snapshotted with no chance to flush. Both failures are otherwise invisible: the backup succeeds and the file is empty.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596128" y="777240"/>
            <a:ext cx="1005840" cy="1005840"/>
          </a:xfrm>
          <a:prstGeom prst="roundRect">
            <a:avLst>
              <a:gd name="adj" fmla="val 25207"/>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7412" y="998524"/>
            <a:ext cx="563270" cy="563270"/>
          </a:xfrm>
          <a:prstGeom prst="rect">
            <a:avLst/>
          </a:prstGeom>
        </p:spPr>
      </p:pic>
      <p:sp>
        <p:nvSpPr>
          <p:cNvPr id="4" name="TextBox 3"/>
          <p:cNvSpPr txBox="1"/>
          <p:nvPr/>
        </p:nvSpPr>
        <p:spPr>
          <a:xfrm>
            <a:off x="1097280" y="2148840"/>
            <a:ext cx="9966960" cy="822960"/>
          </a:xfrm>
          <a:prstGeom prst="rect">
            <a:avLst/>
          </a:prstGeom>
          <a:noFill/>
        </p:spPr>
        <p:txBody>
          <a:bodyPr wrap="square">
            <a:spAutoFit/>
          </a:bodyPr>
          <a:lstStyle/>
          <a:p>
            <a:pPr algn="ctr"/>
            <a:r>
              <a:rPr sz="4000" b="1">
                <a:solidFill>
                  <a:srgbClr val="FFFFFF"/>
                </a:solidFill>
                <a:latin typeface="ES Build Neutral"/>
              </a:rPr>
              <a:t>ONE BOUND WORKLOAD</a:t>
            </a:r>
          </a:p>
        </p:txBody>
      </p:sp>
      <p:sp>
        <p:nvSpPr>
          <p:cNvPr id="5" name="TextBox 4"/>
          <p:cNvSpPr txBox="1"/>
          <p:nvPr/>
        </p:nvSpPr>
        <p:spPr>
          <a:xfrm>
            <a:off x="914400" y="2880360"/>
            <a:ext cx="10332720" cy="1234440"/>
          </a:xfrm>
          <a:prstGeom prst="rect">
            <a:avLst/>
          </a:prstGeom>
          <a:noFill/>
        </p:spPr>
        <p:txBody>
          <a:bodyPr wrap="square">
            <a:spAutoFit/>
          </a:bodyPr>
          <a:lstStyle/>
          <a:p>
            <a:pPr algn="ctr"/>
            <a:r>
              <a:rPr b="1" sz="5200">
                <a:gradFill>
                  <a:gsLst>
                    <a:gs pos="4000">
                      <a:srgbClr val="FFD839"/>
                    </a:gs>
                    <a:gs pos="80000">
                      <a:srgbClr val="ED2B3D"/>
                    </a:gs>
                  </a:gsLst>
                  <a:lin ang="0" scaled="0"/>
                </a:gradFill>
                <a:effectLst>
                  <a:outerShdw blurRad="190500" dist="0" dir="0" sx="102000" sy="102000" algn="ctr" rotWithShape="0">
                    <a:srgbClr val="FFD836">
                      <a:alpha val="25000"/>
                    </a:srgbClr>
                  </a:outerShdw>
                </a:effectLst>
                <a:latin typeface="ES Build Neutral"/>
              </a:rPr>
              <a:t>DOES NOT HOLD THE SNAPSHOT</a:t>
            </a:r>
          </a:p>
        </p:txBody>
      </p:sp>
      <p:sp>
        <p:nvSpPr>
          <p:cNvPr id="6" name="TextBox 5"/>
          <p:cNvSpPr txBox="1"/>
          <p:nvPr/>
        </p:nvSpPr>
        <p:spPr>
          <a:xfrm>
            <a:off x="1554480" y="4160520"/>
            <a:ext cx="9052560" cy="868680"/>
          </a:xfrm>
          <a:prstGeom prst="rect">
            <a:avLst/>
          </a:prstGeom>
          <a:noFill/>
        </p:spPr>
        <p:txBody>
          <a:bodyPr wrap="square">
            <a:spAutoFit/>
          </a:bodyPr>
          <a:lstStyle/>
          <a:p>
            <a:pPr algn="ctr">
              <a:lnSpc>
                <a:spcPct val="120000"/>
              </a:lnSpc>
            </a:pPr>
            <a:r>
              <a:rPr sz="1500" b="0">
                <a:solidFill>
                  <a:srgbClr val="FFFFFF"/>
                </a:solidFill>
                <a:latin typeface="ES Build Neutral"/>
              </a:rPr>
              <a:t>The engine volumes are shared by up to seven workloads. Kasten picks one of them for each volume, and only</a:t>
            </a:r>
          </a:p>
          <a:p>
            <a:pPr algn="ctr">
              <a:lnSpc>
                <a:spcPct val="120000"/>
              </a:lnSpc>
            </a:pPr>
            <a:r>
              <a:rPr sz="1500" b="0">
                <a:solidFill>
                  <a:srgbClr val="FFFFFF"/>
                </a:solidFill>
                <a:latin typeface="ES Build Neutral"/>
              </a:rPr>
              <a:t>that workload's prehook holds back the snapshot. With the hook on another one, the snapshot starts at once.</a:t>
            </a:r>
          </a:p>
        </p:txBody>
      </p:sp>
      <p:sp>
        <p:nvSpPr>
          <p:cNvPr id="7" name="Rounded Rectangle 6"/>
          <p:cNvSpPr/>
          <p:nvPr/>
        </p:nvSpPr>
        <p:spPr>
          <a:xfrm>
            <a:off x="2924159" y="5257800"/>
            <a:ext cx="205232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Kasten defect, reported</a:t>
            </a:r>
          </a:p>
        </p:txBody>
      </p:sp>
      <p:sp>
        <p:nvSpPr>
          <p:cNvPr id="8" name="Rounded Rectangle 7"/>
          <p:cNvSpPr/>
          <p:nvPr/>
        </p:nvSpPr>
        <p:spPr>
          <a:xfrm>
            <a:off x="5250799" y="5257800"/>
            <a:ext cx="190627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Shared RWX volumes</a:t>
            </a:r>
          </a:p>
        </p:txBody>
      </p:sp>
      <p:sp>
        <p:nvSpPr>
          <p:cNvPr id="9" name="Rounded Rectangle 8"/>
          <p:cNvSpPr/>
          <p:nvPr/>
        </p:nvSpPr>
        <p:spPr>
          <a:xfrm>
            <a:off x="7431389" y="5257800"/>
            <a:ext cx="1836420" cy="329184"/>
          </a:xfrm>
          <a:prstGeom prst="roundRect">
            <a:avLst>
              <a:gd name="adj" fmla="val 50000"/>
            </a:avLst>
          </a:prstGeom>
          <a:solidFill>
            <a:srgbClr val="FFFFFF">
              <a:alpha val="8000"/>
            </a:srgbClr>
          </a:solidFill>
          <a:ln>
            <a:gradFill>
              <a:gsLst>
                <a:gs pos="0">
                  <a:srgbClr val="FFD839"/>
                </a:gs>
                <a:gs pos="100000">
                  <a:srgbClr val="ED2B3D"/>
                </a:gs>
              </a:gsLst>
              <a:lin ang="0" scaled="0"/>
            </a:gradFill>
          </a:ln>
          <a:effectLst>
            <a:outerShdw blurRad="190500" dist="0" dir="0" sx="102000" sy="102000" algn="ctr" rotWithShape="0">
              <a:srgbClr val="FFD839">
                <a:alpha val="7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FFFFFF"/>
                </a:solidFill>
                <a:latin typeface="ES Build Neutral"/>
              </a:rPr>
              <a:t>Waited in 5 of 9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550" b="1">
                <a:solidFill>
                  <a:srgbClr val="002060"/>
                </a:solidFill>
                <a:latin typeface="ES Build Neutral"/>
              </a:rPr>
              <a:t>SHARED VOLUMES: BIND EVERY WORKLOAD, COORDINATE WITH A LOCK</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Whichever workload Kasten picks has a prehook, and the work still runs once</a:t>
            </a:r>
          </a:p>
        </p:txBody>
      </p:sp>
      <p:sp>
        <p:nvSpPr>
          <p:cNvPr id="4" name="Rounded Rectangle 3"/>
          <p:cNvSpPr/>
          <p:nvPr/>
        </p:nvSpPr>
        <p:spPr>
          <a:xfrm>
            <a:off x="471647"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4527" y="1755648"/>
            <a:ext cx="457200" cy="457200"/>
          </a:xfrm>
          <a:prstGeom prst="roundRect">
            <a:avLst>
              <a:gd name="adj" fmla="val 21716"/>
            </a:avLst>
          </a:prstGeom>
          <a:solidFill>
            <a:srgbClr val="CCEFFF"/>
          </a:solidFill>
          <a:ln>
            <a:noFill/>
          </a:ln>
          <a:effectLst>
            <a:outerShdw blurRad="190500" dist="0" dir="0" sx="102000" sy="102000" algn="ctr" rotWithShape="0">
              <a:srgbClr val="99DFFF">
                <a:alpha val="6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55111" y="1856231"/>
            <a:ext cx="256032" cy="256032"/>
          </a:xfrm>
          <a:prstGeom prst="rect">
            <a:avLst/>
          </a:prstGeom>
        </p:spPr>
      </p:pic>
      <p:sp>
        <p:nvSpPr>
          <p:cNvPr id="7" name="TextBox 6"/>
          <p:cNvSpPr txBox="1"/>
          <p:nvPr/>
        </p:nvSpPr>
        <p:spPr>
          <a:xfrm>
            <a:off x="1221455" y="1783080"/>
            <a:ext cx="4568205" cy="402336"/>
          </a:xfrm>
          <a:prstGeom prst="rect">
            <a:avLst/>
          </a:prstGeom>
          <a:noFill/>
        </p:spPr>
        <p:txBody>
          <a:bodyPr wrap="square">
            <a:spAutoFit/>
          </a:bodyPr>
          <a:lstStyle/>
          <a:p>
            <a:pPr algn="l"/>
            <a:r>
              <a:rPr sz="1300" b="1">
                <a:solidFill>
                  <a:srgbClr val="002060"/>
                </a:solidFill>
                <a:latin typeface="ES Build Neutral"/>
              </a:rPr>
              <a:t>BIND AND INCLUDE EVERY DATASTAGE WORKLOAD</a:t>
            </a:r>
          </a:p>
        </p:txBody>
      </p:sp>
      <p:sp>
        <p:nvSpPr>
          <p:cNvPr id="8" name="TextBox 7"/>
          <p:cNvSpPr txBox="1"/>
          <p:nvPr/>
        </p:nvSpPr>
        <p:spPr>
          <a:xfrm>
            <a:off x="654527"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The BlueprintBinding and the policy select the same set: icpdsupport/addOnId=datastage, ten workloads on 4.8.9. A workload outside the policy runs no hook, so the two lists must stay identical.</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A ConfigMap created with kubectl create is the lock: the one prehook that creates it quiesces and flushes, the others wait until it says ready. No snapshot can start before the quiesce.</a:t>
            </a:r>
          </a:p>
        </p:txBody>
      </p:sp>
      <p:sp>
        <p:nvSpPr>
          <p:cNvPr id="9" name="Rounded Rectangle 8"/>
          <p:cNvSpPr/>
          <p:nvPr/>
        </p:nvSpPr>
        <p:spPr>
          <a:xfrm>
            <a:off x="6219428"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2308" y="1755648"/>
            <a:ext cx="457200" cy="457200"/>
          </a:xfrm>
          <a:prstGeom prst="roundRect">
            <a:avLst>
              <a:gd name="adj" fmla="val 21716"/>
            </a:avLst>
          </a:prstGeom>
          <a:solidFill>
            <a:srgbClr val="FFE8D3"/>
          </a:solidFill>
          <a:ln>
            <a:noFill/>
          </a:ln>
          <a:effectLst>
            <a:outerShdw blurRad="190500" dist="0" dir="0" sx="102000" sy="102000" algn="ctr" rotWithShape="0">
              <a:srgbClr val="FEB97C">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502892" y="1856231"/>
            <a:ext cx="256032" cy="256032"/>
          </a:xfrm>
          <a:prstGeom prst="rect">
            <a:avLst/>
          </a:prstGeom>
        </p:spPr>
      </p:pic>
      <p:sp>
        <p:nvSpPr>
          <p:cNvPr id="12" name="TextBox 11"/>
          <p:cNvSpPr txBox="1"/>
          <p:nvPr/>
        </p:nvSpPr>
        <p:spPr>
          <a:xfrm>
            <a:off x="6969236" y="1783080"/>
            <a:ext cx="4568205" cy="402336"/>
          </a:xfrm>
          <a:prstGeom prst="rect">
            <a:avLst/>
          </a:prstGeom>
          <a:noFill/>
        </p:spPr>
        <p:txBody>
          <a:bodyPr wrap="square">
            <a:spAutoFit/>
          </a:bodyPr>
          <a:lstStyle/>
          <a:p>
            <a:pPr algn="l"/>
            <a:r>
              <a:rPr sz="1300" b="1">
                <a:solidFill>
                  <a:srgbClr val="002060"/>
                </a:solidFill>
                <a:latin typeface="ES Build Neutral"/>
              </a:rPr>
              <a:t>SAFE AGAINST RETRIES, FAILURES AND THE DEFECT ITSELF</a:t>
            </a:r>
          </a:p>
        </p:txBody>
      </p:sp>
      <p:sp>
        <p:nvSpPr>
          <p:cNvPr id="13" name="TextBox 12"/>
          <p:cNvSpPr txBox="1"/>
          <p:nvPr/>
        </p:nvSpPr>
        <p:spPr>
          <a:xfrm>
            <a:off x="6402308"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The lock records the running BackupAction, whose UID Kasten also puts on every snapshot of the backup. A retried hook sees the volumes are already captured; a dead lock is taken over; a failed leader fails its followers.</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A snapshot taken before the quiesce makes the posthook fail the backup — the silent case becomes a visible one. Validated end to end on 4.8.9.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400" b="1">
                <a:solidFill>
                  <a:srgbClr val="002060"/>
                </a:solidFill>
                <a:latin typeface="ES Build Neutral"/>
              </a:rPr>
              <a:t>WHAT THE POLICY CAPTURES, AND HOW THE RESTORE FREES THE VOLUMES</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The filter has two entries: the labelled PVCs, and the workloads the hooks are bound to</a:t>
            </a:r>
          </a:p>
        </p:txBody>
      </p:sp>
      <p:sp>
        <p:nvSpPr>
          <p:cNvPr id="4" name="Rounded Rectangle 3"/>
          <p:cNvSpPr/>
          <p:nvPr/>
        </p:nvSpPr>
        <p:spPr>
          <a:xfrm>
            <a:off x="471647"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4527" y="1755648"/>
            <a:ext cx="457200" cy="457200"/>
          </a:xfrm>
          <a:prstGeom prst="roundRect">
            <a:avLst>
              <a:gd name="adj" fmla="val 21716"/>
            </a:avLst>
          </a:prstGeom>
          <a:solidFill>
            <a:srgbClr val="CCEFFF"/>
          </a:solidFill>
          <a:ln>
            <a:noFill/>
          </a:ln>
          <a:effectLst>
            <a:outerShdw blurRad="190500" dist="0" dir="0" sx="102000" sy="102000" algn="ctr" rotWithShape="0">
              <a:srgbClr val="99DFFF">
                <a:alpha val="6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55111" y="1856231"/>
            <a:ext cx="256032" cy="256032"/>
          </a:xfrm>
          <a:prstGeom prst="rect">
            <a:avLst/>
          </a:prstGeom>
        </p:spPr>
      </p:pic>
      <p:sp>
        <p:nvSpPr>
          <p:cNvPr id="7" name="TextBox 6"/>
          <p:cNvSpPr txBox="1"/>
          <p:nvPr/>
        </p:nvSpPr>
        <p:spPr>
          <a:xfrm>
            <a:off x="1221455" y="1783080"/>
            <a:ext cx="4568205" cy="402336"/>
          </a:xfrm>
          <a:prstGeom prst="rect">
            <a:avLst/>
          </a:prstGeom>
          <a:noFill/>
        </p:spPr>
        <p:txBody>
          <a:bodyPr wrap="square">
            <a:spAutoFit/>
          </a:bodyPr>
          <a:lstStyle/>
          <a:p>
            <a:pPr algn="l"/>
            <a:r>
              <a:rPr sz="1300" b="1">
                <a:solidFill>
                  <a:srgbClr val="002060"/>
                </a:solidFill>
                <a:latin typeface="ES Build Neutral"/>
              </a:rPr>
              <a:t>INCLUDE EVERY BOUND WORKLOAD</a:t>
            </a:r>
          </a:p>
        </p:txBody>
      </p:sp>
      <p:sp>
        <p:nvSpPr>
          <p:cNvPr id="8" name="TextBox 7"/>
          <p:cNvSpPr txBox="1"/>
          <p:nvPr/>
        </p:nvSpPr>
        <p:spPr>
          <a:xfrm>
            <a:off x="654527"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Leave a bound workload out of the filter and its hooks never run, and Kasten may not snapshot the PVC it picked that workload for at all.</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Every included workload brings in every PVC it mounts, labelled or not: on 4.8.9 that adds ds-migration and conn-home-pvc, which belongs to another CP4D service. They are snapshotted, never restored. The 5.x folders include the runtime Deployment only, and are exposed to the shared-volume defect.</a:t>
            </a:r>
          </a:p>
        </p:txBody>
      </p:sp>
      <p:sp>
        <p:nvSpPr>
          <p:cNvPr id="9" name="Rounded Rectangle 8"/>
          <p:cNvSpPr/>
          <p:nvPr/>
        </p:nvSpPr>
        <p:spPr>
          <a:xfrm>
            <a:off x="6219428" y="1572768"/>
            <a:ext cx="5500893" cy="3977639"/>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2308" y="1755648"/>
            <a:ext cx="457200" cy="457200"/>
          </a:xfrm>
          <a:prstGeom prst="roundRect">
            <a:avLst>
              <a:gd name="adj" fmla="val 21716"/>
            </a:avLst>
          </a:prstGeom>
          <a:solidFill>
            <a:srgbClr val="FFE8D3"/>
          </a:solidFill>
          <a:ln>
            <a:noFill/>
          </a:ln>
          <a:effectLst>
            <a:outerShdw blurRad="190500" dist="0" dir="0" sx="102000" sy="102000" algn="ctr" rotWithShape="0">
              <a:srgbClr val="FEB97C">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502892" y="1856231"/>
            <a:ext cx="256032" cy="256032"/>
          </a:xfrm>
          <a:prstGeom prst="rect">
            <a:avLst/>
          </a:prstGeom>
        </p:spPr>
      </p:pic>
      <p:sp>
        <p:nvSpPr>
          <p:cNvPr id="12" name="TextBox 11"/>
          <p:cNvSpPr txBox="1"/>
          <p:nvPr/>
        </p:nvSpPr>
        <p:spPr>
          <a:xfrm>
            <a:off x="6969236" y="1783080"/>
            <a:ext cx="4568205" cy="402336"/>
          </a:xfrm>
          <a:prstGeom prst="rect">
            <a:avLst/>
          </a:prstGeom>
          <a:noFill/>
        </p:spPr>
        <p:txBody>
          <a:bodyPr wrap="square">
            <a:spAutoFit/>
          </a:bodyPr>
          <a:lstStyle/>
          <a:p>
            <a:pPr algn="l"/>
            <a:r>
              <a:rPr sz="1300" b="1">
                <a:solidFill>
                  <a:srgbClr val="002060"/>
                </a:solidFill>
                <a:latin typeface="ES Build Neutral"/>
              </a:rPr>
              <a:t>RESTORE: STOP WHAT IBM STOPS</a:t>
            </a:r>
          </a:p>
        </p:txBody>
      </p:sp>
      <p:sp>
        <p:nvSpPr>
          <p:cNvPr id="13" name="TextBox 12"/>
          <p:cNvSpPr txBox="1"/>
          <p:nvPr/>
        </p:nvSpPr>
        <p:spPr>
          <a:xfrm>
            <a:off x="6402308" y="2350008"/>
            <a:ext cx="5135133" cy="3044951"/>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Kasten can only replace a PVC once no pod mounts it, and it scales down only the workloads it restores — the restore filter picks only the runtime Deployment, so the restore hook runs once.</a:t>
            </a:r>
          </a:p>
          <a:p>
            <a:pPr algn="l">
              <a:lnSpc>
                <a:spcPct val="112000"/>
              </a:lnSpc>
              <a:spcAft>
                <a:spcPts val="500"/>
              </a:spcAft>
            </a:pPr>
            <a:r>
              <a:rPr sz="1150" b="0">
                <a:solidFill>
                  <a:srgbClr val="505861"/>
                </a:solidFill>
                <a:latin typeface="ES Build Neutral"/>
              </a:rPr>
              <a:t/>
            </a:r>
          </a:p>
          <a:p>
            <a:pPr algn="l">
              <a:lnSpc>
                <a:spcPct val="112000"/>
              </a:lnSpc>
              <a:spcAft>
                <a:spcPts val="500"/>
              </a:spcAft>
            </a:pPr>
            <a:r>
              <a:rPr sz="1150" b="0">
                <a:solidFill>
                  <a:srgbClr val="505861"/>
                </a:solidFill>
                <a:latin typeface="ES Build Neutral"/>
              </a:rPr>
              <a:t>So the pre-restore script parks the operator, then scales down the three selectors IBM's own restore ConfigMap lists. After the restore, the operator scales them back up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1647" y="347472"/>
            <a:ext cx="11248674" cy="566928"/>
          </a:xfrm>
          <a:prstGeom prst="rect">
            <a:avLst/>
          </a:prstGeom>
          <a:noFill/>
        </p:spPr>
        <p:txBody>
          <a:bodyPr wrap="square">
            <a:spAutoFit/>
          </a:bodyPr>
          <a:lstStyle/>
          <a:p>
            <a:pPr algn="l"/>
            <a:r>
              <a:rPr sz="2800" b="1">
                <a:solidFill>
                  <a:srgbClr val="002060"/>
                </a:solidFill>
                <a:latin typeface="ES Build Neutral"/>
              </a:rPr>
              <a:t>VERSIONS AND BLUEPRINT ACTIONS</a:t>
            </a:r>
          </a:p>
        </p:txBody>
      </p:sp>
      <p:sp>
        <p:nvSpPr>
          <p:cNvPr id="3" name="TextBox 2"/>
          <p:cNvSpPr txBox="1"/>
          <p:nvPr/>
        </p:nvSpPr>
        <p:spPr>
          <a:xfrm>
            <a:off x="471647" y="987552"/>
            <a:ext cx="11248674" cy="384048"/>
          </a:xfrm>
          <a:prstGeom prst="rect">
            <a:avLst/>
          </a:prstGeom>
          <a:noFill/>
        </p:spPr>
        <p:txBody>
          <a:bodyPr wrap="square">
            <a:spAutoFit/>
          </a:bodyPr>
          <a:lstStyle/>
          <a:p>
            <a:pPr algn="l"/>
            <a:r>
              <a:rPr sz="1400" b="0">
                <a:solidFill>
                  <a:srgbClr val="929BA5"/>
                </a:solidFill>
                <a:latin typeface="ES Build Neutral"/>
              </a:rPr>
              <a:t>4.8: one hook per DataStage workload; the lock decides which one does the work</a:t>
            </a:r>
          </a:p>
        </p:txBody>
      </p:sp>
      <p:graphicFrame>
        <p:nvGraphicFramePr>
          <p:cNvPr id="4" name="Table 3"/>
          <p:cNvGraphicFramePr>
            <a:graphicFrameLocks noGrp="1"/>
          </p:cNvGraphicFramePr>
          <p:nvPr/>
        </p:nvGraphicFramePr>
        <p:xfrm>
          <a:off x="471647" y="1572768"/>
          <a:ext cx="11247120" cy="2377438"/>
        </p:xfrm>
        <a:graphic>
          <a:graphicData uri="http://schemas.openxmlformats.org/drawingml/2006/table">
            <a:tbl>
              <a:tblPr firstRow="1" bandRow="1">
                <a:tableStyleId>{B301B821-A1FF-4177-AEE7-76D212191A09}</a:tableStyleId>
              </a:tblPr>
              <a:tblGrid>
                <a:gridCol w="2377440"/>
                <a:gridCol w="8869680"/>
              </a:tblGrid>
              <a:tr h="276446">
                <a:tc>
                  <a:txBody>
                    <a:bodyPr/>
                    <a:lstStyle/>
                    <a:p>
                      <a:pPr algn="l"/>
                      <a:r>
                        <a:rPr sz="1250" b="1">
                          <a:latin typeface="ES Build Neutral"/>
                          <a:solidFill>
                            <a:srgbClr val="FFFFFF"/>
                          </a:solidFill>
                        </a:rPr>
                        <a:t>ACTION</a:t>
                      </a:r>
                    </a:p>
                  </a:txBody>
                  <a:tcPr anchor="ctr" marL="91440" marR="91440">
                    <a:lnR w="12700" cap="flat" cmpd="sng" algn="ctr">
                      <a:solidFill>
                        <a:srgbClr val="002060"/>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02060"/>
                    </a:solidFill>
                  </a:tcPr>
                </a:tc>
                <a:tc>
                  <a:txBody>
                    <a:bodyPr/>
                    <a:lstStyle/>
                    <a:p>
                      <a:pPr algn="l"/>
                      <a:r>
                        <a:rPr sz="1250" b="1">
                          <a:latin typeface="ES Build Neutral"/>
                          <a:solidFill>
                            <a:srgbClr val="FFFFFF"/>
                          </a:solidFill>
                        </a:rPr>
                        <a:t>WHAT IT DOES</a:t>
                      </a:r>
                    </a:p>
                  </a:txBody>
                  <a:tcPr anchor="ctr" marL="91440" marR="91440">
                    <a:lnR w="12700" cap="flat" cmpd="sng" algn="ctr">
                      <a:solidFill>
                        <a:srgbClr val="002060"/>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solidFill>
                  </a:tcPr>
                </a:tc>
              </a:tr>
              <a:tr h="884628">
                <a:tc>
                  <a:txBody>
                    <a:bodyPr/>
                    <a:lstStyle/>
                    <a:p>
                      <a:pPr algn="l"/>
                      <a:r>
                        <a:rPr sz="1150" b="1">
                          <a:latin typeface="ES Build Neutral"/>
                          <a:solidFill>
                            <a:srgbClr val="00703C"/>
                          </a:solidFill>
                        </a:rPr>
                        <a:t>backupPrehook</a:t>
                      </a:r>
                    </a:p>
                  </a:txBody>
                  <a:tcPr anchor="ctr" marL="91440" marR="91440">
                    <a:solidFill>
                      <a:srgbClr val="EAF9FF"/>
                    </a:solidFill>
                  </a:tcPr>
                </a:tc>
                <a:tc>
                  <a:txBody>
                    <a:bodyPr/>
                    <a:lstStyle/>
                    <a:p>
                      <a:pPr algn="l"/>
                      <a:r>
                        <a:rPr sz="1050" b="0">
                          <a:latin typeface="ES Build Neutral"/>
                          <a:solidFill>
                            <a:srgbClr val="1D1F2A"/>
                          </a:solidFill>
                        </a:rPr>
                        <a:t>Takes or follows the lock. The leader waits for dsStatus == Completed, enters maintenance mode (IBM's enable-maint) and waits for InMaintenance, finds every running pod mounting a labelled engine PVC, warns about gaps and jobs in flight, runs sync in each pod — last — and marks the lock ready. Followers wait for that, or exit at once if this backup's volumes are already captured.</a:t>
                      </a:r>
                    </a:p>
                  </a:txBody>
                  <a:tcPr anchor="ctr" marL="91440" marR="91440">
                    <a:noFill/>
                  </a:tcPr>
                </a:tc>
              </a:tr>
              <a:tr h="442314">
                <a:tc>
                  <a:txBody>
                    <a:bodyPr/>
                    <a:lstStyle/>
                    <a:p>
                      <a:pPr algn="l"/>
                      <a:r>
                        <a:rPr sz="1150" b="1">
                          <a:latin typeface="ES Build Neutral"/>
                          <a:solidFill>
                            <a:srgbClr val="00703C"/>
                          </a:solidFill>
                        </a:rPr>
                        <a:t>backupPosthook</a:t>
                      </a:r>
                    </a:p>
                  </a:txBody>
                  <a:tcPr anchor="ctr" marL="91440" marR="91440">
                    <a:solidFill>
                      <a:srgbClr val="EAF9FF"/>
                    </a:solidFill>
                  </a:tcPr>
                </a:tc>
                <a:tc>
                  <a:txBody>
                    <a:bodyPr/>
                    <a:lstStyle/>
                    <a:p>
                      <a:pPr algn="l"/>
                      <a:r>
                        <a:rPr sz="1050" b="0">
                          <a:latin typeface="ES Build Neutral"/>
                          <a:solidFill>
                            <a:srgbClr val="1D1F2A"/>
                          </a:solidFill>
                        </a:rPr>
                        <a:t>Checks this backup's snapshot of every labelled PVC. Taken before the quiesce: fails the backup. Not all taken yet: exits without waiting. All taken: leaves maintenance mode (disable-maint), marks the lock released, waits for Completed.</a:t>
                      </a:r>
                    </a:p>
                  </a:txBody>
                  <a:tcPr anchor="ctr" marL="91440" marR="91440">
                    <a:noFill/>
                  </a:tcPr>
                </a:tc>
              </a:tr>
              <a:tr h="774050">
                <a:tc>
                  <a:txBody>
                    <a:bodyPr/>
                    <a:lstStyle/>
                    <a:p>
                      <a:pPr algn="l"/>
                      <a:r>
                        <a:rPr sz="1150" b="1">
                          <a:latin typeface="ES Build Neutral"/>
                          <a:solidFill>
                            <a:srgbClr val="00703C"/>
                          </a:solidFill>
                        </a:rPr>
                        <a:t>restorePosthook</a:t>
                      </a:r>
                    </a:p>
                  </a:txBody>
                  <a:tcPr anchor="ctr" marL="91440" marR="91440">
                    <a:solidFill>
                      <a:srgbClr val="EAF9FF"/>
                    </a:solidFill>
                  </a:tcPr>
                </a:tc>
                <a:tc>
                  <a:txBody>
                    <a:bodyPr/>
                    <a:lstStyle/>
                    <a:p>
                      <a:pPr algn="l"/>
                      <a:r>
                        <a:rPr sz="1050" b="0">
                          <a:latin typeface="ES Build Neutral"/>
                          <a:solidFill>
                            <a:srgbClr val="1D1F2A"/>
                          </a:solidFill>
                        </a:rPr>
                        <a:t>Sets spec.ignoreForMaintenance: false on the DataStage CR and every PXRuntime CR, idempotently, then waits up to 1800 seconds for all of them to report dsStatus == Completed — so the restore does not report success while the engine is still assembling itself. Prints the recompile reminder.</a:t>
                      </a:r>
                    </a:p>
                  </a:txBody>
                  <a:tcPr anchor="ctr" marL="91440" marR="91440">
                    <a:noFill/>
                  </a:tcPr>
                </a:tc>
              </a:tr>
            </a:tbl>
          </a:graphicData>
        </a:graphic>
      </p:graphicFrame>
      <p:sp>
        <p:nvSpPr>
          <p:cNvPr id="5" name="Rounded Rectangle 4"/>
          <p:cNvSpPr/>
          <p:nvPr/>
        </p:nvSpPr>
        <p:spPr>
          <a:xfrm>
            <a:off x="471647" y="4224528"/>
            <a:ext cx="5487177" cy="2058863"/>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4527" y="4407408"/>
            <a:ext cx="457200" cy="457200"/>
          </a:xfrm>
          <a:prstGeom prst="roundRect">
            <a:avLst>
              <a:gd name="adj" fmla="val 21716"/>
            </a:avLst>
          </a:prstGeom>
          <a:solidFill>
            <a:srgbClr val="CCEFFF"/>
          </a:solidFill>
          <a:ln>
            <a:noFill/>
          </a:ln>
          <a:effectLst>
            <a:outerShdw blurRad="190500" dist="0" dir="0" sx="102000" sy="102000" algn="ctr" rotWithShape="0">
              <a:srgbClr val="99DFFF">
                <a:alpha val="6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55111" y="4507992"/>
            <a:ext cx="256032" cy="256032"/>
          </a:xfrm>
          <a:prstGeom prst="rect">
            <a:avLst/>
          </a:prstGeom>
        </p:spPr>
      </p:pic>
      <p:sp>
        <p:nvSpPr>
          <p:cNvPr id="8" name="TextBox 7"/>
          <p:cNvSpPr txBox="1"/>
          <p:nvPr/>
        </p:nvSpPr>
        <p:spPr>
          <a:xfrm>
            <a:off x="1221455" y="4434840"/>
            <a:ext cx="4554489" cy="402336"/>
          </a:xfrm>
          <a:prstGeom prst="rect">
            <a:avLst/>
          </a:prstGeom>
          <a:noFill/>
        </p:spPr>
        <p:txBody>
          <a:bodyPr wrap="square">
            <a:spAutoFit/>
          </a:bodyPr>
          <a:lstStyle/>
          <a:p>
            <a:pPr algn="l"/>
            <a:r>
              <a:rPr sz="1300" b="1">
                <a:solidFill>
                  <a:srgbClr val="002060"/>
                </a:solidFill>
                <a:latin typeface="ES Build Neutral"/>
              </a:rPr>
              <a:t>TESTED VERSIONS</a:t>
            </a:r>
          </a:p>
        </p:txBody>
      </p:sp>
      <p:sp>
        <p:nvSpPr>
          <p:cNvPr id="9" name="TextBox 8"/>
          <p:cNvSpPr txBox="1"/>
          <p:nvPr/>
        </p:nvSpPr>
        <p:spPr>
          <a:xfrm>
            <a:off x="654527" y="5001768"/>
            <a:ext cx="5121417" cy="1126175"/>
          </a:xfrm>
          <a:prstGeom prst="rect">
            <a:avLst/>
          </a:prstGeom>
          <a:noFill/>
        </p:spPr>
        <p:txBody>
          <a:bodyPr wrap="square">
            <a:spAutoFit/>
          </a:bodyPr>
          <a:lstStyle/>
          <a:p>
            <a:pPr algn="l">
              <a:lnSpc>
                <a:spcPct val="112000"/>
              </a:lnSpc>
              <a:spcAft>
                <a:spcPts val="500"/>
              </a:spcAft>
            </a:pPr>
            <a:r>
              <a:rPr sz="1150" b="0">
                <a:solidFill>
                  <a:srgbClr val="505861"/>
                </a:solidFill>
                <a:latin typeface="ES Build Neutral"/>
              </a:rPr>
              <a:t>One folder per version. 4.8.9: OpenShift 4.18.56, Kasten 9.0.8, cpd-cli 13.1.9, nfs-csi. 5.4.0 Patch 7 with DataStage 5.4.7 and 5.2.2: OpenShift 4.21.30, Kasten 9.0.7. IBM changed its backup ConfigMaps between each of them, so read them on your own cluster before adapting anything.</a:t>
            </a:r>
          </a:p>
        </p:txBody>
      </p:sp>
      <p:sp>
        <p:nvSpPr>
          <p:cNvPr id="10" name="Rounded Rectangle 9"/>
          <p:cNvSpPr/>
          <p:nvPr/>
        </p:nvSpPr>
        <p:spPr>
          <a:xfrm>
            <a:off x="6233144" y="4224528"/>
            <a:ext cx="5487177" cy="2058863"/>
          </a:xfrm>
          <a:prstGeom prst="roundRect">
            <a:avLst>
              <a:gd name="adj" fmla="val 4667"/>
            </a:avLst>
          </a:prstGeom>
          <a:solidFill>
            <a:srgbClr val="FFFFFF"/>
          </a:solidFill>
          <a:ln w="12700">
            <a:solidFill>
              <a:srgbClr val="DBDEE1"/>
            </a:solidFill>
          </a:ln>
          <a:effectLst>
            <a:outerShdw blurRad="190500" dist="0" dir="0" sx="102000" sy="102000" algn="ctr"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16024" y="4407408"/>
            <a:ext cx="457200" cy="457200"/>
          </a:xfrm>
          <a:prstGeom prst="roundRect">
            <a:avLst>
              <a:gd name="adj" fmla="val 21716"/>
            </a:avLst>
          </a:prstGeom>
          <a:solidFill>
            <a:srgbClr val="FFE8D3"/>
          </a:solidFill>
          <a:ln>
            <a:noFill/>
          </a:ln>
          <a:effectLst>
            <a:outerShdw blurRad="190500" dist="0" dir="0" sx="102000" sy="102000" algn="ctr" rotWithShape="0">
              <a:srgbClr val="FEB97C">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516608" y="4507992"/>
            <a:ext cx="256032" cy="256032"/>
          </a:xfrm>
          <a:prstGeom prst="rect">
            <a:avLst/>
          </a:prstGeom>
        </p:spPr>
      </p:pic>
      <p:sp>
        <p:nvSpPr>
          <p:cNvPr id="13" name="TextBox 12"/>
          <p:cNvSpPr txBox="1"/>
          <p:nvPr/>
        </p:nvSpPr>
        <p:spPr>
          <a:xfrm>
            <a:off x="6982952" y="4434840"/>
            <a:ext cx="4554489" cy="402336"/>
          </a:xfrm>
          <a:prstGeom prst="rect">
            <a:avLst/>
          </a:prstGeom>
          <a:noFill/>
        </p:spPr>
        <p:txBody>
          <a:bodyPr wrap="square">
            <a:spAutoFit/>
          </a:bodyPr>
          <a:lstStyle/>
          <a:p>
            <a:pPr algn="l"/>
            <a:r>
              <a:rPr sz="1300" b="1">
                <a:solidFill>
                  <a:srgbClr val="002060"/>
                </a:solidFill>
                <a:latin typeface="ES Build Neutral"/>
              </a:rPr>
              <a:t>RESTORE PREREQUISITES</a:t>
            </a:r>
          </a:p>
        </p:txBody>
      </p:sp>
      <p:sp>
        <p:nvSpPr>
          <p:cNvPr id="14" name="TextBox 13"/>
          <p:cNvSpPr txBox="1"/>
          <p:nvPr/>
        </p:nvSpPr>
        <p:spPr>
          <a:xfrm>
            <a:off x="6416024" y="5001768"/>
            <a:ext cx="5121417" cy="1126175"/>
          </a:xfrm>
          <a:prstGeom prst="rect">
            <a:avLst/>
          </a:prstGeom>
          <a:noFill/>
        </p:spPr>
        <p:txBody>
          <a:bodyPr wrap="square">
            <a:spAutoFit/>
          </a:bodyPr>
          <a:lstStyle/>
          <a:p>
            <a:pPr algn="l">
              <a:lnSpc>
                <a:spcPct val="112000"/>
              </a:lnSpc>
              <a:spcAft>
                <a:spcPts val="500"/>
              </a:spcAft>
            </a:pPr>
            <a:r>
              <a:rPr sz="1100" b="0">
                <a:solidFill>
                  <a:srgbClr val="505861"/>
                </a:solidFill>
                <a:latin typeface="ES Build Neutral"/>
              </a:rPr>
              <a:t>The same DataStage and CP4D version as the backup: compiled artifacts are engine-version specific, and a Data Set descriptor embeds the engine build string. DataStage must also already be installed and reconciled — nothing restores into a DataStage that is not there. Before the restore, run prepare-restore.sh: it parks the operator and stops every pod mounting the engine volumes.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579089" y="2377440"/>
            <a:ext cx="10058400" cy="1371600"/>
          </a:xfrm>
        </p:spPr>
        <p:txBody>
          <a:bodyPr wrap="square"/>
          <a:lstStyle/>
          <a:p>
            <a:pPr algn="l"/>
            <a:r>
              <a:rPr b="1" sz="2600">
                <a:solidFill>
                  <a:srgbClr val="FFFFFF"/>
                </a:solidFill>
                <a:latin typeface="ES Build Neutral"/>
              </a:rPr>
              <a:t>TRANSCRIBE THE VENDOR'S SPECIFICATION, DO NOT GUESS IT</a:t>
            </a:r>
          </a:p>
        </p:txBody>
      </p:sp>
      <p:sp>
        <p:nvSpPr>
          <p:cNvPr id="3" name="TextBox 2"/>
          <p:cNvSpPr txBox="1"/>
          <p:nvPr/>
        </p:nvSpPr>
        <p:spPr>
          <a:xfrm>
            <a:off x="579089" y="3840480"/>
            <a:ext cx="10058400" cy="1097280"/>
          </a:xfrm>
          <a:prstGeom prst="rect">
            <a:avLst/>
          </a:prstGeom>
          <a:noFill/>
        </p:spPr>
        <p:txBody>
          <a:bodyPr wrap="square">
            <a:spAutoFit/>
          </a:bodyPr>
          <a:lstStyle/>
          <a:p>
            <a:pPr algn="l">
              <a:lnSpc>
                <a:spcPct val="130000"/>
              </a:lnSpc>
            </a:pPr>
            <a:r>
              <a:rPr sz="1700" b="0">
                <a:solidFill>
                  <a:srgbClr val="FFFFFF"/>
                </a:solidFill>
                <a:latin typeface="ES Build Neutral"/>
              </a:rPr>
              <a:t>Three ConfigMaps say what must happen around a snapshot. Read them on your own cluster.</a:t>
            </a:r>
          </a:p>
          <a:p>
            <a:pPr algn="l">
              <a:lnSpc>
                <a:spcPct val="130000"/>
              </a:lnSpc>
            </a:pPr>
            <a:r>
              <a:rPr sz="1700" b="0">
                <a:solidFill>
                  <a:srgbClr val="FFFFFF"/>
                </a:solidFill>
                <a:latin typeface="ES Build Neutral"/>
              </a:rPr>
              <a:t>github.com/kastenhq/blueprint-ai — datastage-example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a="http://schemas.openxmlformats.org/drawingml/2006/main" name="Veeam">
  <a:themeElements>
    <a:clrScheme name="Custom 3">
      <a:dk1>
        <a:srgbClr val="505861"/>
      </a:dk1>
      <a:lt1>
        <a:srgbClr val="FFFFFF"/>
      </a:lt1>
      <a:dk2>
        <a:srgbClr val="ADACAF"/>
      </a:dk2>
      <a:lt2>
        <a:srgbClr val="EFEFEF"/>
      </a:lt2>
      <a:accent1>
        <a:srgbClr val="000000"/>
      </a:accent1>
      <a:accent2>
        <a:srgbClr val="00D15F"/>
      </a:accent2>
      <a:accent3>
        <a:srgbClr val="3700FF"/>
      </a:accent3>
      <a:accent4>
        <a:srgbClr val="01B0FE"/>
      </a:accent4>
      <a:accent5>
        <a:srgbClr val="FFD836"/>
      </a:accent5>
      <a:accent6>
        <a:srgbClr val="FE8A25"/>
      </a:accent6>
      <a:hlink>
        <a:srgbClr val="00D15F"/>
      </a:hlink>
      <a:folHlink>
        <a:srgbClr val="3700FF"/>
      </a:folHlink>
    </a:clrScheme>
    <a:fontScheme name="Veeam">
      <a:majorFont>
        <a:latin typeface="ES Build"/>
        <a:ea typeface=""/>
        <a:cs typeface=""/>
      </a:majorFont>
      <a:minorFont>
        <a:latin typeface="ES Build Neutr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lnSpc>
            <a:spcPct val="96000"/>
          </a:lnSpc>
          <a:defRPr dirty="0">
            <a:solidFill>
              <a:schemeClr val="bg1"/>
            </a:solidFill>
            <a:latin typeface="ES Build" pitchFamily="50" charset="0"/>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3"/>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Casia">
      <a:srgbClr val="8E71F4"/>
    </a:custClr>
    <a:custClr name="Ignis">
      <a:srgbClr val="ED2B3D"/>
    </a:custClr>
    <a:custClr name="Viridis">
      <a:srgbClr val="00D15F"/>
    </a:custClr>
    <a:custClr name="Black">
      <a:srgbClr val="000000"/>
    </a:custClr>
    <a:custClr name="Dark Mineral">
      <a:srgbClr val="505861"/>
    </a:custClr>
    <a:custClr name="French Grey">
      <a:srgbClr val="ADACAF"/>
    </a:custClr>
    <a:custClr name="Sol">
      <a:srgbClr val="FFD839"/>
    </a:custClr>
    <a:custClr name="Suma">
      <a:srgbClr val="FE8A25"/>
    </a:custClr>
    <a:custClr name="Electric Azure">
      <a:srgbClr val="3700FF"/>
    </a:custClr>
    <a:custClr name="Sky">
      <a:srgbClr val="01B0FE"/>
    </a:custClr>
  </a:custClrLst>
  <a:extLst>
    <a:ext uri="{05A4C25C-085E-4340-85A3-A5531E510DB2}">
      <thm15:themeFamily xmlns:thm15="http://schemas.microsoft.com/office/thememl/2012/main" name="Veeam_Template_Build_04_02_AL" id="{CD0DBDA9-FB18-448B-8791-9E2F61EFADA7}" vid="{ECCBD8CE-2479-4303-883B-9BEEA456C8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0</vt:i4>
      </vt:variant>
    </vt:vector>
  </HeadingPairs>
  <TitlesOfParts>
    <vt:vector size="7" baseType="lpstr">
      <vt:lpstr>Arial</vt:lpstr>
      <vt:lpstr>Calibri</vt:lpstr>
      <vt:lpstr>ES Build</vt:lpstr>
      <vt:lpstr>ES Build </vt:lpstr>
      <vt:lpstr>ES Build Neutral</vt:lpstr>
      <vt:lpstr>System Font Regular</vt:lpstr>
      <vt:lpstr>Veeam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Veeam</dc:creator>
  <cp:keywords>Veeam</cp:keywords>
  <dc:description/>
  <cp:lastModifiedBy>Veeam</cp:lastModifiedBy>
  <cp:revision>1</cp:revision>
  <dcterms:created xsi:type="dcterms:W3CDTF">2023-09-11T00:36:10Z</dcterms:created>
  <dcterms:modified xsi:type="dcterms:W3CDTF">2026-07-15T11:59:21Z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0x0101005BB6FEED7F0ECC4597FA431C454F24E4</vt:lpwstr>
  </property>
  <property fmtid="{D5CDD505-2E9C-101B-9397-08002B2CF9AE}" pid="3" name="MediaServiceImageTags">
    <vt:lpwstr/>
  </property>
</Properties>
</file>